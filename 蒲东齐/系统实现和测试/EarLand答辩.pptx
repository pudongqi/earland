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4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0"/>
  </p:notesMasterIdLst>
  <p:sldIdLst>
    <p:sldId id="301" r:id="rId2"/>
    <p:sldId id="278" r:id="rId3"/>
    <p:sldId id="259" r:id="rId4"/>
    <p:sldId id="260" r:id="rId5"/>
    <p:sldId id="261" r:id="rId6"/>
    <p:sldId id="307" r:id="rId7"/>
    <p:sldId id="293" r:id="rId8"/>
    <p:sldId id="297" r:id="rId9"/>
    <p:sldId id="263" r:id="rId10"/>
    <p:sldId id="298" r:id="rId11"/>
    <p:sldId id="303" r:id="rId12"/>
    <p:sldId id="304" r:id="rId13"/>
    <p:sldId id="305" r:id="rId14"/>
    <p:sldId id="306" r:id="rId15"/>
    <p:sldId id="299" r:id="rId16"/>
    <p:sldId id="291" r:id="rId17"/>
    <p:sldId id="276" r:id="rId18"/>
    <p:sldId id="302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4" autoAdjust="0"/>
    <p:restoredTop sz="94828" autoAdjust="0"/>
  </p:normalViewPr>
  <p:slideViewPr>
    <p:cSldViewPr snapToGrid="0">
      <p:cViewPr varScale="1">
        <p:scale>
          <a:sx n="102" d="100"/>
          <a:sy n="102" d="100"/>
        </p:scale>
        <p:origin x="200" y="3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tags" Target="tags/tag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FD021-6A73-488C-8B51-F22DABB8A545}" type="datetimeFigureOut">
              <a:rPr lang="zh-CN" altLang="en-US" smtClean="0"/>
              <a:t>2018/7/21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A0EB4-A529-4335-9B3E-020BB0F9FF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92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035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A5C38-9EF5-4D4C-A83B-698A75F923F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037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313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535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803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267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036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476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479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145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839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70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018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862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256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913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097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89430-7B9A-447A-B98E-4BFADBD7E617}" type="datetimeFigureOut">
              <a:rPr lang="zh-CN" altLang="en-US" smtClean="0"/>
              <a:t>2018/7/21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814F9-BBE9-48E3-9C5C-39AEFA1A294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6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89430-7B9A-447A-B98E-4BFADBD7E617}" type="datetimeFigureOut">
              <a:rPr lang="zh-CN" altLang="en-US" smtClean="0"/>
              <a:t>2018/7/21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814F9-BBE9-48E3-9C5C-39AEFA1A2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027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2.jpg"/><Relationship Id="rId6" Type="http://schemas.openxmlformats.org/officeDocument/2006/relationships/image" Target="../media/image3.png"/><Relationship Id="rId1" Type="http://schemas.openxmlformats.org/officeDocument/2006/relationships/tags" Target="../tags/tag2.xml"/><Relationship Id="rId2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4" Type="http://schemas.openxmlformats.org/officeDocument/2006/relationships/image" Target="../media/image5.png"/><Relationship Id="rId1" Type="http://schemas.openxmlformats.org/officeDocument/2006/relationships/tags" Target="../tags/tag4.xml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1" Type="http://schemas.openxmlformats.org/officeDocument/2006/relationships/tags" Target="../tags/tag5.xml"/><Relationship Id="rId2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Relationship Id="rId7" Type="http://schemas.openxmlformats.org/officeDocument/2006/relationships/tags" Target="../tags/tag13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Relationship Id="rId10" Type="http://schemas.openxmlformats.org/officeDocument/2006/relationships/image" Target="../media/image6.png"/><Relationship Id="rId11" Type="http://schemas.openxmlformats.org/officeDocument/2006/relationships/image" Target="../media/image4.png"/><Relationship Id="rId1" Type="http://schemas.openxmlformats.org/officeDocument/2006/relationships/tags" Target="../tags/tag7.xml"/><Relationship Id="rId2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1" Type="http://schemas.openxmlformats.org/officeDocument/2006/relationships/tags" Target="../tags/tag14.xml"/><Relationship Id="rId2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Relationship Id="rId13" Type="http://schemas.openxmlformats.org/officeDocument/2006/relationships/image" Target="../media/image4.png"/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tags" Target="../tags/tag22.xml"/><Relationship Id="rId8" Type="http://schemas.openxmlformats.org/officeDocument/2006/relationships/tags" Target="../tags/tag23.xml"/><Relationship Id="rId9" Type="http://schemas.openxmlformats.org/officeDocument/2006/relationships/tags" Target="../tags/tag24.xml"/><Relationship Id="rId10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1" Type="http://schemas.openxmlformats.org/officeDocument/2006/relationships/tags" Target="../tags/tag26.xml"/><Relationship Id="rId2" Type="http://schemas.openxmlformats.org/officeDocument/2006/relationships/tags" Target="../tags/tag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1" Type="http://schemas.openxmlformats.org/officeDocument/2006/relationships/tags" Target="../tags/tag28.xml"/><Relationship Id="rId2" Type="http://schemas.openxmlformats.org/officeDocument/2006/relationships/tags" Target="../tags/tag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18.emf"/><Relationship Id="rId6" Type="http://schemas.openxmlformats.org/officeDocument/2006/relationships/image" Target="../media/image4.png"/><Relationship Id="rId1" Type="http://schemas.openxmlformats.org/officeDocument/2006/relationships/tags" Target="../tags/tag30.xml"/><Relationship Id="rId2" Type="http://schemas.openxmlformats.org/officeDocument/2006/relationships/tags" Target="../tags/tag3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2.jpg"/><Relationship Id="rId1" Type="http://schemas.openxmlformats.org/officeDocument/2006/relationships/tags" Target="../tags/tag32.xml"/><Relationship Id="rId2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sp>
        <p:nvSpPr>
          <p:cNvPr id="3" name="PA_文本框 1"/>
          <p:cNvSpPr txBox="1"/>
          <p:nvPr>
            <p:custDataLst>
              <p:tags r:id="rId1"/>
            </p:custDataLst>
          </p:nvPr>
        </p:nvSpPr>
        <p:spPr>
          <a:xfrm>
            <a:off x="3567102" y="3831232"/>
            <a:ext cx="5057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err="1" smtClean="0">
                <a:latin typeface="+mj-ea"/>
                <a:ea typeface="+mj-ea"/>
                <a:cs typeface="方正苏新诗柳楷简体-yolan" panose="02000000000000000000" pitchFamily="2" charset="-122"/>
                <a:sym typeface="Arial"/>
              </a:rPr>
              <a:t>EarLand</a:t>
            </a:r>
            <a:r>
              <a:rPr lang="en-US" altLang="zh-CN" sz="3600" b="1" dirty="0" smtClean="0">
                <a:latin typeface="+mj-ea"/>
                <a:ea typeface="+mj-ea"/>
                <a:cs typeface="方正苏新诗柳楷简体-yolan" panose="02000000000000000000" pitchFamily="2" charset="-122"/>
                <a:sym typeface="Arial"/>
              </a:rPr>
              <a:t> </a:t>
            </a:r>
            <a:r>
              <a:rPr lang="zh-CN" altLang="en-US" sz="3600" b="1" dirty="0" smtClean="0">
                <a:latin typeface="+mj-ea"/>
                <a:ea typeface="+mj-ea"/>
                <a:cs typeface="方正苏新诗柳楷简体-yolan" panose="02000000000000000000" pitchFamily="2" charset="-122"/>
                <a:sym typeface="Arial"/>
              </a:rPr>
              <a:t>在线音乐平台</a:t>
            </a:r>
            <a:endParaRPr lang="zh-CN" altLang="en-US" sz="3600" b="1" dirty="0">
              <a:latin typeface="+mj-ea"/>
              <a:ea typeface="+mj-ea"/>
              <a:cs typeface="方正苏新诗柳楷简体-yolan" panose="02000000000000000000" pitchFamily="2" charset="-122"/>
              <a:sym typeface="Arial"/>
            </a:endParaRPr>
          </a:p>
        </p:txBody>
      </p:sp>
      <p:grpSp>
        <p:nvGrpSpPr>
          <p:cNvPr id="6" name="PA_组合 66"/>
          <p:cNvGrpSpPr/>
          <p:nvPr>
            <p:custDataLst>
              <p:tags r:id="rId2"/>
            </p:custDataLst>
          </p:nvPr>
        </p:nvGrpSpPr>
        <p:grpSpPr>
          <a:xfrm>
            <a:off x="8569013" y="6204950"/>
            <a:ext cx="3344164" cy="466096"/>
            <a:chOff x="7637775" y="5530041"/>
            <a:chExt cx="4000129" cy="646029"/>
          </a:xfrm>
        </p:grpSpPr>
        <p:sp>
          <p:nvSpPr>
            <p:cNvPr id="7" name="任意多边形 6"/>
            <p:cNvSpPr/>
            <p:nvPr/>
          </p:nvSpPr>
          <p:spPr>
            <a:xfrm>
              <a:off x="7637775" y="6096678"/>
              <a:ext cx="2494104" cy="79392"/>
            </a:xfrm>
            <a:custGeom>
              <a:avLst/>
              <a:gdLst>
                <a:gd name="connsiteX0" fmla="*/ 2569580 w 2569580"/>
                <a:gd name="connsiteY0" fmla="*/ 13982 h 95004"/>
                <a:gd name="connsiteX1" fmla="*/ 2187616 w 2569580"/>
                <a:gd name="connsiteY1" fmla="*/ 13982 h 95004"/>
                <a:gd name="connsiteX2" fmla="*/ 2118167 w 2569580"/>
                <a:gd name="connsiteY2" fmla="*/ 37131 h 95004"/>
                <a:gd name="connsiteX3" fmla="*/ 1481560 w 2569580"/>
                <a:gd name="connsiteY3" fmla="*/ 60280 h 95004"/>
                <a:gd name="connsiteX4" fmla="*/ 1388962 w 2569580"/>
                <a:gd name="connsiteY4" fmla="*/ 71855 h 95004"/>
                <a:gd name="connsiteX5" fmla="*/ 1307940 w 2569580"/>
                <a:gd name="connsiteY5" fmla="*/ 83430 h 95004"/>
                <a:gd name="connsiteX6" fmla="*/ 844952 w 2569580"/>
                <a:gd name="connsiteY6" fmla="*/ 71855 h 95004"/>
                <a:gd name="connsiteX7" fmla="*/ 775504 w 2569580"/>
                <a:gd name="connsiteY7" fmla="*/ 48706 h 95004"/>
                <a:gd name="connsiteX8" fmla="*/ 740780 w 2569580"/>
                <a:gd name="connsiteY8" fmla="*/ 37131 h 95004"/>
                <a:gd name="connsiteX9" fmla="*/ 254643 w 2569580"/>
                <a:gd name="connsiteY9" fmla="*/ 48706 h 95004"/>
                <a:gd name="connsiteX10" fmla="*/ 219919 w 2569580"/>
                <a:gd name="connsiteY10" fmla="*/ 60280 h 95004"/>
                <a:gd name="connsiteX11" fmla="*/ 196770 w 2569580"/>
                <a:gd name="connsiteY11" fmla="*/ 95004 h 95004"/>
                <a:gd name="connsiteX12" fmla="*/ 0 w 2569580"/>
                <a:gd name="connsiteY12" fmla="*/ 83430 h 95004"/>
                <a:gd name="connsiteX0" fmla="*/ 2541747 w 2541747"/>
                <a:gd name="connsiteY0" fmla="*/ 13982 h 95004"/>
                <a:gd name="connsiteX1" fmla="*/ 2159783 w 2541747"/>
                <a:gd name="connsiteY1" fmla="*/ 13982 h 95004"/>
                <a:gd name="connsiteX2" fmla="*/ 2090334 w 2541747"/>
                <a:gd name="connsiteY2" fmla="*/ 37131 h 95004"/>
                <a:gd name="connsiteX3" fmla="*/ 1453727 w 2541747"/>
                <a:gd name="connsiteY3" fmla="*/ 60280 h 95004"/>
                <a:gd name="connsiteX4" fmla="*/ 1361129 w 2541747"/>
                <a:gd name="connsiteY4" fmla="*/ 71855 h 95004"/>
                <a:gd name="connsiteX5" fmla="*/ 1280107 w 2541747"/>
                <a:gd name="connsiteY5" fmla="*/ 83430 h 95004"/>
                <a:gd name="connsiteX6" fmla="*/ 817119 w 2541747"/>
                <a:gd name="connsiteY6" fmla="*/ 71855 h 95004"/>
                <a:gd name="connsiteX7" fmla="*/ 747671 w 2541747"/>
                <a:gd name="connsiteY7" fmla="*/ 48706 h 95004"/>
                <a:gd name="connsiteX8" fmla="*/ 712947 w 2541747"/>
                <a:gd name="connsiteY8" fmla="*/ 37131 h 95004"/>
                <a:gd name="connsiteX9" fmla="*/ 226810 w 2541747"/>
                <a:gd name="connsiteY9" fmla="*/ 48706 h 95004"/>
                <a:gd name="connsiteX10" fmla="*/ 192086 w 2541747"/>
                <a:gd name="connsiteY10" fmla="*/ 60280 h 95004"/>
                <a:gd name="connsiteX11" fmla="*/ 168937 w 2541747"/>
                <a:gd name="connsiteY11" fmla="*/ 95004 h 95004"/>
                <a:gd name="connsiteX12" fmla="*/ 0 w 2541747"/>
                <a:gd name="connsiteY12" fmla="*/ 24815 h 95004"/>
                <a:gd name="connsiteX0" fmla="*/ 2541747 w 2541747"/>
                <a:gd name="connsiteY0" fmla="*/ 13982 h 95004"/>
                <a:gd name="connsiteX1" fmla="*/ 2159783 w 2541747"/>
                <a:gd name="connsiteY1" fmla="*/ 13982 h 95004"/>
                <a:gd name="connsiteX2" fmla="*/ 2090334 w 2541747"/>
                <a:gd name="connsiteY2" fmla="*/ 37131 h 95004"/>
                <a:gd name="connsiteX3" fmla="*/ 1453727 w 2541747"/>
                <a:gd name="connsiteY3" fmla="*/ 60280 h 95004"/>
                <a:gd name="connsiteX4" fmla="*/ 1361129 w 2541747"/>
                <a:gd name="connsiteY4" fmla="*/ 71855 h 95004"/>
                <a:gd name="connsiteX5" fmla="*/ 1280107 w 2541747"/>
                <a:gd name="connsiteY5" fmla="*/ 83430 h 95004"/>
                <a:gd name="connsiteX6" fmla="*/ 817119 w 2541747"/>
                <a:gd name="connsiteY6" fmla="*/ 71855 h 95004"/>
                <a:gd name="connsiteX7" fmla="*/ 747671 w 2541747"/>
                <a:gd name="connsiteY7" fmla="*/ 48706 h 95004"/>
                <a:gd name="connsiteX8" fmla="*/ 712947 w 2541747"/>
                <a:gd name="connsiteY8" fmla="*/ 37131 h 95004"/>
                <a:gd name="connsiteX9" fmla="*/ 226810 w 2541747"/>
                <a:gd name="connsiteY9" fmla="*/ 48706 h 95004"/>
                <a:gd name="connsiteX10" fmla="*/ 192086 w 2541747"/>
                <a:gd name="connsiteY10" fmla="*/ 60280 h 95004"/>
                <a:gd name="connsiteX11" fmla="*/ 168937 w 2541747"/>
                <a:gd name="connsiteY11" fmla="*/ 95004 h 95004"/>
                <a:gd name="connsiteX12" fmla="*/ 0 w 2541747"/>
                <a:gd name="connsiteY12" fmla="*/ 24815 h 95004"/>
                <a:gd name="connsiteX0" fmla="*/ 2537771 w 2537771"/>
                <a:gd name="connsiteY0" fmla="*/ 13982 h 95004"/>
                <a:gd name="connsiteX1" fmla="*/ 2155807 w 2537771"/>
                <a:gd name="connsiteY1" fmla="*/ 13982 h 95004"/>
                <a:gd name="connsiteX2" fmla="*/ 2086358 w 2537771"/>
                <a:gd name="connsiteY2" fmla="*/ 37131 h 95004"/>
                <a:gd name="connsiteX3" fmla="*/ 1449751 w 2537771"/>
                <a:gd name="connsiteY3" fmla="*/ 60280 h 95004"/>
                <a:gd name="connsiteX4" fmla="*/ 1357153 w 2537771"/>
                <a:gd name="connsiteY4" fmla="*/ 71855 h 95004"/>
                <a:gd name="connsiteX5" fmla="*/ 1276131 w 2537771"/>
                <a:gd name="connsiteY5" fmla="*/ 83430 h 95004"/>
                <a:gd name="connsiteX6" fmla="*/ 813143 w 2537771"/>
                <a:gd name="connsiteY6" fmla="*/ 71855 h 95004"/>
                <a:gd name="connsiteX7" fmla="*/ 743695 w 2537771"/>
                <a:gd name="connsiteY7" fmla="*/ 48706 h 95004"/>
                <a:gd name="connsiteX8" fmla="*/ 708971 w 2537771"/>
                <a:gd name="connsiteY8" fmla="*/ 37131 h 95004"/>
                <a:gd name="connsiteX9" fmla="*/ 222834 w 2537771"/>
                <a:gd name="connsiteY9" fmla="*/ 48706 h 95004"/>
                <a:gd name="connsiteX10" fmla="*/ 188110 w 2537771"/>
                <a:gd name="connsiteY10" fmla="*/ 60280 h 95004"/>
                <a:gd name="connsiteX11" fmla="*/ 164961 w 2537771"/>
                <a:gd name="connsiteY11" fmla="*/ 95004 h 95004"/>
                <a:gd name="connsiteX12" fmla="*/ 0 w 2537771"/>
                <a:gd name="connsiteY12" fmla="*/ 1369 h 95004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22834 w 2537771"/>
                <a:gd name="connsiteY9" fmla="*/ 48706 h 83430"/>
                <a:gd name="connsiteX10" fmla="*/ 188110 w 2537771"/>
                <a:gd name="connsiteY10" fmla="*/ 60280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54643 w 2537771"/>
                <a:gd name="connsiteY9" fmla="*/ 72152 h 83430"/>
                <a:gd name="connsiteX10" fmla="*/ 188110 w 2537771"/>
                <a:gd name="connsiteY10" fmla="*/ 60280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605592 w 2537771"/>
                <a:gd name="connsiteY8" fmla="*/ 60577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7671 w 2537771"/>
                <a:gd name="connsiteY7" fmla="*/ 60429 h 83430"/>
                <a:gd name="connsiteX8" fmla="*/ 605592 w 2537771"/>
                <a:gd name="connsiteY8" fmla="*/ 60577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7671 w 2537771"/>
                <a:gd name="connsiteY7" fmla="*/ 60429 h 83430"/>
                <a:gd name="connsiteX8" fmla="*/ 526070 w 2537771"/>
                <a:gd name="connsiteY8" fmla="*/ 33224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934"/>
                <a:gd name="connsiteX1" fmla="*/ 2155807 w 2537771"/>
                <a:gd name="connsiteY1" fmla="*/ 13982 h 83934"/>
                <a:gd name="connsiteX2" fmla="*/ 2086358 w 2537771"/>
                <a:gd name="connsiteY2" fmla="*/ 37131 h 83934"/>
                <a:gd name="connsiteX3" fmla="*/ 1449751 w 2537771"/>
                <a:gd name="connsiteY3" fmla="*/ 60280 h 83934"/>
                <a:gd name="connsiteX4" fmla="*/ 1357153 w 2537771"/>
                <a:gd name="connsiteY4" fmla="*/ 71855 h 83934"/>
                <a:gd name="connsiteX5" fmla="*/ 1276131 w 2537771"/>
                <a:gd name="connsiteY5" fmla="*/ 83430 h 83934"/>
                <a:gd name="connsiteX6" fmla="*/ 960259 w 2537771"/>
                <a:gd name="connsiteY6" fmla="*/ 79670 h 83934"/>
                <a:gd name="connsiteX7" fmla="*/ 747671 w 2537771"/>
                <a:gd name="connsiteY7" fmla="*/ 60429 h 83934"/>
                <a:gd name="connsiteX8" fmla="*/ 526070 w 2537771"/>
                <a:gd name="connsiteY8" fmla="*/ 33224 h 83934"/>
                <a:gd name="connsiteX9" fmla="*/ 254643 w 2537771"/>
                <a:gd name="connsiteY9" fmla="*/ 72152 h 83934"/>
                <a:gd name="connsiteX10" fmla="*/ 180158 w 2537771"/>
                <a:gd name="connsiteY10" fmla="*/ 48557 h 83934"/>
                <a:gd name="connsiteX11" fmla="*/ 93392 w 2537771"/>
                <a:gd name="connsiteY11" fmla="*/ 83281 h 83934"/>
                <a:gd name="connsiteX12" fmla="*/ 0 w 2537771"/>
                <a:gd name="connsiteY12" fmla="*/ 1369 h 83934"/>
                <a:gd name="connsiteX0" fmla="*/ 2537771 w 2537771"/>
                <a:gd name="connsiteY0" fmla="*/ 13982 h 83934"/>
                <a:gd name="connsiteX1" fmla="*/ 2155807 w 2537771"/>
                <a:gd name="connsiteY1" fmla="*/ 13982 h 83934"/>
                <a:gd name="connsiteX2" fmla="*/ 2086358 w 2537771"/>
                <a:gd name="connsiteY2" fmla="*/ 37131 h 83934"/>
                <a:gd name="connsiteX3" fmla="*/ 1449751 w 2537771"/>
                <a:gd name="connsiteY3" fmla="*/ 60280 h 83934"/>
                <a:gd name="connsiteX4" fmla="*/ 1357153 w 2537771"/>
                <a:gd name="connsiteY4" fmla="*/ 71855 h 83934"/>
                <a:gd name="connsiteX5" fmla="*/ 1276131 w 2537771"/>
                <a:gd name="connsiteY5" fmla="*/ 83430 h 83934"/>
                <a:gd name="connsiteX6" fmla="*/ 960259 w 2537771"/>
                <a:gd name="connsiteY6" fmla="*/ 79670 h 83934"/>
                <a:gd name="connsiteX7" fmla="*/ 747671 w 2537771"/>
                <a:gd name="connsiteY7" fmla="*/ 60429 h 83934"/>
                <a:gd name="connsiteX8" fmla="*/ 526070 w 2537771"/>
                <a:gd name="connsiteY8" fmla="*/ 33224 h 83934"/>
                <a:gd name="connsiteX9" fmla="*/ 254643 w 2537771"/>
                <a:gd name="connsiteY9" fmla="*/ 72152 h 83934"/>
                <a:gd name="connsiteX10" fmla="*/ 180158 w 2537771"/>
                <a:gd name="connsiteY10" fmla="*/ 48557 h 83934"/>
                <a:gd name="connsiteX11" fmla="*/ 93392 w 2537771"/>
                <a:gd name="connsiteY11" fmla="*/ 83281 h 83934"/>
                <a:gd name="connsiteX12" fmla="*/ 0 w 2537771"/>
                <a:gd name="connsiteY12" fmla="*/ 1369 h 83934"/>
                <a:gd name="connsiteX0" fmla="*/ 2537771 w 2537771"/>
                <a:gd name="connsiteY0" fmla="*/ 13982 h 85357"/>
                <a:gd name="connsiteX1" fmla="*/ 2155807 w 2537771"/>
                <a:gd name="connsiteY1" fmla="*/ 13982 h 85357"/>
                <a:gd name="connsiteX2" fmla="*/ 2086358 w 2537771"/>
                <a:gd name="connsiteY2" fmla="*/ 37131 h 85357"/>
                <a:gd name="connsiteX3" fmla="*/ 1449751 w 2537771"/>
                <a:gd name="connsiteY3" fmla="*/ 60280 h 85357"/>
                <a:gd name="connsiteX4" fmla="*/ 1365106 w 2537771"/>
                <a:gd name="connsiteY4" fmla="*/ 52317 h 85357"/>
                <a:gd name="connsiteX5" fmla="*/ 1276131 w 2537771"/>
                <a:gd name="connsiteY5" fmla="*/ 83430 h 85357"/>
                <a:gd name="connsiteX6" fmla="*/ 960259 w 2537771"/>
                <a:gd name="connsiteY6" fmla="*/ 79670 h 85357"/>
                <a:gd name="connsiteX7" fmla="*/ 747671 w 2537771"/>
                <a:gd name="connsiteY7" fmla="*/ 60429 h 85357"/>
                <a:gd name="connsiteX8" fmla="*/ 526070 w 2537771"/>
                <a:gd name="connsiteY8" fmla="*/ 33224 h 85357"/>
                <a:gd name="connsiteX9" fmla="*/ 254643 w 2537771"/>
                <a:gd name="connsiteY9" fmla="*/ 72152 h 85357"/>
                <a:gd name="connsiteX10" fmla="*/ 180158 w 2537771"/>
                <a:gd name="connsiteY10" fmla="*/ 48557 h 85357"/>
                <a:gd name="connsiteX11" fmla="*/ 93392 w 2537771"/>
                <a:gd name="connsiteY11" fmla="*/ 83281 h 85357"/>
                <a:gd name="connsiteX12" fmla="*/ 0 w 2537771"/>
                <a:gd name="connsiteY12" fmla="*/ 1369 h 85357"/>
                <a:gd name="connsiteX0" fmla="*/ 2537771 w 2537771"/>
                <a:gd name="connsiteY0" fmla="*/ 13982 h 85357"/>
                <a:gd name="connsiteX1" fmla="*/ 2155807 w 2537771"/>
                <a:gd name="connsiteY1" fmla="*/ 13982 h 85357"/>
                <a:gd name="connsiteX2" fmla="*/ 2086358 w 2537771"/>
                <a:gd name="connsiteY2" fmla="*/ 37131 h 85357"/>
                <a:gd name="connsiteX3" fmla="*/ 1604819 w 2537771"/>
                <a:gd name="connsiteY3" fmla="*/ 72003 h 85357"/>
                <a:gd name="connsiteX4" fmla="*/ 1365106 w 2537771"/>
                <a:gd name="connsiteY4" fmla="*/ 52317 h 85357"/>
                <a:gd name="connsiteX5" fmla="*/ 1276131 w 2537771"/>
                <a:gd name="connsiteY5" fmla="*/ 83430 h 85357"/>
                <a:gd name="connsiteX6" fmla="*/ 960259 w 2537771"/>
                <a:gd name="connsiteY6" fmla="*/ 79670 h 85357"/>
                <a:gd name="connsiteX7" fmla="*/ 747671 w 2537771"/>
                <a:gd name="connsiteY7" fmla="*/ 60429 h 85357"/>
                <a:gd name="connsiteX8" fmla="*/ 526070 w 2537771"/>
                <a:gd name="connsiteY8" fmla="*/ 33224 h 85357"/>
                <a:gd name="connsiteX9" fmla="*/ 254643 w 2537771"/>
                <a:gd name="connsiteY9" fmla="*/ 72152 h 85357"/>
                <a:gd name="connsiteX10" fmla="*/ 180158 w 2537771"/>
                <a:gd name="connsiteY10" fmla="*/ 48557 h 85357"/>
                <a:gd name="connsiteX11" fmla="*/ 93392 w 2537771"/>
                <a:gd name="connsiteY11" fmla="*/ 83281 h 85357"/>
                <a:gd name="connsiteX12" fmla="*/ 0 w 2537771"/>
                <a:gd name="connsiteY12" fmla="*/ 1369 h 85357"/>
                <a:gd name="connsiteX0" fmla="*/ 2537771 w 2537771"/>
                <a:gd name="connsiteY0" fmla="*/ 13982 h 83281"/>
                <a:gd name="connsiteX1" fmla="*/ 2155807 w 2537771"/>
                <a:gd name="connsiteY1" fmla="*/ 13982 h 83281"/>
                <a:gd name="connsiteX2" fmla="*/ 2086358 w 2537771"/>
                <a:gd name="connsiteY2" fmla="*/ 37131 h 83281"/>
                <a:gd name="connsiteX3" fmla="*/ 1604819 w 2537771"/>
                <a:gd name="connsiteY3" fmla="*/ 72003 h 83281"/>
                <a:gd name="connsiteX4" fmla="*/ 1365106 w 2537771"/>
                <a:gd name="connsiteY4" fmla="*/ 52317 h 83281"/>
                <a:gd name="connsiteX5" fmla="*/ 1188657 w 2537771"/>
                <a:gd name="connsiteY5" fmla="*/ 71707 h 83281"/>
                <a:gd name="connsiteX6" fmla="*/ 960259 w 2537771"/>
                <a:gd name="connsiteY6" fmla="*/ 79670 h 83281"/>
                <a:gd name="connsiteX7" fmla="*/ 747671 w 2537771"/>
                <a:gd name="connsiteY7" fmla="*/ 60429 h 83281"/>
                <a:gd name="connsiteX8" fmla="*/ 526070 w 2537771"/>
                <a:gd name="connsiteY8" fmla="*/ 33224 h 83281"/>
                <a:gd name="connsiteX9" fmla="*/ 254643 w 2537771"/>
                <a:gd name="connsiteY9" fmla="*/ 72152 h 83281"/>
                <a:gd name="connsiteX10" fmla="*/ 180158 w 2537771"/>
                <a:gd name="connsiteY10" fmla="*/ 48557 h 83281"/>
                <a:gd name="connsiteX11" fmla="*/ 93392 w 2537771"/>
                <a:gd name="connsiteY11" fmla="*/ 83281 h 83281"/>
                <a:gd name="connsiteX12" fmla="*/ 0 w 2537771"/>
                <a:gd name="connsiteY12" fmla="*/ 1369 h 83281"/>
                <a:gd name="connsiteX0" fmla="*/ 2537771 w 2537771"/>
                <a:gd name="connsiteY0" fmla="*/ 12613 h 81912"/>
                <a:gd name="connsiteX1" fmla="*/ 2191592 w 2537771"/>
                <a:gd name="connsiteY1" fmla="*/ 39967 h 81912"/>
                <a:gd name="connsiteX2" fmla="*/ 2086358 w 2537771"/>
                <a:gd name="connsiteY2" fmla="*/ 35762 h 81912"/>
                <a:gd name="connsiteX3" fmla="*/ 1604819 w 2537771"/>
                <a:gd name="connsiteY3" fmla="*/ 70634 h 81912"/>
                <a:gd name="connsiteX4" fmla="*/ 1365106 w 2537771"/>
                <a:gd name="connsiteY4" fmla="*/ 50948 h 81912"/>
                <a:gd name="connsiteX5" fmla="*/ 1188657 w 2537771"/>
                <a:gd name="connsiteY5" fmla="*/ 70338 h 81912"/>
                <a:gd name="connsiteX6" fmla="*/ 960259 w 2537771"/>
                <a:gd name="connsiteY6" fmla="*/ 78301 h 81912"/>
                <a:gd name="connsiteX7" fmla="*/ 747671 w 2537771"/>
                <a:gd name="connsiteY7" fmla="*/ 59060 h 81912"/>
                <a:gd name="connsiteX8" fmla="*/ 526070 w 2537771"/>
                <a:gd name="connsiteY8" fmla="*/ 31855 h 81912"/>
                <a:gd name="connsiteX9" fmla="*/ 254643 w 2537771"/>
                <a:gd name="connsiteY9" fmla="*/ 70783 h 81912"/>
                <a:gd name="connsiteX10" fmla="*/ 180158 w 2537771"/>
                <a:gd name="connsiteY10" fmla="*/ 47188 h 81912"/>
                <a:gd name="connsiteX11" fmla="*/ 93392 w 2537771"/>
                <a:gd name="connsiteY11" fmla="*/ 81912 h 81912"/>
                <a:gd name="connsiteX12" fmla="*/ 0 w 2537771"/>
                <a:gd name="connsiteY12" fmla="*/ 0 h 81912"/>
                <a:gd name="connsiteX0" fmla="*/ 2537771 w 2537771"/>
                <a:gd name="connsiteY0" fmla="*/ 12613 h 81912"/>
                <a:gd name="connsiteX1" fmla="*/ 2191592 w 2537771"/>
                <a:gd name="connsiteY1" fmla="*/ 39967 h 81912"/>
                <a:gd name="connsiteX2" fmla="*/ 2054548 w 2537771"/>
                <a:gd name="connsiteY2" fmla="*/ 27946 h 81912"/>
                <a:gd name="connsiteX3" fmla="*/ 1604819 w 2537771"/>
                <a:gd name="connsiteY3" fmla="*/ 70634 h 81912"/>
                <a:gd name="connsiteX4" fmla="*/ 1365106 w 2537771"/>
                <a:gd name="connsiteY4" fmla="*/ 50948 h 81912"/>
                <a:gd name="connsiteX5" fmla="*/ 1188657 w 2537771"/>
                <a:gd name="connsiteY5" fmla="*/ 70338 h 81912"/>
                <a:gd name="connsiteX6" fmla="*/ 960259 w 2537771"/>
                <a:gd name="connsiteY6" fmla="*/ 78301 h 81912"/>
                <a:gd name="connsiteX7" fmla="*/ 747671 w 2537771"/>
                <a:gd name="connsiteY7" fmla="*/ 59060 h 81912"/>
                <a:gd name="connsiteX8" fmla="*/ 526070 w 2537771"/>
                <a:gd name="connsiteY8" fmla="*/ 31855 h 81912"/>
                <a:gd name="connsiteX9" fmla="*/ 254643 w 2537771"/>
                <a:gd name="connsiteY9" fmla="*/ 70783 h 81912"/>
                <a:gd name="connsiteX10" fmla="*/ 180158 w 2537771"/>
                <a:gd name="connsiteY10" fmla="*/ 47188 h 81912"/>
                <a:gd name="connsiteX11" fmla="*/ 93392 w 2537771"/>
                <a:gd name="connsiteY11" fmla="*/ 81912 h 81912"/>
                <a:gd name="connsiteX12" fmla="*/ 0 w 2537771"/>
                <a:gd name="connsiteY12" fmla="*/ 0 h 81912"/>
                <a:gd name="connsiteX0" fmla="*/ 2537771 w 2537771"/>
                <a:gd name="connsiteY0" fmla="*/ 12613 h 79392"/>
                <a:gd name="connsiteX1" fmla="*/ 2191592 w 2537771"/>
                <a:gd name="connsiteY1" fmla="*/ 39967 h 79392"/>
                <a:gd name="connsiteX2" fmla="*/ 2054548 w 2537771"/>
                <a:gd name="connsiteY2" fmla="*/ 27946 h 79392"/>
                <a:gd name="connsiteX3" fmla="*/ 1604819 w 2537771"/>
                <a:gd name="connsiteY3" fmla="*/ 70634 h 79392"/>
                <a:gd name="connsiteX4" fmla="*/ 1365106 w 2537771"/>
                <a:gd name="connsiteY4" fmla="*/ 50948 h 79392"/>
                <a:gd name="connsiteX5" fmla="*/ 1188657 w 2537771"/>
                <a:gd name="connsiteY5" fmla="*/ 70338 h 79392"/>
                <a:gd name="connsiteX6" fmla="*/ 960259 w 2537771"/>
                <a:gd name="connsiteY6" fmla="*/ 78301 h 79392"/>
                <a:gd name="connsiteX7" fmla="*/ 747671 w 2537771"/>
                <a:gd name="connsiteY7" fmla="*/ 59060 h 79392"/>
                <a:gd name="connsiteX8" fmla="*/ 526070 w 2537771"/>
                <a:gd name="connsiteY8" fmla="*/ 31855 h 79392"/>
                <a:gd name="connsiteX9" fmla="*/ 254643 w 2537771"/>
                <a:gd name="connsiteY9" fmla="*/ 70783 h 79392"/>
                <a:gd name="connsiteX10" fmla="*/ 180158 w 2537771"/>
                <a:gd name="connsiteY10" fmla="*/ 47188 h 79392"/>
                <a:gd name="connsiteX11" fmla="*/ 105320 w 2537771"/>
                <a:gd name="connsiteY11" fmla="*/ 62373 h 79392"/>
                <a:gd name="connsiteX12" fmla="*/ 0 w 2537771"/>
                <a:gd name="connsiteY12" fmla="*/ 0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7771" h="79392">
                  <a:moveTo>
                    <a:pt x="2537771" y="12613"/>
                  </a:moveTo>
                  <a:cubicBezTo>
                    <a:pt x="2372259" y="-2434"/>
                    <a:pt x="2272129" y="37412"/>
                    <a:pt x="2191592" y="39967"/>
                  </a:cubicBezTo>
                  <a:cubicBezTo>
                    <a:pt x="2111055" y="42522"/>
                    <a:pt x="2152344" y="22835"/>
                    <a:pt x="2054548" y="27946"/>
                  </a:cubicBezTo>
                  <a:cubicBezTo>
                    <a:pt x="1956753" y="33057"/>
                    <a:pt x="2056264" y="56072"/>
                    <a:pt x="1604819" y="70634"/>
                  </a:cubicBezTo>
                  <a:cubicBezTo>
                    <a:pt x="1524915" y="64072"/>
                    <a:pt x="1434466" y="50997"/>
                    <a:pt x="1365106" y="50948"/>
                  </a:cubicBezTo>
                  <a:cubicBezTo>
                    <a:pt x="1295746" y="50899"/>
                    <a:pt x="1256132" y="65779"/>
                    <a:pt x="1188657" y="70338"/>
                  </a:cubicBezTo>
                  <a:cubicBezTo>
                    <a:pt x="1121183" y="74897"/>
                    <a:pt x="1114588" y="82159"/>
                    <a:pt x="960259" y="78301"/>
                  </a:cubicBezTo>
                  <a:cubicBezTo>
                    <a:pt x="937110" y="70585"/>
                    <a:pt x="820036" y="66801"/>
                    <a:pt x="747671" y="59060"/>
                  </a:cubicBezTo>
                  <a:cubicBezTo>
                    <a:pt x="675306" y="51319"/>
                    <a:pt x="608241" y="29901"/>
                    <a:pt x="526070" y="31855"/>
                  </a:cubicBezTo>
                  <a:cubicBezTo>
                    <a:pt x="443899" y="33809"/>
                    <a:pt x="312295" y="68228"/>
                    <a:pt x="254643" y="70783"/>
                  </a:cubicBezTo>
                  <a:cubicBezTo>
                    <a:pt x="196991" y="73338"/>
                    <a:pt x="205045" y="48590"/>
                    <a:pt x="180158" y="47188"/>
                  </a:cubicBezTo>
                  <a:cubicBezTo>
                    <a:pt x="155271" y="45786"/>
                    <a:pt x="113036" y="50798"/>
                    <a:pt x="105320" y="62373"/>
                  </a:cubicBezTo>
                  <a:cubicBezTo>
                    <a:pt x="49008" y="38977"/>
                    <a:pt x="8599" y="82012"/>
                    <a:pt x="0" y="0"/>
                  </a:cubicBezTo>
                </a:path>
              </a:pathLst>
            </a:custGeom>
            <a:noFill/>
            <a:ln w="34925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" name="Freeform 118"/>
            <p:cNvSpPr>
              <a:spLocks noEditPoints="1"/>
            </p:cNvSpPr>
            <p:nvPr/>
          </p:nvSpPr>
          <p:spPr bwMode="auto">
            <a:xfrm flipH="1">
              <a:off x="10124063" y="5530041"/>
              <a:ext cx="1513841" cy="619089"/>
            </a:xfrm>
            <a:custGeom>
              <a:avLst/>
              <a:gdLst>
                <a:gd name="T0" fmla="*/ 250 w 257"/>
                <a:gd name="T1" fmla="*/ 87 h 92"/>
                <a:gd name="T2" fmla="*/ 215 w 257"/>
                <a:gd name="T3" fmla="*/ 84 h 92"/>
                <a:gd name="T4" fmla="*/ 204 w 257"/>
                <a:gd name="T5" fmla="*/ 87 h 92"/>
                <a:gd name="T6" fmla="*/ 146 w 257"/>
                <a:gd name="T7" fmla="*/ 88 h 92"/>
                <a:gd name="T8" fmla="*/ 116 w 257"/>
                <a:gd name="T9" fmla="*/ 85 h 92"/>
                <a:gd name="T10" fmla="*/ 54 w 257"/>
                <a:gd name="T11" fmla="*/ 54 h 92"/>
                <a:gd name="T12" fmla="*/ 2 w 257"/>
                <a:gd name="T13" fmla="*/ 30 h 92"/>
                <a:gd name="T14" fmla="*/ 16 w 257"/>
                <a:gd name="T15" fmla="*/ 0 h 92"/>
                <a:gd name="T16" fmla="*/ 42 w 257"/>
                <a:gd name="T17" fmla="*/ 12 h 92"/>
                <a:gd name="T18" fmla="*/ 78 w 257"/>
                <a:gd name="T19" fmla="*/ 31 h 92"/>
                <a:gd name="T20" fmla="*/ 134 w 257"/>
                <a:gd name="T21" fmla="*/ 61 h 92"/>
                <a:gd name="T22" fmla="*/ 171 w 257"/>
                <a:gd name="T23" fmla="*/ 84 h 92"/>
                <a:gd name="T24" fmla="*/ 186 w 257"/>
                <a:gd name="T25" fmla="*/ 72 h 92"/>
                <a:gd name="T26" fmla="*/ 206 w 257"/>
                <a:gd name="T27" fmla="*/ 71 h 92"/>
                <a:gd name="T28" fmla="*/ 225 w 257"/>
                <a:gd name="T29" fmla="*/ 79 h 92"/>
                <a:gd name="T30" fmla="*/ 254 w 257"/>
                <a:gd name="T31" fmla="*/ 82 h 92"/>
                <a:gd name="T32" fmla="*/ 237 w 257"/>
                <a:gd name="T33" fmla="*/ 80 h 92"/>
                <a:gd name="T34" fmla="*/ 217 w 257"/>
                <a:gd name="T35" fmla="*/ 82 h 92"/>
                <a:gd name="T36" fmla="*/ 244 w 257"/>
                <a:gd name="T37" fmla="*/ 82 h 92"/>
                <a:gd name="T38" fmla="*/ 187 w 257"/>
                <a:gd name="T39" fmla="*/ 70 h 92"/>
                <a:gd name="T40" fmla="*/ 188 w 257"/>
                <a:gd name="T41" fmla="*/ 86 h 92"/>
                <a:gd name="T42" fmla="*/ 158 w 257"/>
                <a:gd name="T43" fmla="*/ 84 h 92"/>
                <a:gd name="T44" fmla="*/ 172 w 257"/>
                <a:gd name="T45" fmla="*/ 87 h 92"/>
                <a:gd name="T46" fmla="*/ 195 w 257"/>
                <a:gd name="T47" fmla="*/ 74 h 92"/>
                <a:gd name="T48" fmla="*/ 202 w 257"/>
                <a:gd name="T49" fmla="*/ 72 h 92"/>
                <a:gd name="T50" fmla="*/ 211 w 257"/>
                <a:gd name="T51" fmla="*/ 78 h 92"/>
                <a:gd name="T52" fmla="*/ 148 w 257"/>
                <a:gd name="T53" fmla="*/ 85 h 92"/>
                <a:gd name="T54" fmla="*/ 132 w 257"/>
                <a:gd name="T55" fmla="*/ 72 h 92"/>
                <a:gd name="T56" fmla="*/ 139 w 257"/>
                <a:gd name="T57" fmla="*/ 85 h 92"/>
                <a:gd name="T58" fmla="*/ 122 w 257"/>
                <a:gd name="T59" fmla="*/ 58 h 92"/>
                <a:gd name="T60" fmla="*/ 130 w 257"/>
                <a:gd name="T61" fmla="*/ 71 h 92"/>
                <a:gd name="T62" fmla="*/ 70 w 257"/>
                <a:gd name="T63" fmla="*/ 56 h 92"/>
                <a:gd name="T64" fmla="*/ 110 w 257"/>
                <a:gd name="T65" fmla="*/ 76 h 92"/>
                <a:gd name="T66" fmla="*/ 120 w 257"/>
                <a:gd name="T67" fmla="*/ 57 h 92"/>
                <a:gd name="T68" fmla="*/ 74 w 257"/>
                <a:gd name="T69" fmla="*/ 31 h 92"/>
                <a:gd name="T70" fmla="*/ 111 w 257"/>
                <a:gd name="T71" fmla="*/ 55 h 92"/>
                <a:gd name="T72" fmla="*/ 91 w 257"/>
                <a:gd name="T73" fmla="*/ 60 h 92"/>
                <a:gd name="T74" fmla="*/ 53 w 257"/>
                <a:gd name="T75" fmla="*/ 37 h 92"/>
                <a:gd name="T76" fmla="*/ 34 w 257"/>
                <a:gd name="T77" fmla="*/ 10 h 92"/>
                <a:gd name="T78" fmla="*/ 112 w 257"/>
                <a:gd name="T79" fmla="*/ 59 h 92"/>
                <a:gd name="T80" fmla="*/ 77 w 257"/>
                <a:gd name="T81" fmla="*/ 39 h 92"/>
                <a:gd name="T82" fmla="*/ 49 w 257"/>
                <a:gd name="T83" fmla="*/ 22 h 92"/>
                <a:gd name="T84" fmla="*/ 58 w 257"/>
                <a:gd name="T85" fmla="*/ 39 h 92"/>
                <a:gd name="T86" fmla="*/ 113 w 257"/>
                <a:gd name="T87" fmla="*/ 60 h 92"/>
                <a:gd name="T88" fmla="*/ 110 w 257"/>
                <a:gd name="T89" fmla="*/ 78 h 92"/>
                <a:gd name="T90" fmla="*/ 67 w 257"/>
                <a:gd name="T91" fmla="*/ 57 h 92"/>
                <a:gd name="T92" fmla="*/ 21 w 257"/>
                <a:gd name="T93" fmla="*/ 38 h 92"/>
                <a:gd name="T94" fmla="*/ 102 w 257"/>
                <a:gd name="T95" fmla="*/ 75 h 92"/>
                <a:gd name="T96" fmla="*/ 32 w 257"/>
                <a:gd name="T97" fmla="*/ 8 h 92"/>
                <a:gd name="T98" fmla="*/ 18 w 257"/>
                <a:gd name="T99" fmla="*/ 37 h 92"/>
                <a:gd name="T100" fmla="*/ 8 w 257"/>
                <a:gd name="T101" fmla="*/ 9 h 92"/>
                <a:gd name="T102" fmla="*/ 7 w 257"/>
                <a:gd name="T103" fmla="*/ 28 h 92"/>
                <a:gd name="T104" fmla="*/ 20 w 257"/>
                <a:gd name="T105" fmla="*/ 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57" h="92">
                  <a:moveTo>
                    <a:pt x="256" y="83"/>
                  </a:moveTo>
                  <a:cubicBezTo>
                    <a:pt x="256" y="84"/>
                    <a:pt x="257" y="87"/>
                    <a:pt x="256" y="89"/>
                  </a:cubicBezTo>
                  <a:cubicBezTo>
                    <a:pt x="253" y="89"/>
                    <a:pt x="253" y="88"/>
                    <a:pt x="250" y="87"/>
                  </a:cubicBezTo>
                  <a:cubicBezTo>
                    <a:pt x="244" y="86"/>
                    <a:pt x="238" y="83"/>
                    <a:pt x="231" y="84"/>
                  </a:cubicBezTo>
                  <a:cubicBezTo>
                    <a:pt x="229" y="84"/>
                    <a:pt x="227" y="86"/>
                    <a:pt x="225" y="86"/>
                  </a:cubicBezTo>
                  <a:cubicBezTo>
                    <a:pt x="221" y="86"/>
                    <a:pt x="219" y="84"/>
                    <a:pt x="215" y="84"/>
                  </a:cubicBezTo>
                  <a:cubicBezTo>
                    <a:pt x="212" y="82"/>
                    <a:pt x="208" y="79"/>
                    <a:pt x="205" y="76"/>
                  </a:cubicBezTo>
                  <a:cubicBezTo>
                    <a:pt x="206" y="79"/>
                    <a:pt x="208" y="81"/>
                    <a:pt x="208" y="84"/>
                  </a:cubicBezTo>
                  <a:cubicBezTo>
                    <a:pt x="207" y="86"/>
                    <a:pt x="205" y="86"/>
                    <a:pt x="204" y="87"/>
                  </a:cubicBezTo>
                  <a:cubicBezTo>
                    <a:pt x="196" y="87"/>
                    <a:pt x="189" y="90"/>
                    <a:pt x="183" y="91"/>
                  </a:cubicBezTo>
                  <a:cubicBezTo>
                    <a:pt x="172" y="91"/>
                    <a:pt x="163" y="85"/>
                    <a:pt x="152" y="86"/>
                  </a:cubicBezTo>
                  <a:cubicBezTo>
                    <a:pt x="150" y="87"/>
                    <a:pt x="148" y="88"/>
                    <a:pt x="146" y="88"/>
                  </a:cubicBezTo>
                  <a:cubicBezTo>
                    <a:pt x="142" y="88"/>
                    <a:pt x="138" y="87"/>
                    <a:pt x="134" y="87"/>
                  </a:cubicBezTo>
                  <a:cubicBezTo>
                    <a:pt x="130" y="87"/>
                    <a:pt x="125" y="86"/>
                    <a:pt x="121" y="86"/>
                  </a:cubicBezTo>
                  <a:cubicBezTo>
                    <a:pt x="119" y="87"/>
                    <a:pt x="117" y="87"/>
                    <a:pt x="116" y="85"/>
                  </a:cubicBezTo>
                  <a:cubicBezTo>
                    <a:pt x="105" y="79"/>
                    <a:pt x="94" y="73"/>
                    <a:pt x="83" y="67"/>
                  </a:cubicBezTo>
                  <a:cubicBezTo>
                    <a:pt x="79" y="65"/>
                    <a:pt x="76" y="63"/>
                    <a:pt x="72" y="61"/>
                  </a:cubicBezTo>
                  <a:cubicBezTo>
                    <a:pt x="66" y="59"/>
                    <a:pt x="60" y="57"/>
                    <a:pt x="54" y="54"/>
                  </a:cubicBezTo>
                  <a:cubicBezTo>
                    <a:pt x="43" y="49"/>
                    <a:pt x="31" y="46"/>
                    <a:pt x="21" y="40"/>
                  </a:cubicBezTo>
                  <a:cubicBezTo>
                    <a:pt x="17" y="38"/>
                    <a:pt x="12" y="36"/>
                    <a:pt x="8" y="34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4"/>
                  </a:cubicBezTo>
                  <a:cubicBezTo>
                    <a:pt x="0" y="18"/>
                    <a:pt x="5" y="9"/>
                    <a:pt x="8" y="5"/>
                  </a:cubicBezTo>
                  <a:cubicBezTo>
                    <a:pt x="10" y="3"/>
                    <a:pt x="13" y="1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6" y="3"/>
                    <a:pt x="33" y="7"/>
                    <a:pt x="39" y="10"/>
                  </a:cubicBezTo>
                  <a:cubicBezTo>
                    <a:pt x="40" y="11"/>
                    <a:pt x="41" y="11"/>
                    <a:pt x="42" y="12"/>
                  </a:cubicBezTo>
                  <a:cubicBezTo>
                    <a:pt x="45" y="13"/>
                    <a:pt x="48" y="15"/>
                    <a:pt x="52" y="17"/>
                  </a:cubicBezTo>
                  <a:cubicBezTo>
                    <a:pt x="58" y="20"/>
                    <a:pt x="64" y="23"/>
                    <a:pt x="70" y="26"/>
                  </a:cubicBezTo>
                  <a:cubicBezTo>
                    <a:pt x="73" y="28"/>
                    <a:pt x="75" y="30"/>
                    <a:pt x="78" y="31"/>
                  </a:cubicBezTo>
                  <a:cubicBezTo>
                    <a:pt x="91" y="39"/>
                    <a:pt x="104" y="46"/>
                    <a:pt x="117" y="53"/>
                  </a:cubicBezTo>
                  <a:cubicBezTo>
                    <a:pt x="120" y="55"/>
                    <a:pt x="123" y="56"/>
                    <a:pt x="126" y="57"/>
                  </a:cubicBezTo>
                  <a:cubicBezTo>
                    <a:pt x="128" y="59"/>
                    <a:pt x="131" y="61"/>
                    <a:pt x="134" y="61"/>
                  </a:cubicBezTo>
                  <a:cubicBezTo>
                    <a:pt x="139" y="68"/>
                    <a:pt x="145" y="74"/>
                    <a:pt x="150" y="82"/>
                  </a:cubicBezTo>
                  <a:cubicBezTo>
                    <a:pt x="153" y="81"/>
                    <a:pt x="157" y="82"/>
                    <a:pt x="162" y="82"/>
                  </a:cubicBezTo>
                  <a:cubicBezTo>
                    <a:pt x="165" y="82"/>
                    <a:pt x="168" y="83"/>
                    <a:pt x="171" y="84"/>
                  </a:cubicBezTo>
                  <a:cubicBezTo>
                    <a:pt x="176" y="84"/>
                    <a:pt x="181" y="84"/>
                    <a:pt x="185" y="84"/>
                  </a:cubicBezTo>
                  <a:cubicBezTo>
                    <a:pt x="191" y="85"/>
                    <a:pt x="196" y="83"/>
                    <a:pt x="200" y="80"/>
                  </a:cubicBezTo>
                  <a:cubicBezTo>
                    <a:pt x="198" y="75"/>
                    <a:pt x="188" y="78"/>
                    <a:pt x="186" y="72"/>
                  </a:cubicBezTo>
                  <a:cubicBezTo>
                    <a:pt x="185" y="67"/>
                    <a:pt x="190" y="65"/>
                    <a:pt x="195" y="66"/>
                  </a:cubicBezTo>
                  <a:cubicBezTo>
                    <a:pt x="196" y="66"/>
                    <a:pt x="197" y="66"/>
                    <a:pt x="198" y="67"/>
                  </a:cubicBezTo>
                  <a:cubicBezTo>
                    <a:pt x="201" y="68"/>
                    <a:pt x="203" y="70"/>
                    <a:pt x="206" y="71"/>
                  </a:cubicBezTo>
                  <a:cubicBezTo>
                    <a:pt x="208" y="73"/>
                    <a:pt x="211" y="76"/>
                    <a:pt x="213" y="77"/>
                  </a:cubicBezTo>
                  <a:cubicBezTo>
                    <a:pt x="214" y="78"/>
                    <a:pt x="216" y="78"/>
                    <a:pt x="218" y="79"/>
                  </a:cubicBezTo>
                  <a:cubicBezTo>
                    <a:pt x="221" y="80"/>
                    <a:pt x="222" y="80"/>
                    <a:pt x="225" y="79"/>
                  </a:cubicBezTo>
                  <a:cubicBezTo>
                    <a:pt x="228" y="79"/>
                    <a:pt x="232" y="78"/>
                    <a:pt x="235" y="78"/>
                  </a:cubicBezTo>
                  <a:cubicBezTo>
                    <a:pt x="238" y="78"/>
                    <a:pt x="242" y="80"/>
                    <a:pt x="246" y="81"/>
                  </a:cubicBezTo>
                  <a:cubicBezTo>
                    <a:pt x="249" y="82"/>
                    <a:pt x="253" y="82"/>
                    <a:pt x="254" y="82"/>
                  </a:cubicBezTo>
                  <a:cubicBezTo>
                    <a:pt x="255" y="83"/>
                    <a:pt x="255" y="82"/>
                    <a:pt x="256" y="83"/>
                  </a:cubicBezTo>
                  <a:close/>
                  <a:moveTo>
                    <a:pt x="244" y="82"/>
                  </a:moveTo>
                  <a:cubicBezTo>
                    <a:pt x="242" y="82"/>
                    <a:pt x="239" y="81"/>
                    <a:pt x="237" y="80"/>
                  </a:cubicBezTo>
                  <a:cubicBezTo>
                    <a:pt x="231" y="80"/>
                    <a:pt x="226" y="82"/>
                    <a:pt x="221" y="82"/>
                  </a:cubicBezTo>
                  <a:cubicBezTo>
                    <a:pt x="217" y="81"/>
                    <a:pt x="215" y="80"/>
                    <a:pt x="212" y="79"/>
                  </a:cubicBezTo>
                  <a:cubicBezTo>
                    <a:pt x="213" y="80"/>
                    <a:pt x="215" y="82"/>
                    <a:pt x="217" y="82"/>
                  </a:cubicBezTo>
                  <a:cubicBezTo>
                    <a:pt x="223" y="84"/>
                    <a:pt x="227" y="82"/>
                    <a:pt x="232" y="82"/>
                  </a:cubicBezTo>
                  <a:cubicBezTo>
                    <a:pt x="241" y="81"/>
                    <a:pt x="247" y="85"/>
                    <a:pt x="254" y="86"/>
                  </a:cubicBezTo>
                  <a:cubicBezTo>
                    <a:pt x="254" y="82"/>
                    <a:pt x="249" y="83"/>
                    <a:pt x="244" y="82"/>
                  </a:cubicBezTo>
                  <a:close/>
                  <a:moveTo>
                    <a:pt x="205" y="74"/>
                  </a:moveTo>
                  <a:cubicBezTo>
                    <a:pt x="204" y="71"/>
                    <a:pt x="201" y="70"/>
                    <a:pt x="198" y="69"/>
                  </a:cubicBezTo>
                  <a:cubicBezTo>
                    <a:pt x="195" y="68"/>
                    <a:pt x="188" y="65"/>
                    <a:pt x="187" y="70"/>
                  </a:cubicBezTo>
                  <a:cubicBezTo>
                    <a:pt x="187" y="75"/>
                    <a:pt x="194" y="74"/>
                    <a:pt x="198" y="76"/>
                  </a:cubicBezTo>
                  <a:cubicBezTo>
                    <a:pt x="200" y="76"/>
                    <a:pt x="203" y="79"/>
                    <a:pt x="203" y="81"/>
                  </a:cubicBezTo>
                  <a:cubicBezTo>
                    <a:pt x="202" y="83"/>
                    <a:pt x="192" y="86"/>
                    <a:pt x="188" y="86"/>
                  </a:cubicBezTo>
                  <a:cubicBezTo>
                    <a:pt x="183" y="86"/>
                    <a:pt x="178" y="86"/>
                    <a:pt x="174" y="85"/>
                  </a:cubicBezTo>
                  <a:cubicBezTo>
                    <a:pt x="170" y="85"/>
                    <a:pt x="165" y="83"/>
                    <a:pt x="161" y="83"/>
                  </a:cubicBezTo>
                  <a:cubicBezTo>
                    <a:pt x="160" y="83"/>
                    <a:pt x="159" y="84"/>
                    <a:pt x="158" y="84"/>
                  </a:cubicBezTo>
                  <a:cubicBezTo>
                    <a:pt x="155" y="83"/>
                    <a:pt x="152" y="82"/>
                    <a:pt x="151" y="85"/>
                  </a:cubicBezTo>
                  <a:cubicBezTo>
                    <a:pt x="155" y="85"/>
                    <a:pt x="160" y="85"/>
                    <a:pt x="164" y="85"/>
                  </a:cubicBezTo>
                  <a:cubicBezTo>
                    <a:pt x="167" y="86"/>
                    <a:pt x="169" y="88"/>
                    <a:pt x="172" y="87"/>
                  </a:cubicBezTo>
                  <a:cubicBezTo>
                    <a:pt x="184" y="92"/>
                    <a:pt x="193" y="85"/>
                    <a:pt x="205" y="85"/>
                  </a:cubicBezTo>
                  <a:cubicBezTo>
                    <a:pt x="208" y="82"/>
                    <a:pt x="204" y="79"/>
                    <a:pt x="203" y="77"/>
                  </a:cubicBezTo>
                  <a:cubicBezTo>
                    <a:pt x="200" y="76"/>
                    <a:pt x="198" y="74"/>
                    <a:pt x="195" y="74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3"/>
                    <a:pt x="192" y="72"/>
                    <a:pt x="193" y="70"/>
                  </a:cubicBezTo>
                  <a:cubicBezTo>
                    <a:pt x="197" y="68"/>
                    <a:pt x="200" y="72"/>
                    <a:pt x="202" y="72"/>
                  </a:cubicBezTo>
                  <a:cubicBezTo>
                    <a:pt x="203" y="73"/>
                    <a:pt x="205" y="74"/>
                    <a:pt x="207" y="75"/>
                  </a:cubicBezTo>
                  <a:cubicBezTo>
                    <a:pt x="208" y="76"/>
                    <a:pt x="210" y="78"/>
                    <a:pt x="212" y="78"/>
                  </a:cubicBezTo>
                  <a:cubicBezTo>
                    <a:pt x="211" y="78"/>
                    <a:pt x="211" y="78"/>
                    <a:pt x="211" y="78"/>
                  </a:cubicBezTo>
                  <a:cubicBezTo>
                    <a:pt x="209" y="76"/>
                    <a:pt x="208" y="74"/>
                    <a:pt x="205" y="74"/>
                  </a:cubicBezTo>
                  <a:close/>
                  <a:moveTo>
                    <a:pt x="139" y="85"/>
                  </a:moveTo>
                  <a:cubicBezTo>
                    <a:pt x="142" y="85"/>
                    <a:pt x="147" y="87"/>
                    <a:pt x="148" y="85"/>
                  </a:cubicBezTo>
                  <a:cubicBezTo>
                    <a:pt x="148" y="84"/>
                    <a:pt x="148" y="84"/>
                    <a:pt x="148" y="84"/>
                  </a:cubicBezTo>
                  <a:cubicBezTo>
                    <a:pt x="144" y="77"/>
                    <a:pt x="140" y="69"/>
                    <a:pt x="133" y="64"/>
                  </a:cubicBezTo>
                  <a:cubicBezTo>
                    <a:pt x="132" y="67"/>
                    <a:pt x="133" y="69"/>
                    <a:pt x="132" y="72"/>
                  </a:cubicBezTo>
                  <a:cubicBezTo>
                    <a:pt x="132" y="77"/>
                    <a:pt x="128" y="80"/>
                    <a:pt x="126" y="83"/>
                  </a:cubicBezTo>
                  <a:cubicBezTo>
                    <a:pt x="125" y="83"/>
                    <a:pt x="123" y="84"/>
                    <a:pt x="124" y="85"/>
                  </a:cubicBezTo>
                  <a:cubicBezTo>
                    <a:pt x="128" y="85"/>
                    <a:pt x="134" y="84"/>
                    <a:pt x="139" y="85"/>
                  </a:cubicBezTo>
                  <a:close/>
                  <a:moveTo>
                    <a:pt x="130" y="71"/>
                  </a:moveTo>
                  <a:cubicBezTo>
                    <a:pt x="131" y="68"/>
                    <a:pt x="131" y="65"/>
                    <a:pt x="130" y="62"/>
                  </a:cubicBezTo>
                  <a:cubicBezTo>
                    <a:pt x="127" y="61"/>
                    <a:pt x="125" y="58"/>
                    <a:pt x="122" y="58"/>
                  </a:cubicBezTo>
                  <a:cubicBezTo>
                    <a:pt x="123" y="68"/>
                    <a:pt x="120" y="76"/>
                    <a:pt x="112" y="80"/>
                  </a:cubicBezTo>
                  <a:cubicBezTo>
                    <a:pt x="114" y="82"/>
                    <a:pt x="117" y="83"/>
                    <a:pt x="120" y="84"/>
                  </a:cubicBezTo>
                  <a:cubicBezTo>
                    <a:pt x="124" y="81"/>
                    <a:pt x="130" y="78"/>
                    <a:pt x="130" y="71"/>
                  </a:cubicBezTo>
                  <a:close/>
                  <a:moveTo>
                    <a:pt x="41" y="41"/>
                  </a:moveTo>
                  <a:cubicBezTo>
                    <a:pt x="45" y="43"/>
                    <a:pt x="49" y="45"/>
                    <a:pt x="54" y="47"/>
                  </a:cubicBezTo>
                  <a:cubicBezTo>
                    <a:pt x="59" y="50"/>
                    <a:pt x="64" y="54"/>
                    <a:pt x="70" y="56"/>
                  </a:cubicBezTo>
                  <a:cubicBezTo>
                    <a:pt x="75" y="58"/>
                    <a:pt x="80" y="61"/>
                    <a:pt x="86" y="64"/>
                  </a:cubicBezTo>
                  <a:cubicBezTo>
                    <a:pt x="91" y="66"/>
                    <a:pt x="96" y="69"/>
                    <a:pt x="102" y="71"/>
                  </a:cubicBezTo>
                  <a:cubicBezTo>
                    <a:pt x="105" y="73"/>
                    <a:pt x="108" y="75"/>
                    <a:pt x="110" y="76"/>
                  </a:cubicBezTo>
                  <a:cubicBezTo>
                    <a:pt x="111" y="76"/>
                    <a:pt x="113" y="76"/>
                    <a:pt x="113" y="76"/>
                  </a:cubicBezTo>
                  <a:cubicBezTo>
                    <a:pt x="115" y="76"/>
                    <a:pt x="118" y="73"/>
                    <a:pt x="119" y="71"/>
                  </a:cubicBezTo>
                  <a:cubicBezTo>
                    <a:pt x="121" y="66"/>
                    <a:pt x="121" y="61"/>
                    <a:pt x="120" y="57"/>
                  </a:cubicBezTo>
                  <a:cubicBezTo>
                    <a:pt x="112" y="52"/>
                    <a:pt x="104" y="48"/>
                    <a:pt x="97" y="44"/>
                  </a:cubicBezTo>
                  <a:cubicBezTo>
                    <a:pt x="94" y="43"/>
                    <a:pt x="92" y="41"/>
                    <a:pt x="89" y="39"/>
                  </a:cubicBezTo>
                  <a:cubicBezTo>
                    <a:pt x="84" y="37"/>
                    <a:pt x="79" y="34"/>
                    <a:pt x="74" y="31"/>
                  </a:cubicBezTo>
                  <a:cubicBezTo>
                    <a:pt x="68" y="28"/>
                    <a:pt x="62" y="24"/>
                    <a:pt x="56" y="21"/>
                  </a:cubicBezTo>
                  <a:cubicBezTo>
                    <a:pt x="55" y="21"/>
                    <a:pt x="54" y="20"/>
                    <a:pt x="53" y="20"/>
                  </a:cubicBezTo>
                  <a:cubicBezTo>
                    <a:pt x="71" y="34"/>
                    <a:pt x="90" y="45"/>
                    <a:pt x="111" y="55"/>
                  </a:cubicBezTo>
                  <a:cubicBezTo>
                    <a:pt x="111" y="56"/>
                    <a:pt x="112" y="56"/>
                    <a:pt x="113" y="56"/>
                  </a:cubicBezTo>
                  <a:cubicBezTo>
                    <a:pt x="113" y="58"/>
                    <a:pt x="114" y="59"/>
                    <a:pt x="115" y="60"/>
                  </a:cubicBezTo>
                  <a:cubicBezTo>
                    <a:pt x="112" y="70"/>
                    <a:pt x="98" y="64"/>
                    <a:pt x="91" y="60"/>
                  </a:cubicBezTo>
                  <a:cubicBezTo>
                    <a:pt x="84" y="57"/>
                    <a:pt x="77" y="53"/>
                    <a:pt x="70" y="49"/>
                  </a:cubicBezTo>
                  <a:cubicBezTo>
                    <a:pt x="66" y="47"/>
                    <a:pt x="62" y="45"/>
                    <a:pt x="60" y="43"/>
                  </a:cubicBezTo>
                  <a:cubicBezTo>
                    <a:pt x="58" y="42"/>
                    <a:pt x="55" y="39"/>
                    <a:pt x="53" y="37"/>
                  </a:cubicBezTo>
                  <a:cubicBezTo>
                    <a:pt x="51" y="35"/>
                    <a:pt x="48" y="33"/>
                    <a:pt x="46" y="31"/>
                  </a:cubicBezTo>
                  <a:cubicBezTo>
                    <a:pt x="42" y="26"/>
                    <a:pt x="46" y="19"/>
                    <a:pt x="51" y="18"/>
                  </a:cubicBezTo>
                  <a:cubicBezTo>
                    <a:pt x="45" y="16"/>
                    <a:pt x="40" y="12"/>
                    <a:pt x="34" y="10"/>
                  </a:cubicBezTo>
                  <a:cubicBezTo>
                    <a:pt x="37" y="19"/>
                    <a:pt x="31" y="26"/>
                    <a:pt x="27" y="33"/>
                  </a:cubicBezTo>
                  <a:cubicBezTo>
                    <a:pt x="31" y="36"/>
                    <a:pt x="37" y="38"/>
                    <a:pt x="41" y="41"/>
                  </a:cubicBezTo>
                  <a:close/>
                  <a:moveTo>
                    <a:pt x="112" y="59"/>
                  </a:moveTo>
                  <a:cubicBezTo>
                    <a:pt x="111" y="57"/>
                    <a:pt x="107" y="56"/>
                    <a:pt x="106" y="55"/>
                  </a:cubicBezTo>
                  <a:cubicBezTo>
                    <a:pt x="101" y="51"/>
                    <a:pt x="96" y="50"/>
                    <a:pt x="91" y="47"/>
                  </a:cubicBezTo>
                  <a:cubicBezTo>
                    <a:pt x="86" y="44"/>
                    <a:pt x="82" y="42"/>
                    <a:pt x="77" y="39"/>
                  </a:cubicBezTo>
                  <a:cubicBezTo>
                    <a:pt x="72" y="36"/>
                    <a:pt x="68" y="33"/>
                    <a:pt x="63" y="30"/>
                  </a:cubicBezTo>
                  <a:cubicBezTo>
                    <a:pt x="61" y="28"/>
                    <a:pt x="59" y="27"/>
                    <a:pt x="56" y="25"/>
                  </a:cubicBezTo>
                  <a:cubicBezTo>
                    <a:pt x="54" y="24"/>
                    <a:pt x="51" y="21"/>
                    <a:pt x="49" y="22"/>
                  </a:cubicBezTo>
                  <a:cubicBezTo>
                    <a:pt x="47" y="22"/>
                    <a:pt x="46" y="26"/>
                    <a:pt x="46" y="28"/>
                  </a:cubicBezTo>
                  <a:cubicBezTo>
                    <a:pt x="47" y="29"/>
                    <a:pt x="50" y="32"/>
                    <a:pt x="52" y="34"/>
                  </a:cubicBezTo>
                  <a:cubicBezTo>
                    <a:pt x="54" y="36"/>
                    <a:pt x="56" y="37"/>
                    <a:pt x="58" y="39"/>
                  </a:cubicBezTo>
                  <a:cubicBezTo>
                    <a:pt x="67" y="46"/>
                    <a:pt x="77" y="50"/>
                    <a:pt x="87" y="56"/>
                  </a:cubicBezTo>
                  <a:cubicBezTo>
                    <a:pt x="94" y="60"/>
                    <a:pt x="102" y="65"/>
                    <a:pt x="111" y="62"/>
                  </a:cubicBezTo>
                  <a:cubicBezTo>
                    <a:pt x="112" y="62"/>
                    <a:pt x="113" y="61"/>
                    <a:pt x="113" y="60"/>
                  </a:cubicBezTo>
                  <a:cubicBezTo>
                    <a:pt x="113" y="60"/>
                    <a:pt x="113" y="60"/>
                    <a:pt x="113" y="60"/>
                  </a:cubicBezTo>
                  <a:cubicBezTo>
                    <a:pt x="113" y="59"/>
                    <a:pt x="113" y="59"/>
                    <a:pt x="112" y="59"/>
                  </a:cubicBezTo>
                  <a:close/>
                  <a:moveTo>
                    <a:pt x="110" y="78"/>
                  </a:moveTo>
                  <a:cubicBezTo>
                    <a:pt x="107" y="76"/>
                    <a:pt x="103" y="74"/>
                    <a:pt x="99" y="72"/>
                  </a:cubicBezTo>
                  <a:cubicBezTo>
                    <a:pt x="95" y="71"/>
                    <a:pt x="91" y="69"/>
                    <a:pt x="88" y="67"/>
                  </a:cubicBezTo>
                  <a:cubicBezTo>
                    <a:pt x="81" y="63"/>
                    <a:pt x="74" y="60"/>
                    <a:pt x="67" y="57"/>
                  </a:cubicBezTo>
                  <a:cubicBezTo>
                    <a:pt x="60" y="53"/>
                    <a:pt x="53" y="49"/>
                    <a:pt x="46" y="46"/>
                  </a:cubicBezTo>
                  <a:cubicBezTo>
                    <a:pt x="39" y="42"/>
                    <a:pt x="33" y="38"/>
                    <a:pt x="26" y="35"/>
                  </a:cubicBezTo>
                  <a:cubicBezTo>
                    <a:pt x="25" y="35"/>
                    <a:pt x="22" y="37"/>
                    <a:pt x="21" y="38"/>
                  </a:cubicBezTo>
                  <a:cubicBezTo>
                    <a:pt x="32" y="44"/>
                    <a:pt x="45" y="48"/>
                    <a:pt x="56" y="53"/>
                  </a:cubicBezTo>
                  <a:cubicBezTo>
                    <a:pt x="64" y="57"/>
                    <a:pt x="73" y="59"/>
                    <a:pt x="80" y="63"/>
                  </a:cubicBezTo>
                  <a:cubicBezTo>
                    <a:pt x="88" y="67"/>
                    <a:pt x="95" y="71"/>
                    <a:pt x="102" y="75"/>
                  </a:cubicBezTo>
                  <a:cubicBezTo>
                    <a:pt x="105" y="77"/>
                    <a:pt x="107" y="79"/>
                    <a:pt x="110" y="78"/>
                  </a:cubicBezTo>
                  <a:cubicBezTo>
                    <a:pt x="110" y="78"/>
                    <a:pt x="110" y="78"/>
                    <a:pt x="110" y="78"/>
                  </a:cubicBezTo>
                  <a:close/>
                  <a:moveTo>
                    <a:pt x="32" y="8"/>
                  </a:moveTo>
                  <a:cubicBezTo>
                    <a:pt x="28" y="7"/>
                    <a:pt x="25" y="5"/>
                    <a:pt x="22" y="3"/>
                  </a:cubicBezTo>
                  <a:cubicBezTo>
                    <a:pt x="23" y="16"/>
                    <a:pt x="15" y="26"/>
                    <a:pt x="7" y="31"/>
                  </a:cubicBezTo>
                  <a:cubicBezTo>
                    <a:pt x="11" y="33"/>
                    <a:pt x="15" y="35"/>
                    <a:pt x="18" y="37"/>
                  </a:cubicBezTo>
                  <a:cubicBezTo>
                    <a:pt x="27" y="32"/>
                    <a:pt x="35" y="20"/>
                    <a:pt x="32" y="8"/>
                  </a:cubicBezTo>
                  <a:close/>
                  <a:moveTo>
                    <a:pt x="9" y="8"/>
                  </a:moveTo>
                  <a:cubicBezTo>
                    <a:pt x="9" y="8"/>
                    <a:pt x="8" y="9"/>
                    <a:pt x="8" y="9"/>
                  </a:cubicBezTo>
                  <a:cubicBezTo>
                    <a:pt x="7" y="11"/>
                    <a:pt x="6" y="12"/>
                    <a:pt x="5" y="14"/>
                  </a:cubicBezTo>
                  <a:cubicBezTo>
                    <a:pt x="4" y="16"/>
                    <a:pt x="3" y="18"/>
                    <a:pt x="2" y="20"/>
                  </a:cubicBezTo>
                  <a:cubicBezTo>
                    <a:pt x="1" y="24"/>
                    <a:pt x="3" y="30"/>
                    <a:pt x="7" y="28"/>
                  </a:cubicBezTo>
                  <a:cubicBezTo>
                    <a:pt x="10" y="27"/>
                    <a:pt x="11" y="25"/>
                    <a:pt x="13" y="22"/>
                  </a:cubicBezTo>
                  <a:cubicBezTo>
                    <a:pt x="15" y="21"/>
                    <a:pt x="16" y="20"/>
                    <a:pt x="17" y="18"/>
                  </a:cubicBezTo>
                  <a:cubicBezTo>
                    <a:pt x="19" y="15"/>
                    <a:pt x="20" y="9"/>
                    <a:pt x="20" y="4"/>
                  </a:cubicBezTo>
                  <a:cubicBezTo>
                    <a:pt x="20" y="4"/>
                    <a:pt x="18" y="3"/>
                    <a:pt x="18" y="2"/>
                  </a:cubicBezTo>
                  <a:cubicBezTo>
                    <a:pt x="14" y="3"/>
                    <a:pt x="12" y="5"/>
                    <a:pt x="9" y="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113753" y="5734927"/>
            <a:ext cx="5964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开发组成员：蒲东齐、陈昌昊、钟荣兴、胡琳琳、刘相廷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934338" y="4982548"/>
            <a:ext cx="2323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实习项目答辩</a:t>
            </a:r>
            <a:endParaRPr lang="zh-CN" altLang="en-US" sz="2800" b="1" dirty="0"/>
          </a:p>
        </p:txBody>
      </p:sp>
      <p:sp>
        <p:nvSpPr>
          <p:cNvPr id="13" name="矩形 12"/>
          <p:cNvSpPr/>
          <p:nvPr/>
        </p:nvSpPr>
        <p:spPr>
          <a:xfrm>
            <a:off x="9078247" y="6177553"/>
            <a:ext cx="1774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Arial"/>
                <a:ea typeface="微软雅黑"/>
                <a:sym typeface="Arial"/>
              </a:rPr>
              <a:t>2018</a:t>
            </a:r>
            <a:r>
              <a:rPr lang="zh-CN" altLang="en-US" dirty="0" smtClean="0">
                <a:latin typeface="Arial"/>
                <a:ea typeface="微软雅黑"/>
                <a:sym typeface="Arial"/>
              </a:rPr>
              <a:t>年</a:t>
            </a:r>
            <a:r>
              <a:rPr lang="en-US" altLang="zh-CN" dirty="0" smtClean="0">
                <a:latin typeface="Arial"/>
                <a:ea typeface="微软雅黑"/>
                <a:sym typeface="Arial"/>
              </a:rPr>
              <a:t>7</a:t>
            </a:r>
            <a:r>
              <a:rPr lang="zh-CN" altLang="en-US" dirty="0" smtClean="0">
                <a:latin typeface="Arial"/>
                <a:ea typeface="微软雅黑"/>
                <a:sym typeface="Arial"/>
              </a:rPr>
              <a:t>月</a:t>
            </a:r>
            <a:r>
              <a:rPr lang="en-US" altLang="zh-CN" dirty="0" smtClean="0">
                <a:latin typeface="Arial"/>
                <a:ea typeface="微软雅黑"/>
                <a:sym typeface="Arial"/>
              </a:rPr>
              <a:t>22</a:t>
            </a:r>
            <a:r>
              <a:rPr lang="zh-CN" altLang="en-US" dirty="0" smtClean="0">
                <a:latin typeface="Arial"/>
                <a:ea typeface="微软雅黑"/>
                <a:sym typeface="Arial"/>
              </a:rPr>
              <a:t>日</a:t>
            </a:r>
            <a:endParaRPr lang="zh-CN" altLang="en-US" dirty="0">
              <a:latin typeface="Arial"/>
              <a:ea typeface="微软雅黑"/>
              <a:sym typeface="Arial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570" y="0"/>
            <a:ext cx="5616857" cy="284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81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9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9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9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9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18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EditPoints="1"/>
          </p:cNvSpPr>
          <p:nvPr/>
        </p:nvSpPr>
        <p:spPr bwMode="auto">
          <a:xfrm>
            <a:off x="9000854" y="1769162"/>
            <a:ext cx="460069" cy="723175"/>
          </a:xfrm>
          <a:custGeom>
            <a:avLst/>
            <a:gdLst>
              <a:gd name="T0" fmla="*/ 3 w 223"/>
              <a:gd name="T1" fmla="*/ 196 h 351"/>
              <a:gd name="T2" fmla="*/ 10 w 223"/>
              <a:gd name="T3" fmla="*/ 177 h 351"/>
              <a:gd name="T4" fmla="*/ 53 w 223"/>
              <a:gd name="T5" fmla="*/ 157 h 351"/>
              <a:gd name="T6" fmla="*/ 76 w 223"/>
              <a:gd name="T7" fmla="*/ 97 h 351"/>
              <a:gd name="T8" fmla="*/ 90 w 223"/>
              <a:gd name="T9" fmla="*/ 88 h 351"/>
              <a:gd name="T10" fmla="*/ 90 w 223"/>
              <a:gd name="T11" fmla="*/ 88 h 351"/>
              <a:gd name="T12" fmla="*/ 119 w 223"/>
              <a:gd name="T13" fmla="*/ 88 h 351"/>
              <a:gd name="T14" fmla="*/ 119 w 223"/>
              <a:gd name="T15" fmla="*/ 88 h 351"/>
              <a:gd name="T16" fmla="*/ 125 w 223"/>
              <a:gd name="T17" fmla="*/ 89 h 351"/>
              <a:gd name="T18" fmla="*/ 184 w 223"/>
              <a:gd name="T19" fmla="*/ 118 h 351"/>
              <a:gd name="T20" fmla="*/ 190 w 223"/>
              <a:gd name="T21" fmla="*/ 123 h 351"/>
              <a:gd name="T22" fmla="*/ 219 w 223"/>
              <a:gd name="T23" fmla="*/ 167 h 351"/>
              <a:gd name="T24" fmla="*/ 215 w 223"/>
              <a:gd name="T25" fmla="*/ 187 h 351"/>
              <a:gd name="T26" fmla="*/ 207 w 223"/>
              <a:gd name="T27" fmla="*/ 190 h 351"/>
              <a:gd name="T28" fmla="*/ 195 w 223"/>
              <a:gd name="T29" fmla="*/ 183 h 351"/>
              <a:gd name="T30" fmla="*/ 167 w 223"/>
              <a:gd name="T31" fmla="*/ 143 h 351"/>
              <a:gd name="T32" fmla="*/ 134 w 223"/>
              <a:gd name="T33" fmla="*/ 126 h 351"/>
              <a:gd name="T34" fmla="*/ 135 w 223"/>
              <a:gd name="T35" fmla="*/ 131 h 351"/>
              <a:gd name="T36" fmla="*/ 148 w 223"/>
              <a:gd name="T37" fmla="*/ 190 h 351"/>
              <a:gd name="T38" fmla="*/ 138 w 223"/>
              <a:gd name="T39" fmla="*/ 222 h 351"/>
              <a:gd name="T40" fmla="*/ 87 w 223"/>
              <a:gd name="T41" fmla="*/ 273 h 351"/>
              <a:gd name="T42" fmla="*/ 59 w 223"/>
              <a:gd name="T43" fmla="*/ 342 h 351"/>
              <a:gd name="T44" fmla="*/ 46 w 223"/>
              <a:gd name="T45" fmla="*/ 351 h 351"/>
              <a:gd name="T46" fmla="*/ 40 w 223"/>
              <a:gd name="T47" fmla="*/ 350 h 351"/>
              <a:gd name="T48" fmla="*/ 32 w 223"/>
              <a:gd name="T49" fmla="*/ 331 h 351"/>
              <a:gd name="T50" fmla="*/ 61 w 223"/>
              <a:gd name="T51" fmla="*/ 258 h 351"/>
              <a:gd name="T52" fmla="*/ 63 w 223"/>
              <a:gd name="T53" fmla="*/ 254 h 351"/>
              <a:gd name="T54" fmla="*/ 72 w 223"/>
              <a:gd name="T55" fmla="*/ 242 h 351"/>
              <a:gd name="T56" fmla="*/ 97 w 223"/>
              <a:gd name="T57" fmla="*/ 203 h 351"/>
              <a:gd name="T58" fmla="*/ 86 w 223"/>
              <a:gd name="T59" fmla="*/ 152 h 351"/>
              <a:gd name="T60" fmla="*/ 78 w 223"/>
              <a:gd name="T61" fmla="*/ 173 h 351"/>
              <a:gd name="T62" fmla="*/ 71 w 223"/>
              <a:gd name="T63" fmla="*/ 181 h 351"/>
              <a:gd name="T64" fmla="*/ 22 w 223"/>
              <a:gd name="T65" fmla="*/ 203 h 351"/>
              <a:gd name="T66" fmla="*/ 16 w 223"/>
              <a:gd name="T67" fmla="*/ 205 h 351"/>
              <a:gd name="T68" fmla="*/ 3 w 223"/>
              <a:gd name="T69" fmla="*/ 196 h 351"/>
              <a:gd name="T70" fmla="*/ 82 w 223"/>
              <a:gd name="T71" fmla="*/ 73 h 351"/>
              <a:gd name="T72" fmla="*/ 119 w 223"/>
              <a:gd name="T73" fmla="*/ 36 h 351"/>
              <a:gd name="T74" fmla="*/ 82 w 223"/>
              <a:gd name="T75" fmla="*/ 0 h 351"/>
              <a:gd name="T76" fmla="*/ 46 w 223"/>
              <a:gd name="T77" fmla="*/ 36 h 351"/>
              <a:gd name="T78" fmla="*/ 82 w 223"/>
              <a:gd name="T79" fmla="*/ 73 h 351"/>
              <a:gd name="T80" fmla="*/ 153 w 223"/>
              <a:gd name="T81" fmla="*/ 225 h 351"/>
              <a:gd name="T82" fmla="*/ 147 w 223"/>
              <a:gd name="T83" fmla="*/ 232 h 351"/>
              <a:gd name="T84" fmla="*/ 123 w 223"/>
              <a:gd name="T85" fmla="*/ 256 h 351"/>
              <a:gd name="T86" fmla="*/ 133 w 223"/>
              <a:gd name="T87" fmla="*/ 281 h 351"/>
              <a:gd name="T88" fmla="*/ 138 w 223"/>
              <a:gd name="T89" fmla="*/ 288 h 351"/>
              <a:gd name="T90" fmla="*/ 180 w 223"/>
              <a:gd name="T91" fmla="*/ 345 h 351"/>
              <a:gd name="T92" fmla="*/ 192 w 223"/>
              <a:gd name="T93" fmla="*/ 351 h 351"/>
              <a:gd name="T94" fmla="*/ 201 w 223"/>
              <a:gd name="T95" fmla="*/ 348 h 351"/>
              <a:gd name="T96" fmla="*/ 204 w 223"/>
              <a:gd name="T97" fmla="*/ 328 h 351"/>
              <a:gd name="T98" fmla="*/ 162 w 223"/>
              <a:gd name="T99" fmla="*/ 272 h 351"/>
              <a:gd name="T100" fmla="*/ 153 w 223"/>
              <a:gd name="T101" fmla="*/ 225 h 351"/>
              <a:gd name="T102" fmla="*/ 153 w 223"/>
              <a:gd name="T103" fmla="*/ 225 h 351"/>
              <a:gd name="T104" fmla="*/ 153 w 223"/>
              <a:gd name="T105" fmla="*/ 225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23" h="351">
                <a:moveTo>
                  <a:pt x="3" y="196"/>
                </a:moveTo>
                <a:cubicBezTo>
                  <a:pt x="0" y="189"/>
                  <a:pt x="3" y="180"/>
                  <a:pt x="10" y="177"/>
                </a:cubicBezTo>
                <a:cubicBezTo>
                  <a:pt x="53" y="157"/>
                  <a:pt x="53" y="157"/>
                  <a:pt x="53" y="157"/>
                </a:cubicBezTo>
                <a:cubicBezTo>
                  <a:pt x="76" y="97"/>
                  <a:pt x="76" y="97"/>
                  <a:pt x="76" y="97"/>
                </a:cubicBezTo>
                <a:cubicBezTo>
                  <a:pt x="78" y="91"/>
                  <a:pt x="84" y="88"/>
                  <a:pt x="90" y="88"/>
                </a:cubicBezTo>
                <a:cubicBezTo>
                  <a:pt x="90" y="88"/>
                  <a:pt x="90" y="88"/>
                  <a:pt x="90" y="88"/>
                </a:cubicBezTo>
                <a:cubicBezTo>
                  <a:pt x="119" y="88"/>
                  <a:pt x="119" y="88"/>
                  <a:pt x="119" y="88"/>
                </a:cubicBezTo>
                <a:cubicBezTo>
                  <a:pt x="119" y="88"/>
                  <a:pt x="119" y="88"/>
                  <a:pt x="119" y="88"/>
                </a:cubicBezTo>
                <a:cubicBezTo>
                  <a:pt x="121" y="88"/>
                  <a:pt x="123" y="88"/>
                  <a:pt x="125" y="89"/>
                </a:cubicBezTo>
                <a:cubicBezTo>
                  <a:pt x="184" y="118"/>
                  <a:pt x="184" y="118"/>
                  <a:pt x="184" y="118"/>
                </a:cubicBezTo>
                <a:cubicBezTo>
                  <a:pt x="186" y="119"/>
                  <a:pt x="188" y="121"/>
                  <a:pt x="190" y="123"/>
                </a:cubicBezTo>
                <a:cubicBezTo>
                  <a:pt x="219" y="167"/>
                  <a:pt x="219" y="167"/>
                  <a:pt x="219" y="167"/>
                </a:cubicBezTo>
                <a:cubicBezTo>
                  <a:pt x="223" y="174"/>
                  <a:pt x="222" y="183"/>
                  <a:pt x="215" y="187"/>
                </a:cubicBezTo>
                <a:cubicBezTo>
                  <a:pt x="212" y="189"/>
                  <a:pt x="209" y="190"/>
                  <a:pt x="207" y="190"/>
                </a:cubicBezTo>
                <a:cubicBezTo>
                  <a:pt x="202" y="190"/>
                  <a:pt x="197" y="188"/>
                  <a:pt x="195" y="183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34" y="126"/>
                  <a:pt x="134" y="126"/>
                  <a:pt x="134" y="126"/>
                </a:cubicBezTo>
                <a:cubicBezTo>
                  <a:pt x="135" y="129"/>
                  <a:pt x="135" y="131"/>
                  <a:pt x="135" y="131"/>
                </a:cubicBezTo>
                <a:cubicBezTo>
                  <a:pt x="139" y="153"/>
                  <a:pt x="145" y="181"/>
                  <a:pt x="148" y="190"/>
                </a:cubicBezTo>
                <a:cubicBezTo>
                  <a:pt x="153" y="210"/>
                  <a:pt x="138" y="222"/>
                  <a:pt x="138" y="222"/>
                </a:cubicBezTo>
                <a:cubicBezTo>
                  <a:pt x="87" y="273"/>
                  <a:pt x="87" y="273"/>
                  <a:pt x="87" y="273"/>
                </a:cubicBezTo>
                <a:cubicBezTo>
                  <a:pt x="59" y="342"/>
                  <a:pt x="59" y="342"/>
                  <a:pt x="59" y="342"/>
                </a:cubicBezTo>
                <a:cubicBezTo>
                  <a:pt x="57" y="348"/>
                  <a:pt x="52" y="351"/>
                  <a:pt x="46" y="351"/>
                </a:cubicBezTo>
                <a:cubicBezTo>
                  <a:pt x="44" y="351"/>
                  <a:pt x="42" y="351"/>
                  <a:pt x="40" y="350"/>
                </a:cubicBezTo>
                <a:cubicBezTo>
                  <a:pt x="33" y="347"/>
                  <a:pt x="29" y="338"/>
                  <a:pt x="32" y="331"/>
                </a:cubicBezTo>
                <a:cubicBezTo>
                  <a:pt x="61" y="258"/>
                  <a:pt x="61" y="258"/>
                  <a:pt x="61" y="258"/>
                </a:cubicBezTo>
                <a:cubicBezTo>
                  <a:pt x="62" y="256"/>
                  <a:pt x="62" y="255"/>
                  <a:pt x="63" y="254"/>
                </a:cubicBezTo>
                <a:cubicBezTo>
                  <a:pt x="72" y="242"/>
                  <a:pt x="72" y="242"/>
                  <a:pt x="72" y="242"/>
                </a:cubicBezTo>
                <a:cubicBezTo>
                  <a:pt x="97" y="203"/>
                  <a:pt x="97" y="203"/>
                  <a:pt x="97" y="203"/>
                </a:cubicBezTo>
                <a:cubicBezTo>
                  <a:pt x="86" y="152"/>
                  <a:pt x="86" y="152"/>
                  <a:pt x="86" y="152"/>
                </a:cubicBezTo>
                <a:cubicBezTo>
                  <a:pt x="78" y="173"/>
                  <a:pt x="78" y="173"/>
                  <a:pt x="78" y="173"/>
                </a:cubicBezTo>
                <a:cubicBezTo>
                  <a:pt x="77" y="177"/>
                  <a:pt x="74" y="180"/>
                  <a:pt x="71" y="181"/>
                </a:cubicBezTo>
                <a:cubicBezTo>
                  <a:pt x="22" y="203"/>
                  <a:pt x="22" y="203"/>
                  <a:pt x="22" y="203"/>
                </a:cubicBezTo>
                <a:cubicBezTo>
                  <a:pt x="20" y="204"/>
                  <a:pt x="18" y="205"/>
                  <a:pt x="16" y="205"/>
                </a:cubicBezTo>
                <a:cubicBezTo>
                  <a:pt x="11" y="205"/>
                  <a:pt x="6" y="201"/>
                  <a:pt x="3" y="196"/>
                </a:cubicBezTo>
                <a:close/>
                <a:moveTo>
                  <a:pt x="82" y="73"/>
                </a:moveTo>
                <a:cubicBezTo>
                  <a:pt x="102" y="73"/>
                  <a:pt x="119" y="56"/>
                  <a:pt x="119" y="36"/>
                </a:cubicBezTo>
                <a:cubicBezTo>
                  <a:pt x="119" y="16"/>
                  <a:pt x="102" y="0"/>
                  <a:pt x="82" y="0"/>
                </a:cubicBezTo>
                <a:cubicBezTo>
                  <a:pt x="62" y="0"/>
                  <a:pt x="46" y="16"/>
                  <a:pt x="46" y="36"/>
                </a:cubicBezTo>
                <a:cubicBezTo>
                  <a:pt x="46" y="56"/>
                  <a:pt x="62" y="73"/>
                  <a:pt x="82" y="73"/>
                </a:cubicBezTo>
                <a:close/>
                <a:moveTo>
                  <a:pt x="153" y="225"/>
                </a:moveTo>
                <a:cubicBezTo>
                  <a:pt x="151" y="228"/>
                  <a:pt x="148" y="231"/>
                  <a:pt x="147" y="232"/>
                </a:cubicBezTo>
                <a:cubicBezTo>
                  <a:pt x="123" y="256"/>
                  <a:pt x="123" y="256"/>
                  <a:pt x="123" y="256"/>
                </a:cubicBezTo>
                <a:cubicBezTo>
                  <a:pt x="133" y="281"/>
                  <a:pt x="133" y="281"/>
                  <a:pt x="133" y="281"/>
                </a:cubicBezTo>
                <a:cubicBezTo>
                  <a:pt x="134" y="284"/>
                  <a:pt x="136" y="286"/>
                  <a:pt x="138" y="288"/>
                </a:cubicBezTo>
                <a:cubicBezTo>
                  <a:pt x="180" y="345"/>
                  <a:pt x="180" y="345"/>
                  <a:pt x="180" y="345"/>
                </a:cubicBezTo>
                <a:cubicBezTo>
                  <a:pt x="183" y="349"/>
                  <a:pt x="188" y="351"/>
                  <a:pt x="192" y="351"/>
                </a:cubicBezTo>
                <a:cubicBezTo>
                  <a:pt x="195" y="351"/>
                  <a:pt x="198" y="350"/>
                  <a:pt x="201" y="348"/>
                </a:cubicBezTo>
                <a:cubicBezTo>
                  <a:pt x="207" y="343"/>
                  <a:pt x="209" y="334"/>
                  <a:pt x="204" y="328"/>
                </a:cubicBezTo>
                <a:cubicBezTo>
                  <a:pt x="162" y="272"/>
                  <a:pt x="162" y="272"/>
                  <a:pt x="162" y="272"/>
                </a:cubicBezTo>
                <a:cubicBezTo>
                  <a:pt x="153" y="225"/>
                  <a:pt x="153" y="225"/>
                  <a:pt x="153" y="225"/>
                </a:cubicBezTo>
                <a:close/>
                <a:moveTo>
                  <a:pt x="153" y="225"/>
                </a:moveTo>
                <a:cubicBezTo>
                  <a:pt x="153" y="225"/>
                  <a:pt x="153" y="225"/>
                  <a:pt x="153" y="225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772259" y="2565458"/>
            <a:ext cx="617344" cy="667320"/>
            <a:chOff x="6902450" y="3638551"/>
            <a:chExt cx="666750" cy="720725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" name="Oval 8"/>
            <p:cNvSpPr>
              <a:spLocks noChangeArrowheads="1"/>
            </p:cNvSpPr>
            <p:nvPr/>
          </p:nvSpPr>
          <p:spPr bwMode="auto">
            <a:xfrm>
              <a:off x="6996112" y="3638551"/>
              <a:ext cx="150813" cy="1508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7" name="Freeform 9"/>
            <p:cNvSpPr>
              <a:spLocks/>
            </p:cNvSpPr>
            <p:nvPr/>
          </p:nvSpPr>
          <p:spPr bwMode="auto">
            <a:xfrm>
              <a:off x="7286625" y="4048126"/>
              <a:ext cx="282575" cy="134938"/>
            </a:xfrm>
            <a:custGeom>
              <a:avLst/>
              <a:gdLst>
                <a:gd name="T0" fmla="*/ 27 w 127"/>
                <a:gd name="T1" fmla="*/ 0 h 61"/>
                <a:gd name="T2" fmla="*/ 0 w 127"/>
                <a:gd name="T3" fmla="*/ 26 h 61"/>
                <a:gd name="T4" fmla="*/ 17 w 127"/>
                <a:gd name="T5" fmla="*/ 51 h 61"/>
                <a:gd name="T6" fmla="*/ 34 w 127"/>
                <a:gd name="T7" fmla="*/ 61 h 61"/>
                <a:gd name="T8" fmla="*/ 108 w 127"/>
                <a:gd name="T9" fmla="*/ 61 h 61"/>
                <a:gd name="T10" fmla="*/ 127 w 127"/>
                <a:gd name="T11" fmla="*/ 42 h 61"/>
                <a:gd name="T12" fmla="*/ 108 w 127"/>
                <a:gd name="T13" fmla="*/ 24 h 61"/>
                <a:gd name="T14" fmla="*/ 44 w 127"/>
                <a:gd name="T15" fmla="*/ 24 h 61"/>
                <a:gd name="T16" fmla="*/ 27 w 127"/>
                <a:gd name="T17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" h="61">
                  <a:moveTo>
                    <a:pt x="27" y="0"/>
                  </a:moveTo>
                  <a:cubicBezTo>
                    <a:pt x="25" y="9"/>
                    <a:pt x="1" y="26"/>
                    <a:pt x="0" y="26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21" y="58"/>
                    <a:pt x="27" y="61"/>
                    <a:pt x="34" y="61"/>
                  </a:cubicBezTo>
                  <a:cubicBezTo>
                    <a:pt x="108" y="61"/>
                    <a:pt x="108" y="61"/>
                    <a:pt x="108" y="61"/>
                  </a:cubicBezTo>
                  <a:cubicBezTo>
                    <a:pt x="119" y="61"/>
                    <a:pt x="127" y="53"/>
                    <a:pt x="127" y="42"/>
                  </a:cubicBezTo>
                  <a:cubicBezTo>
                    <a:pt x="127" y="32"/>
                    <a:pt x="118" y="24"/>
                    <a:pt x="108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27" y="0"/>
                    <a:pt x="27" y="0"/>
                    <a:pt x="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" name="Freeform 10"/>
            <p:cNvSpPr>
              <a:spLocks/>
            </p:cNvSpPr>
            <p:nvPr/>
          </p:nvSpPr>
          <p:spPr bwMode="auto">
            <a:xfrm>
              <a:off x="6902450" y="3729038"/>
              <a:ext cx="549275" cy="630238"/>
            </a:xfrm>
            <a:custGeom>
              <a:avLst/>
              <a:gdLst>
                <a:gd name="T0" fmla="*/ 14 w 247"/>
                <a:gd name="T1" fmla="*/ 106 h 283"/>
                <a:gd name="T2" fmla="*/ 3 w 247"/>
                <a:gd name="T3" fmla="*/ 125 h 283"/>
                <a:gd name="T4" fmla="*/ 19 w 247"/>
                <a:gd name="T5" fmla="*/ 137 h 283"/>
                <a:gd name="T6" fmla="*/ 20 w 247"/>
                <a:gd name="T7" fmla="*/ 137 h 283"/>
                <a:gd name="T8" fmla="*/ 79 w 247"/>
                <a:gd name="T9" fmla="*/ 122 h 283"/>
                <a:gd name="T10" fmla="*/ 90 w 247"/>
                <a:gd name="T11" fmla="*/ 112 h 283"/>
                <a:gd name="T12" fmla="*/ 99 w 247"/>
                <a:gd name="T13" fmla="*/ 83 h 283"/>
                <a:gd name="T14" fmla="*/ 131 w 247"/>
                <a:gd name="T15" fmla="*/ 136 h 283"/>
                <a:gd name="T16" fmla="*/ 91 w 247"/>
                <a:gd name="T17" fmla="*/ 166 h 283"/>
                <a:gd name="T18" fmla="*/ 86 w 247"/>
                <a:gd name="T19" fmla="*/ 188 h 283"/>
                <a:gd name="T20" fmla="*/ 122 w 247"/>
                <a:gd name="T21" fmla="*/ 272 h 283"/>
                <a:gd name="T22" fmla="*/ 139 w 247"/>
                <a:gd name="T23" fmla="*/ 283 h 283"/>
                <a:gd name="T24" fmla="*/ 147 w 247"/>
                <a:gd name="T25" fmla="*/ 281 h 283"/>
                <a:gd name="T26" fmla="*/ 156 w 247"/>
                <a:gd name="T27" fmla="*/ 257 h 283"/>
                <a:gd name="T28" fmla="*/ 125 w 247"/>
                <a:gd name="T29" fmla="*/ 188 h 283"/>
                <a:gd name="T30" fmla="*/ 177 w 247"/>
                <a:gd name="T31" fmla="*/ 150 h 283"/>
                <a:gd name="T32" fmla="*/ 183 w 247"/>
                <a:gd name="T33" fmla="*/ 143 h 283"/>
                <a:gd name="T34" fmla="*/ 179 w 247"/>
                <a:gd name="T35" fmla="*/ 106 h 283"/>
                <a:gd name="T36" fmla="*/ 139 w 247"/>
                <a:gd name="T37" fmla="*/ 44 h 283"/>
                <a:gd name="T38" fmla="*/ 170 w 247"/>
                <a:gd name="T39" fmla="*/ 33 h 283"/>
                <a:gd name="T40" fmla="*/ 223 w 247"/>
                <a:gd name="T41" fmla="*/ 60 h 283"/>
                <a:gd name="T42" fmla="*/ 231 w 247"/>
                <a:gd name="T43" fmla="*/ 61 h 283"/>
                <a:gd name="T44" fmla="*/ 243 w 247"/>
                <a:gd name="T45" fmla="*/ 53 h 283"/>
                <a:gd name="T46" fmla="*/ 236 w 247"/>
                <a:gd name="T47" fmla="*/ 33 h 283"/>
                <a:gd name="T48" fmla="*/ 178 w 247"/>
                <a:gd name="T49" fmla="*/ 1 h 283"/>
                <a:gd name="T50" fmla="*/ 166 w 247"/>
                <a:gd name="T51" fmla="*/ 1 h 283"/>
                <a:gd name="T52" fmla="*/ 114 w 247"/>
                <a:gd name="T53" fmla="*/ 19 h 283"/>
                <a:gd name="T54" fmla="*/ 108 w 247"/>
                <a:gd name="T55" fmla="*/ 23 h 283"/>
                <a:gd name="T56" fmla="*/ 86 w 247"/>
                <a:gd name="T57" fmla="*/ 38 h 283"/>
                <a:gd name="T58" fmla="*/ 80 w 247"/>
                <a:gd name="T59" fmla="*/ 45 h 283"/>
                <a:gd name="T60" fmla="*/ 79 w 247"/>
                <a:gd name="T61" fmla="*/ 48 h 283"/>
                <a:gd name="T62" fmla="*/ 64 w 247"/>
                <a:gd name="T63" fmla="*/ 94 h 283"/>
                <a:gd name="T64" fmla="*/ 14 w 247"/>
                <a:gd name="T65" fmla="*/ 10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7" h="283">
                  <a:moveTo>
                    <a:pt x="14" y="106"/>
                  </a:moveTo>
                  <a:cubicBezTo>
                    <a:pt x="5" y="107"/>
                    <a:pt x="0" y="116"/>
                    <a:pt x="3" y="125"/>
                  </a:cubicBezTo>
                  <a:cubicBezTo>
                    <a:pt x="4" y="133"/>
                    <a:pt x="11" y="139"/>
                    <a:pt x="19" y="137"/>
                  </a:cubicBezTo>
                  <a:cubicBezTo>
                    <a:pt x="20" y="137"/>
                    <a:pt x="20" y="137"/>
                    <a:pt x="20" y="137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84" y="121"/>
                    <a:pt x="88" y="117"/>
                    <a:pt x="90" y="112"/>
                  </a:cubicBezTo>
                  <a:cubicBezTo>
                    <a:pt x="99" y="83"/>
                    <a:pt x="99" y="83"/>
                    <a:pt x="99" y="83"/>
                  </a:cubicBezTo>
                  <a:cubicBezTo>
                    <a:pt x="131" y="136"/>
                    <a:pt x="131" y="136"/>
                    <a:pt x="131" y="136"/>
                  </a:cubicBezTo>
                  <a:cubicBezTo>
                    <a:pt x="91" y="166"/>
                    <a:pt x="91" y="166"/>
                    <a:pt x="91" y="166"/>
                  </a:cubicBezTo>
                  <a:cubicBezTo>
                    <a:pt x="84" y="171"/>
                    <a:pt x="82" y="181"/>
                    <a:pt x="86" y="188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5" y="279"/>
                    <a:pt x="132" y="283"/>
                    <a:pt x="139" y="283"/>
                  </a:cubicBezTo>
                  <a:cubicBezTo>
                    <a:pt x="141" y="283"/>
                    <a:pt x="144" y="283"/>
                    <a:pt x="147" y="281"/>
                  </a:cubicBezTo>
                  <a:cubicBezTo>
                    <a:pt x="156" y="277"/>
                    <a:pt x="160" y="266"/>
                    <a:pt x="156" y="257"/>
                  </a:cubicBezTo>
                  <a:cubicBezTo>
                    <a:pt x="125" y="188"/>
                    <a:pt x="125" y="188"/>
                    <a:pt x="125" y="188"/>
                  </a:cubicBezTo>
                  <a:cubicBezTo>
                    <a:pt x="177" y="150"/>
                    <a:pt x="177" y="150"/>
                    <a:pt x="177" y="150"/>
                  </a:cubicBezTo>
                  <a:cubicBezTo>
                    <a:pt x="180" y="148"/>
                    <a:pt x="182" y="145"/>
                    <a:pt x="183" y="143"/>
                  </a:cubicBezTo>
                  <a:cubicBezTo>
                    <a:pt x="191" y="132"/>
                    <a:pt x="187" y="119"/>
                    <a:pt x="179" y="106"/>
                  </a:cubicBezTo>
                  <a:cubicBezTo>
                    <a:pt x="139" y="44"/>
                    <a:pt x="139" y="44"/>
                    <a:pt x="139" y="44"/>
                  </a:cubicBezTo>
                  <a:cubicBezTo>
                    <a:pt x="170" y="33"/>
                    <a:pt x="170" y="33"/>
                    <a:pt x="170" y="33"/>
                  </a:cubicBezTo>
                  <a:cubicBezTo>
                    <a:pt x="223" y="60"/>
                    <a:pt x="223" y="60"/>
                    <a:pt x="223" y="60"/>
                  </a:cubicBezTo>
                  <a:cubicBezTo>
                    <a:pt x="226" y="61"/>
                    <a:pt x="228" y="61"/>
                    <a:pt x="231" y="61"/>
                  </a:cubicBezTo>
                  <a:cubicBezTo>
                    <a:pt x="236" y="61"/>
                    <a:pt x="241" y="58"/>
                    <a:pt x="243" y="53"/>
                  </a:cubicBezTo>
                  <a:cubicBezTo>
                    <a:pt x="247" y="46"/>
                    <a:pt x="245" y="37"/>
                    <a:pt x="236" y="33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5" y="0"/>
                    <a:pt x="170" y="0"/>
                    <a:pt x="166" y="1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20"/>
                    <a:pt x="110" y="21"/>
                    <a:pt x="108" y="23"/>
                  </a:cubicBezTo>
                  <a:cubicBezTo>
                    <a:pt x="86" y="38"/>
                    <a:pt x="86" y="38"/>
                    <a:pt x="86" y="38"/>
                  </a:cubicBezTo>
                  <a:cubicBezTo>
                    <a:pt x="83" y="40"/>
                    <a:pt x="81" y="43"/>
                    <a:pt x="80" y="45"/>
                  </a:cubicBezTo>
                  <a:cubicBezTo>
                    <a:pt x="80" y="46"/>
                    <a:pt x="79" y="47"/>
                    <a:pt x="79" y="48"/>
                  </a:cubicBezTo>
                  <a:cubicBezTo>
                    <a:pt x="64" y="94"/>
                    <a:pt x="64" y="94"/>
                    <a:pt x="64" y="94"/>
                  </a:cubicBezTo>
                  <a:cubicBezTo>
                    <a:pt x="14" y="106"/>
                    <a:pt x="14" y="106"/>
                    <a:pt x="14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325974" y="2649240"/>
            <a:ext cx="680549" cy="608525"/>
            <a:chOff x="5514975" y="2330451"/>
            <a:chExt cx="735013" cy="657225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0" name="Freeform 11"/>
            <p:cNvSpPr>
              <a:spLocks noEditPoints="1"/>
            </p:cNvSpPr>
            <p:nvPr/>
          </p:nvSpPr>
          <p:spPr bwMode="auto">
            <a:xfrm>
              <a:off x="5962650" y="2709863"/>
              <a:ext cx="287338" cy="174625"/>
            </a:xfrm>
            <a:custGeom>
              <a:avLst/>
              <a:gdLst>
                <a:gd name="T0" fmla="*/ 52 w 129"/>
                <a:gd name="T1" fmla="*/ 35 h 79"/>
                <a:gd name="T2" fmla="*/ 24 w 129"/>
                <a:gd name="T3" fmla="*/ 0 h 79"/>
                <a:gd name="T4" fmla="*/ 10 w 129"/>
                <a:gd name="T5" fmla="*/ 18 h 79"/>
                <a:gd name="T6" fmla="*/ 0 w 129"/>
                <a:gd name="T7" fmla="*/ 23 h 79"/>
                <a:gd name="T8" fmla="*/ 29 w 129"/>
                <a:gd name="T9" fmla="*/ 60 h 79"/>
                <a:gd name="T10" fmla="*/ 39 w 129"/>
                <a:gd name="T11" fmla="*/ 66 h 79"/>
                <a:gd name="T12" fmla="*/ 107 w 129"/>
                <a:gd name="T13" fmla="*/ 79 h 79"/>
                <a:gd name="T14" fmla="*/ 111 w 129"/>
                <a:gd name="T15" fmla="*/ 79 h 79"/>
                <a:gd name="T16" fmla="*/ 127 w 129"/>
                <a:gd name="T17" fmla="*/ 66 h 79"/>
                <a:gd name="T18" fmla="*/ 114 w 129"/>
                <a:gd name="T19" fmla="*/ 47 h 79"/>
                <a:gd name="T20" fmla="*/ 52 w 129"/>
                <a:gd name="T21" fmla="*/ 35 h 79"/>
                <a:gd name="T22" fmla="*/ 114 w 129"/>
                <a:gd name="T23" fmla="*/ 47 h 79"/>
                <a:gd name="T24" fmla="*/ 114 w 129"/>
                <a:gd name="T25" fmla="*/ 4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9" h="79">
                  <a:moveTo>
                    <a:pt x="52" y="35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2" y="8"/>
                    <a:pt x="17" y="14"/>
                    <a:pt x="10" y="18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32" y="63"/>
                    <a:pt x="35" y="65"/>
                    <a:pt x="39" y="66"/>
                  </a:cubicBezTo>
                  <a:cubicBezTo>
                    <a:pt x="107" y="79"/>
                    <a:pt x="107" y="79"/>
                    <a:pt x="107" y="79"/>
                  </a:cubicBezTo>
                  <a:cubicBezTo>
                    <a:pt x="108" y="79"/>
                    <a:pt x="110" y="79"/>
                    <a:pt x="111" y="79"/>
                  </a:cubicBezTo>
                  <a:cubicBezTo>
                    <a:pt x="118" y="79"/>
                    <a:pt x="125" y="74"/>
                    <a:pt x="127" y="66"/>
                  </a:cubicBezTo>
                  <a:cubicBezTo>
                    <a:pt x="129" y="57"/>
                    <a:pt x="123" y="48"/>
                    <a:pt x="114" y="47"/>
                  </a:cubicBezTo>
                  <a:lnTo>
                    <a:pt x="52" y="35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1" name="Freeform 12"/>
            <p:cNvSpPr>
              <a:spLocks noEditPoints="1"/>
            </p:cNvSpPr>
            <p:nvPr/>
          </p:nvSpPr>
          <p:spPr bwMode="auto">
            <a:xfrm>
              <a:off x="5594350" y="2330451"/>
              <a:ext cx="160338" cy="161925"/>
            </a:xfrm>
            <a:custGeom>
              <a:avLst/>
              <a:gdLst>
                <a:gd name="T0" fmla="*/ 0 w 72"/>
                <a:gd name="T1" fmla="*/ 36 h 73"/>
                <a:gd name="T2" fmla="*/ 36 w 72"/>
                <a:gd name="T3" fmla="*/ 0 h 73"/>
                <a:gd name="T4" fmla="*/ 72 w 72"/>
                <a:gd name="T5" fmla="*/ 36 h 73"/>
                <a:gd name="T6" fmla="*/ 36 w 72"/>
                <a:gd name="T7" fmla="*/ 73 h 73"/>
                <a:gd name="T8" fmla="*/ 0 w 72"/>
                <a:gd name="T9" fmla="*/ 36 h 73"/>
                <a:gd name="T10" fmla="*/ 0 w 72"/>
                <a:gd name="T11" fmla="*/ 36 h 73"/>
                <a:gd name="T12" fmla="*/ 0 w 72"/>
                <a:gd name="T13" fmla="*/ 3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73">
                  <a:moveTo>
                    <a:pt x="0" y="36"/>
                  </a:move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3"/>
                    <a:pt x="36" y="73"/>
                  </a:cubicBezTo>
                  <a:cubicBezTo>
                    <a:pt x="16" y="73"/>
                    <a:pt x="0" y="56"/>
                    <a:pt x="0" y="36"/>
                  </a:cubicBezTo>
                  <a:close/>
                  <a:moveTo>
                    <a:pt x="0" y="36"/>
                  </a:moveTo>
                  <a:cubicBezTo>
                    <a:pt x="0" y="36"/>
                    <a:pt x="0" y="36"/>
                    <a:pt x="0" y="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2" name="Freeform 13"/>
            <p:cNvSpPr>
              <a:spLocks noEditPoints="1"/>
            </p:cNvSpPr>
            <p:nvPr/>
          </p:nvSpPr>
          <p:spPr bwMode="auto">
            <a:xfrm>
              <a:off x="5514975" y="2379663"/>
              <a:ext cx="541338" cy="608013"/>
            </a:xfrm>
            <a:custGeom>
              <a:avLst/>
              <a:gdLst>
                <a:gd name="T0" fmla="*/ 151 w 243"/>
                <a:gd name="T1" fmla="*/ 5 h 273"/>
                <a:gd name="T2" fmla="*/ 60 w 243"/>
                <a:gd name="T3" fmla="*/ 92 h 273"/>
                <a:gd name="T4" fmla="*/ 29 w 243"/>
                <a:gd name="T5" fmla="*/ 64 h 273"/>
                <a:gd name="T6" fmla="*/ 18 w 243"/>
                <a:gd name="T7" fmla="*/ 59 h 273"/>
                <a:gd name="T8" fmla="*/ 6 w 243"/>
                <a:gd name="T9" fmla="*/ 64 h 273"/>
                <a:gd name="T10" fmla="*/ 7 w 243"/>
                <a:gd name="T11" fmla="*/ 87 h 273"/>
                <a:gd name="T12" fmla="*/ 48 w 243"/>
                <a:gd name="T13" fmla="*/ 126 h 273"/>
                <a:gd name="T14" fmla="*/ 59 w 243"/>
                <a:gd name="T15" fmla="*/ 130 h 273"/>
                <a:gd name="T16" fmla="*/ 70 w 243"/>
                <a:gd name="T17" fmla="*/ 126 h 273"/>
                <a:gd name="T18" fmla="*/ 106 w 243"/>
                <a:gd name="T19" fmla="*/ 95 h 273"/>
                <a:gd name="T20" fmla="*/ 154 w 243"/>
                <a:gd name="T21" fmla="*/ 147 h 273"/>
                <a:gd name="T22" fmla="*/ 108 w 243"/>
                <a:gd name="T23" fmla="*/ 170 h 273"/>
                <a:gd name="T24" fmla="*/ 100 w 243"/>
                <a:gd name="T25" fmla="*/ 180 h 273"/>
                <a:gd name="T26" fmla="*/ 101 w 243"/>
                <a:gd name="T27" fmla="*/ 193 h 273"/>
                <a:gd name="T28" fmla="*/ 146 w 243"/>
                <a:gd name="T29" fmla="*/ 265 h 273"/>
                <a:gd name="T30" fmla="*/ 160 w 243"/>
                <a:gd name="T31" fmla="*/ 273 h 273"/>
                <a:gd name="T32" fmla="*/ 169 w 243"/>
                <a:gd name="T33" fmla="*/ 270 h 273"/>
                <a:gd name="T34" fmla="*/ 174 w 243"/>
                <a:gd name="T35" fmla="*/ 248 h 273"/>
                <a:gd name="T36" fmla="*/ 139 w 243"/>
                <a:gd name="T37" fmla="*/ 191 h 273"/>
                <a:gd name="T38" fmla="*/ 195 w 243"/>
                <a:gd name="T39" fmla="*/ 163 h 273"/>
                <a:gd name="T40" fmla="*/ 206 w 243"/>
                <a:gd name="T41" fmla="*/ 157 h 273"/>
                <a:gd name="T42" fmla="*/ 211 w 243"/>
                <a:gd name="T43" fmla="*/ 131 h 273"/>
                <a:gd name="T44" fmla="*/ 210 w 243"/>
                <a:gd name="T45" fmla="*/ 130 h 273"/>
                <a:gd name="T46" fmla="*/ 145 w 243"/>
                <a:gd name="T47" fmla="*/ 60 h 273"/>
                <a:gd name="T48" fmla="*/ 169 w 243"/>
                <a:gd name="T49" fmla="*/ 34 h 273"/>
                <a:gd name="T50" fmla="*/ 222 w 243"/>
                <a:gd name="T51" fmla="*/ 46 h 273"/>
                <a:gd name="T52" fmla="*/ 225 w 243"/>
                <a:gd name="T53" fmla="*/ 47 h 273"/>
                <a:gd name="T54" fmla="*/ 241 w 243"/>
                <a:gd name="T55" fmla="*/ 34 h 273"/>
                <a:gd name="T56" fmla="*/ 229 w 243"/>
                <a:gd name="T57" fmla="*/ 15 h 273"/>
                <a:gd name="T58" fmla="*/ 167 w 243"/>
                <a:gd name="T59" fmla="*/ 0 h 273"/>
                <a:gd name="T60" fmla="*/ 162 w 243"/>
                <a:gd name="T61" fmla="*/ 0 h 273"/>
                <a:gd name="T62" fmla="*/ 151 w 243"/>
                <a:gd name="T63" fmla="*/ 5 h 273"/>
                <a:gd name="T64" fmla="*/ 151 w 243"/>
                <a:gd name="T65" fmla="*/ 5 h 273"/>
                <a:gd name="T66" fmla="*/ 151 w 243"/>
                <a:gd name="T67" fmla="*/ 5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43" h="273">
                  <a:moveTo>
                    <a:pt x="151" y="5"/>
                  </a:moveTo>
                  <a:cubicBezTo>
                    <a:pt x="137" y="19"/>
                    <a:pt x="60" y="92"/>
                    <a:pt x="60" y="92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6" y="61"/>
                    <a:pt x="22" y="59"/>
                    <a:pt x="18" y="59"/>
                  </a:cubicBezTo>
                  <a:cubicBezTo>
                    <a:pt x="13" y="59"/>
                    <a:pt x="9" y="61"/>
                    <a:pt x="6" y="64"/>
                  </a:cubicBezTo>
                  <a:cubicBezTo>
                    <a:pt x="0" y="71"/>
                    <a:pt x="0" y="81"/>
                    <a:pt x="7" y="87"/>
                  </a:cubicBezTo>
                  <a:cubicBezTo>
                    <a:pt x="48" y="126"/>
                    <a:pt x="48" y="126"/>
                    <a:pt x="48" y="126"/>
                  </a:cubicBezTo>
                  <a:cubicBezTo>
                    <a:pt x="51" y="128"/>
                    <a:pt x="55" y="130"/>
                    <a:pt x="59" y="130"/>
                  </a:cubicBezTo>
                  <a:cubicBezTo>
                    <a:pt x="63" y="130"/>
                    <a:pt x="67" y="129"/>
                    <a:pt x="70" y="126"/>
                  </a:cubicBezTo>
                  <a:cubicBezTo>
                    <a:pt x="106" y="95"/>
                    <a:pt x="106" y="95"/>
                    <a:pt x="106" y="95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08" y="170"/>
                    <a:pt x="108" y="170"/>
                    <a:pt x="108" y="170"/>
                  </a:cubicBezTo>
                  <a:cubicBezTo>
                    <a:pt x="104" y="172"/>
                    <a:pt x="101" y="176"/>
                    <a:pt x="100" y="180"/>
                  </a:cubicBezTo>
                  <a:cubicBezTo>
                    <a:pt x="98" y="185"/>
                    <a:pt x="99" y="189"/>
                    <a:pt x="101" y="193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9" y="270"/>
                    <a:pt x="154" y="273"/>
                    <a:pt x="160" y="273"/>
                  </a:cubicBezTo>
                  <a:cubicBezTo>
                    <a:pt x="163" y="273"/>
                    <a:pt x="166" y="272"/>
                    <a:pt x="169" y="270"/>
                  </a:cubicBezTo>
                  <a:cubicBezTo>
                    <a:pt x="176" y="266"/>
                    <a:pt x="179" y="255"/>
                    <a:pt x="174" y="248"/>
                  </a:cubicBezTo>
                  <a:cubicBezTo>
                    <a:pt x="139" y="191"/>
                    <a:pt x="139" y="191"/>
                    <a:pt x="139" y="191"/>
                  </a:cubicBezTo>
                  <a:cubicBezTo>
                    <a:pt x="195" y="163"/>
                    <a:pt x="195" y="163"/>
                    <a:pt x="195" y="163"/>
                  </a:cubicBezTo>
                  <a:cubicBezTo>
                    <a:pt x="206" y="157"/>
                    <a:pt x="206" y="157"/>
                    <a:pt x="206" y="157"/>
                  </a:cubicBezTo>
                  <a:cubicBezTo>
                    <a:pt x="216" y="152"/>
                    <a:pt x="218" y="139"/>
                    <a:pt x="211" y="131"/>
                  </a:cubicBezTo>
                  <a:cubicBezTo>
                    <a:pt x="211" y="131"/>
                    <a:pt x="211" y="130"/>
                    <a:pt x="210" y="130"/>
                  </a:cubicBezTo>
                  <a:cubicBezTo>
                    <a:pt x="189" y="106"/>
                    <a:pt x="167" y="83"/>
                    <a:pt x="145" y="60"/>
                  </a:cubicBezTo>
                  <a:cubicBezTo>
                    <a:pt x="148" y="56"/>
                    <a:pt x="165" y="38"/>
                    <a:pt x="169" y="34"/>
                  </a:cubicBezTo>
                  <a:cubicBezTo>
                    <a:pt x="222" y="46"/>
                    <a:pt x="222" y="46"/>
                    <a:pt x="222" y="46"/>
                  </a:cubicBezTo>
                  <a:cubicBezTo>
                    <a:pt x="223" y="47"/>
                    <a:pt x="224" y="47"/>
                    <a:pt x="225" y="47"/>
                  </a:cubicBezTo>
                  <a:cubicBezTo>
                    <a:pt x="233" y="47"/>
                    <a:pt x="239" y="42"/>
                    <a:pt x="241" y="34"/>
                  </a:cubicBezTo>
                  <a:cubicBezTo>
                    <a:pt x="243" y="26"/>
                    <a:pt x="238" y="17"/>
                    <a:pt x="229" y="15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165" y="0"/>
                    <a:pt x="164" y="0"/>
                    <a:pt x="162" y="0"/>
                  </a:cubicBezTo>
                  <a:cubicBezTo>
                    <a:pt x="158" y="0"/>
                    <a:pt x="155" y="1"/>
                    <a:pt x="151" y="5"/>
                  </a:cubicBezTo>
                  <a:close/>
                  <a:moveTo>
                    <a:pt x="151" y="5"/>
                  </a:moveTo>
                  <a:cubicBezTo>
                    <a:pt x="151" y="5"/>
                    <a:pt x="151" y="5"/>
                    <a:pt x="15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835469" y="1080074"/>
            <a:ext cx="476237" cy="684959"/>
            <a:chOff x="4256087" y="1109663"/>
            <a:chExt cx="514350" cy="739775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4" name="Freeform 14"/>
            <p:cNvSpPr>
              <a:spLocks noEditPoints="1"/>
            </p:cNvSpPr>
            <p:nvPr/>
          </p:nvSpPr>
          <p:spPr bwMode="auto">
            <a:xfrm>
              <a:off x="4427537" y="1130301"/>
              <a:ext cx="171450" cy="168275"/>
            </a:xfrm>
            <a:custGeom>
              <a:avLst/>
              <a:gdLst>
                <a:gd name="T0" fmla="*/ 39 w 77"/>
                <a:gd name="T1" fmla="*/ 76 h 76"/>
                <a:gd name="T2" fmla="*/ 52 w 77"/>
                <a:gd name="T3" fmla="*/ 74 h 76"/>
                <a:gd name="T4" fmla="*/ 73 w 77"/>
                <a:gd name="T5" fmla="*/ 53 h 76"/>
                <a:gd name="T6" fmla="*/ 72 w 77"/>
                <a:gd name="T7" fmla="*/ 22 h 76"/>
                <a:gd name="T8" fmla="*/ 48 w 77"/>
                <a:gd name="T9" fmla="*/ 3 h 76"/>
                <a:gd name="T10" fmla="*/ 17 w 77"/>
                <a:gd name="T11" fmla="*/ 8 h 76"/>
                <a:gd name="T12" fmla="*/ 2 w 77"/>
                <a:gd name="T13" fmla="*/ 34 h 76"/>
                <a:gd name="T14" fmla="*/ 11 w 77"/>
                <a:gd name="T15" fmla="*/ 64 h 76"/>
                <a:gd name="T16" fmla="*/ 39 w 77"/>
                <a:gd name="T17" fmla="*/ 76 h 76"/>
                <a:gd name="T18" fmla="*/ 39 w 77"/>
                <a:gd name="T19" fmla="*/ 76 h 76"/>
                <a:gd name="T20" fmla="*/ 39 w 77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" h="76">
                  <a:moveTo>
                    <a:pt x="39" y="76"/>
                  </a:moveTo>
                  <a:cubicBezTo>
                    <a:pt x="43" y="76"/>
                    <a:pt x="48" y="75"/>
                    <a:pt x="52" y="74"/>
                  </a:cubicBezTo>
                  <a:cubicBezTo>
                    <a:pt x="62" y="70"/>
                    <a:pt x="69" y="62"/>
                    <a:pt x="73" y="53"/>
                  </a:cubicBezTo>
                  <a:cubicBezTo>
                    <a:pt x="77" y="43"/>
                    <a:pt x="77" y="31"/>
                    <a:pt x="72" y="22"/>
                  </a:cubicBezTo>
                  <a:cubicBezTo>
                    <a:pt x="67" y="12"/>
                    <a:pt x="58" y="5"/>
                    <a:pt x="48" y="3"/>
                  </a:cubicBezTo>
                  <a:cubicBezTo>
                    <a:pt x="38" y="0"/>
                    <a:pt x="26" y="2"/>
                    <a:pt x="17" y="8"/>
                  </a:cubicBezTo>
                  <a:cubicBezTo>
                    <a:pt x="9" y="14"/>
                    <a:pt x="3" y="24"/>
                    <a:pt x="2" y="34"/>
                  </a:cubicBezTo>
                  <a:cubicBezTo>
                    <a:pt x="0" y="45"/>
                    <a:pt x="4" y="56"/>
                    <a:pt x="11" y="64"/>
                  </a:cubicBezTo>
                  <a:cubicBezTo>
                    <a:pt x="18" y="71"/>
                    <a:pt x="28" y="76"/>
                    <a:pt x="39" y="76"/>
                  </a:cubicBezTo>
                  <a:close/>
                  <a:moveTo>
                    <a:pt x="39" y="76"/>
                  </a:moveTo>
                  <a:cubicBezTo>
                    <a:pt x="39" y="76"/>
                    <a:pt x="39" y="76"/>
                    <a:pt x="39" y="7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5" name="Freeform 15"/>
            <p:cNvSpPr>
              <a:spLocks noEditPoints="1"/>
            </p:cNvSpPr>
            <p:nvPr/>
          </p:nvSpPr>
          <p:spPr bwMode="auto">
            <a:xfrm>
              <a:off x="4256087" y="1109663"/>
              <a:ext cx="514350" cy="739775"/>
            </a:xfrm>
            <a:custGeom>
              <a:avLst/>
              <a:gdLst>
                <a:gd name="T0" fmla="*/ 7 w 231"/>
                <a:gd name="T1" fmla="*/ 4 h 332"/>
                <a:gd name="T2" fmla="*/ 7 w 231"/>
                <a:gd name="T3" fmla="*/ 4 h 332"/>
                <a:gd name="T4" fmla="*/ 3 w 231"/>
                <a:gd name="T5" fmla="*/ 21 h 332"/>
                <a:gd name="T6" fmla="*/ 50 w 231"/>
                <a:gd name="T7" fmla="*/ 108 h 332"/>
                <a:gd name="T8" fmla="*/ 43 w 231"/>
                <a:gd name="T9" fmla="*/ 121 h 332"/>
                <a:gd name="T10" fmla="*/ 29 w 231"/>
                <a:gd name="T11" fmla="*/ 172 h 332"/>
                <a:gd name="T12" fmla="*/ 25 w 231"/>
                <a:gd name="T13" fmla="*/ 197 h 332"/>
                <a:gd name="T14" fmla="*/ 24 w 231"/>
                <a:gd name="T15" fmla="*/ 208 h 332"/>
                <a:gd name="T16" fmla="*/ 24 w 231"/>
                <a:gd name="T17" fmla="*/ 219 h 332"/>
                <a:gd name="T18" fmla="*/ 23 w 231"/>
                <a:gd name="T19" fmla="*/ 222 h 332"/>
                <a:gd name="T20" fmla="*/ 17 w 231"/>
                <a:gd name="T21" fmla="*/ 238 h 332"/>
                <a:gd name="T22" fmla="*/ 10 w 231"/>
                <a:gd name="T23" fmla="*/ 264 h 332"/>
                <a:gd name="T24" fmla="*/ 6 w 231"/>
                <a:gd name="T25" fmla="*/ 312 h 332"/>
                <a:gd name="T26" fmla="*/ 21 w 231"/>
                <a:gd name="T27" fmla="*/ 327 h 332"/>
                <a:gd name="T28" fmla="*/ 31 w 231"/>
                <a:gd name="T29" fmla="*/ 326 h 332"/>
                <a:gd name="T30" fmla="*/ 48 w 231"/>
                <a:gd name="T31" fmla="*/ 315 h 332"/>
                <a:gd name="T32" fmla="*/ 57 w 231"/>
                <a:gd name="T33" fmla="*/ 300 h 332"/>
                <a:gd name="T34" fmla="*/ 48 w 231"/>
                <a:gd name="T35" fmla="*/ 279 h 332"/>
                <a:gd name="T36" fmla="*/ 59 w 231"/>
                <a:gd name="T37" fmla="*/ 255 h 332"/>
                <a:gd name="T38" fmla="*/ 65 w 231"/>
                <a:gd name="T39" fmla="*/ 256 h 332"/>
                <a:gd name="T40" fmla="*/ 69 w 231"/>
                <a:gd name="T41" fmla="*/ 272 h 332"/>
                <a:gd name="T42" fmla="*/ 76 w 231"/>
                <a:gd name="T43" fmla="*/ 296 h 332"/>
                <a:gd name="T44" fmla="*/ 81 w 231"/>
                <a:gd name="T45" fmla="*/ 308 h 332"/>
                <a:gd name="T46" fmla="*/ 85 w 231"/>
                <a:gd name="T47" fmla="*/ 313 h 332"/>
                <a:gd name="T48" fmla="*/ 87 w 231"/>
                <a:gd name="T49" fmla="*/ 316 h 332"/>
                <a:gd name="T50" fmla="*/ 87 w 231"/>
                <a:gd name="T51" fmla="*/ 316 h 332"/>
                <a:gd name="T52" fmla="*/ 87 w 231"/>
                <a:gd name="T53" fmla="*/ 316 h 332"/>
                <a:gd name="T54" fmla="*/ 91 w 231"/>
                <a:gd name="T55" fmla="*/ 321 h 332"/>
                <a:gd name="T56" fmla="*/ 112 w 231"/>
                <a:gd name="T57" fmla="*/ 331 h 332"/>
                <a:gd name="T58" fmla="*/ 136 w 231"/>
                <a:gd name="T59" fmla="*/ 330 h 332"/>
                <a:gd name="T60" fmla="*/ 176 w 231"/>
                <a:gd name="T61" fmla="*/ 314 h 332"/>
                <a:gd name="T62" fmla="*/ 184 w 231"/>
                <a:gd name="T63" fmla="*/ 304 h 332"/>
                <a:gd name="T64" fmla="*/ 178 w 231"/>
                <a:gd name="T65" fmla="*/ 287 h 332"/>
                <a:gd name="T66" fmla="*/ 170 w 231"/>
                <a:gd name="T67" fmla="*/ 284 h 332"/>
                <a:gd name="T68" fmla="*/ 165 w 231"/>
                <a:gd name="T69" fmla="*/ 284 h 332"/>
                <a:gd name="T70" fmla="*/ 161 w 231"/>
                <a:gd name="T71" fmla="*/ 286 h 332"/>
                <a:gd name="T72" fmla="*/ 153 w 231"/>
                <a:gd name="T73" fmla="*/ 289 h 332"/>
                <a:gd name="T74" fmla="*/ 142 w 231"/>
                <a:gd name="T75" fmla="*/ 293 h 332"/>
                <a:gd name="T76" fmla="*/ 129 w 231"/>
                <a:gd name="T77" fmla="*/ 296 h 332"/>
                <a:gd name="T78" fmla="*/ 117 w 231"/>
                <a:gd name="T79" fmla="*/ 296 h 332"/>
                <a:gd name="T80" fmla="*/ 112 w 231"/>
                <a:gd name="T81" fmla="*/ 280 h 332"/>
                <a:gd name="T82" fmla="*/ 109 w 231"/>
                <a:gd name="T83" fmla="*/ 254 h 332"/>
                <a:gd name="T84" fmla="*/ 107 w 231"/>
                <a:gd name="T85" fmla="*/ 229 h 332"/>
                <a:gd name="T86" fmla="*/ 111 w 231"/>
                <a:gd name="T87" fmla="*/ 211 h 332"/>
                <a:gd name="T88" fmla="*/ 111 w 231"/>
                <a:gd name="T89" fmla="*/ 192 h 332"/>
                <a:gd name="T90" fmla="*/ 114 w 231"/>
                <a:gd name="T91" fmla="*/ 166 h 332"/>
                <a:gd name="T92" fmla="*/ 122 w 231"/>
                <a:gd name="T93" fmla="*/ 137 h 332"/>
                <a:gd name="T94" fmla="*/ 221 w 231"/>
                <a:gd name="T95" fmla="*/ 101 h 332"/>
                <a:gd name="T96" fmla="*/ 222 w 231"/>
                <a:gd name="T97" fmla="*/ 100 h 332"/>
                <a:gd name="T98" fmla="*/ 229 w 231"/>
                <a:gd name="T99" fmla="*/ 84 h 332"/>
                <a:gd name="T100" fmla="*/ 213 w 231"/>
                <a:gd name="T101" fmla="*/ 76 h 332"/>
                <a:gd name="T102" fmla="*/ 115 w 231"/>
                <a:gd name="T103" fmla="*/ 100 h 332"/>
                <a:gd name="T104" fmla="*/ 80 w 231"/>
                <a:gd name="T105" fmla="*/ 86 h 332"/>
                <a:gd name="T106" fmla="*/ 26 w 231"/>
                <a:gd name="T107" fmla="*/ 8 h 332"/>
                <a:gd name="T108" fmla="*/ 7 w 231"/>
                <a:gd name="T109" fmla="*/ 4 h 332"/>
                <a:gd name="T110" fmla="*/ 7 w 231"/>
                <a:gd name="T111" fmla="*/ 4 h 332"/>
                <a:gd name="T112" fmla="*/ 7 w 231"/>
                <a:gd name="T113" fmla="*/ 4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1" h="332">
                  <a:moveTo>
                    <a:pt x="7" y="4"/>
                  </a:moveTo>
                  <a:cubicBezTo>
                    <a:pt x="2" y="8"/>
                    <a:pt x="13" y="0"/>
                    <a:pt x="7" y="4"/>
                  </a:cubicBezTo>
                  <a:cubicBezTo>
                    <a:pt x="2" y="8"/>
                    <a:pt x="0" y="15"/>
                    <a:pt x="3" y="21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47" y="112"/>
                    <a:pt x="45" y="116"/>
                    <a:pt x="43" y="121"/>
                  </a:cubicBezTo>
                  <a:cubicBezTo>
                    <a:pt x="37" y="137"/>
                    <a:pt x="32" y="154"/>
                    <a:pt x="29" y="172"/>
                  </a:cubicBezTo>
                  <a:cubicBezTo>
                    <a:pt x="27" y="180"/>
                    <a:pt x="26" y="189"/>
                    <a:pt x="25" y="197"/>
                  </a:cubicBezTo>
                  <a:cubicBezTo>
                    <a:pt x="25" y="201"/>
                    <a:pt x="24" y="204"/>
                    <a:pt x="24" y="208"/>
                  </a:cubicBezTo>
                  <a:cubicBezTo>
                    <a:pt x="24" y="211"/>
                    <a:pt x="24" y="215"/>
                    <a:pt x="24" y="219"/>
                  </a:cubicBezTo>
                  <a:cubicBezTo>
                    <a:pt x="24" y="220"/>
                    <a:pt x="23" y="221"/>
                    <a:pt x="23" y="222"/>
                  </a:cubicBezTo>
                  <a:cubicBezTo>
                    <a:pt x="21" y="227"/>
                    <a:pt x="19" y="233"/>
                    <a:pt x="17" y="238"/>
                  </a:cubicBezTo>
                  <a:cubicBezTo>
                    <a:pt x="14" y="247"/>
                    <a:pt x="12" y="255"/>
                    <a:pt x="10" y="264"/>
                  </a:cubicBezTo>
                  <a:cubicBezTo>
                    <a:pt x="6" y="279"/>
                    <a:pt x="4" y="296"/>
                    <a:pt x="6" y="312"/>
                  </a:cubicBezTo>
                  <a:cubicBezTo>
                    <a:pt x="8" y="320"/>
                    <a:pt x="14" y="325"/>
                    <a:pt x="21" y="327"/>
                  </a:cubicBezTo>
                  <a:cubicBezTo>
                    <a:pt x="24" y="327"/>
                    <a:pt x="28" y="327"/>
                    <a:pt x="31" y="326"/>
                  </a:cubicBezTo>
                  <a:cubicBezTo>
                    <a:pt x="38" y="324"/>
                    <a:pt x="43" y="320"/>
                    <a:pt x="48" y="315"/>
                  </a:cubicBezTo>
                  <a:cubicBezTo>
                    <a:pt x="52" y="311"/>
                    <a:pt x="55" y="306"/>
                    <a:pt x="57" y="300"/>
                  </a:cubicBezTo>
                  <a:cubicBezTo>
                    <a:pt x="61" y="292"/>
                    <a:pt x="57" y="282"/>
                    <a:pt x="48" y="279"/>
                  </a:cubicBezTo>
                  <a:cubicBezTo>
                    <a:pt x="51" y="271"/>
                    <a:pt x="55" y="263"/>
                    <a:pt x="59" y="255"/>
                  </a:cubicBezTo>
                  <a:cubicBezTo>
                    <a:pt x="61" y="255"/>
                    <a:pt x="63" y="255"/>
                    <a:pt x="65" y="256"/>
                  </a:cubicBezTo>
                  <a:cubicBezTo>
                    <a:pt x="67" y="261"/>
                    <a:pt x="68" y="266"/>
                    <a:pt x="69" y="272"/>
                  </a:cubicBezTo>
                  <a:cubicBezTo>
                    <a:pt x="71" y="280"/>
                    <a:pt x="73" y="288"/>
                    <a:pt x="76" y="296"/>
                  </a:cubicBezTo>
                  <a:cubicBezTo>
                    <a:pt x="78" y="300"/>
                    <a:pt x="79" y="304"/>
                    <a:pt x="81" y="308"/>
                  </a:cubicBezTo>
                  <a:cubicBezTo>
                    <a:pt x="82" y="310"/>
                    <a:pt x="83" y="311"/>
                    <a:pt x="85" y="313"/>
                  </a:cubicBezTo>
                  <a:cubicBezTo>
                    <a:pt x="85" y="314"/>
                    <a:pt x="86" y="315"/>
                    <a:pt x="87" y="316"/>
                  </a:cubicBezTo>
                  <a:cubicBezTo>
                    <a:pt x="87" y="316"/>
                    <a:pt x="87" y="316"/>
                    <a:pt x="87" y="316"/>
                  </a:cubicBezTo>
                  <a:cubicBezTo>
                    <a:pt x="87" y="316"/>
                    <a:pt x="87" y="316"/>
                    <a:pt x="87" y="316"/>
                  </a:cubicBezTo>
                  <a:cubicBezTo>
                    <a:pt x="88" y="318"/>
                    <a:pt x="89" y="319"/>
                    <a:pt x="91" y="321"/>
                  </a:cubicBezTo>
                  <a:cubicBezTo>
                    <a:pt x="96" y="326"/>
                    <a:pt x="104" y="330"/>
                    <a:pt x="112" y="331"/>
                  </a:cubicBezTo>
                  <a:cubicBezTo>
                    <a:pt x="120" y="332"/>
                    <a:pt x="128" y="331"/>
                    <a:pt x="136" y="330"/>
                  </a:cubicBezTo>
                  <a:cubicBezTo>
                    <a:pt x="150" y="327"/>
                    <a:pt x="163" y="321"/>
                    <a:pt x="176" y="314"/>
                  </a:cubicBezTo>
                  <a:cubicBezTo>
                    <a:pt x="180" y="312"/>
                    <a:pt x="183" y="308"/>
                    <a:pt x="184" y="304"/>
                  </a:cubicBezTo>
                  <a:cubicBezTo>
                    <a:pt x="185" y="298"/>
                    <a:pt x="183" y="291"/>
                    <a:pt x="178" y="287"/>
                  </a:cubicBezTo>
                  <a:cubicBezTo>
                    <a:pt x="176" y="285"/>
                    <a:pt x="173" y="284"/>
                    <a:pt x="170" y="284"/>
                  </a:cubicBezTo>
                  <a:cubicBezTo>
                    <a:pt x="168" y="284"/>
                    <a:pt x="167" y="284"/>
                    <a:pt x="165" y="284"/>
                  </a:cubicBezTo>
                  <a:cubicBezTo>
                    <a:pt x="164" y="285"/>
                    <a:pt x="162" y="285"/>
                    <a:pt x="161" y="286"/>
                  </a:cubicBezTo>
                  <a:cubicBezTo>
                    <a:pt x="158" y="287"/>
                    <a:pt x="155" y="288"/>
                    <a:pt x="153" y="289"/>
                  </a:cubicBezTo>
                  <a:cubicBezTo>
                    <a:pt x="149" y="291"/>
                    <a:pt x="145" y="292"/>
                    <a:pt x="142" y="293"/>
                  </a:cubicBezTo>
                  <a:cubicBezTo>
                    <a:pt x="137" y="294"/>
                    <a:pt x="133" y="295"/>
                    <a:pt x="129" y="296"/>
                  </a:cubicBezTo>
                  <a:cubicBezTo>
                    <a:pt x="125" y="296"/>
                    <a:pt x="121" y="297"/>
                    <a:pt x="117" y="296"/>
                  </a:cubicBezTo>
                  <a:cubicBezTo>
                    <a:pt x="117" y="295"/>
                    <a:pt x="114" y="291"/>
                    <a:pt x="112" y="280"/>
                  </a:cubicBezTo>
                  <a:cubicBezTo>
                    <a:pt x="111" y="271"/>
                    <a:pt x="109" y="262"/>
                    <a:pt x="109" y="254"/>
                  </a:cubicBezTo>
                  <a:cubicBezTo>
                    <a:pt x="108" y="245"/>
                    <a:pt x="108" y="237"/>
                    <a:pt x="107" y="229"/>
                  </a:cubicBezTo>
                  <a:cubicBezTo>
                    <a:pt x="110" y="223"/>
                    <a:pt x="111" y="217"/>
                    <a:pt x="111" y="211"/>
                  </a:cubicBezTo>
                  <a:cubicBezTo>
                    <a:pt x="111" y="204"/>
                    <a:pt x="111" y="198"/>
                    <a:pt x="111" y="192"/>
                  </a:cubicBezTo>
                  <a:cubicBezTo>
                    <a:pt x="112" y="183"/>
                    <a:pt x="112" y="174"/>
                    <a:pt x="114" y="166"/>
                  </a:cubicBezTo>
                  <a:cubicBezTo>
                    <a:pt x="117" y="152"/>
                    <a:pt x="122" y="139"/>
                    <a:pt x="122" y="137"/>
                  </a:cubicBezTo>
                  <a:cubicBezTo>
                    <a:pt x="221" y="101"/>
                    <a:pt x="221" y="101"/>
                    <a:pt x="221" y="101"/>
                  </a:cubicBezTo>
                  <a:cubicBezTo>
                    <a:pt x="221" y="101"/>
                    <a:pt x="222" y="100"/>
                    <a:pt x="222" y="100"/>
                  </a:cubicBezTo>
                  <a:cubicBezTo>
                    <a:pt x="228" y="97"/>
                    <a:pt x="231" y="90"/>
                    <a:pt x="229" y="84"/>
                  </a:cubicBezTo>
                  <a:cubicBezTo>
                    <a:pt x="226" y="78"/>
                    <a:pt x="220" y="74"/>
                    <a:pt x="213" y="76"/>
                  </a:cubicBezTo>
                  <a:cubicBezTo>
                    <a:pt x="213" y="76"/>
                    <a:pt x="122" y="99"/>
                    <a:pt x="115" y="100"/>
                  </a:cubicBezTo>
                  <a:cubicBezTo>
                    <a:pt x="100" y="102"/>
                    <a:pt x="90" y="98"/>
                    <a:pt x="80" y="86"/>
                  </a:cubicBezTo>
                  <a:cubicBezTo>
                    <a:pt x="66" y="69"/>
                    <a:pt x="26" y="8"/>
                    <a:pt x="26" y="8"/>
                  </a:cubicBezTo>
                  <a:cubicBezTo>
                    <a:pt x="21" y="2"/>
                    <a:pt x="13" y="0"/>
                    <a:pt x="7" y="4"/>
                  </a:cubicBezTo>
                  <a:close/>
                  <a:moveTo>
                    <a:pt x="7" y="4"/>
                  </a:moveTo>
                  <a:cubicBezTo>
                    <a:pt x="7" y="4"/>
                    <a:pt x="7" y="4"/>
                    <a:pt x="7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16" name="Freeform 16"/>
          <p:cNvSpPr>
            <a:spLocks noEditPoints="1"/>
          </p:cNvSpPr>
          <p:nvPr/>
        </p:nvSpPr>
        <p:spPr bwMode="auto">
          <a:xfrm>
            <a:off x="3311706" y="3255484"/>
            <a:ext cx="2334759" cy="2321797"/>
          </a:xfrm>
          <a:custGeom>
            <a:avLst/>
            <a:gdLst>
              <a:gd name="T0" fmla="*/ 880 w 899"/>
              <a:gd name="T1" fmla="*/ 316 h 894"/>
              <a:gd name="T2" fmla="*/ 809 w 899"/>
              <a:gd name="T3" fmla="*/ 177 h 894"/>
              <a:gd name="T4" fmla="*/ 695 w 899"/>
              <a:gd name="T5" fmla="*/ 70 h 894"/>
              <a:gd name="T6" fmla="*/ 551 w 899"/>
              <a:gd name="T7" fmla="*/ 9 h 894"/>
              <a:gd name="T8" fmla="*/ 395 w 899"/>
              <a:gd name="T9" fmla="*/ 0 h 894"/>
              <a:gd name="T10" fmla="*/ 245 w 899"/>
              <a:gd name="T11" fmla="*/ 46 h 894"/>
              <a:gd name="T12" fmla="*/ 120 w 899"/>
              <a:gd name="T13" fmla="*/ 140 h 894"/>
              <a:gd name="T14" fmla="*/ 35 w 899"/>
              <a:gd name="T15" fmla="*/ 271 h 894"/>
              <a:gd name="T16" fmla="*/ 0 w 899"/>
              <a:gd name="T17" fmla="*/ 423 h 894"/>
              <a:gd name="T18" fmla="*/ 0 w 899"/>
              <a:gd name="T19" fmla="*/ 471 h 894"/>
              <a:gd name="T20" fmla="*/ 35 w 899"/>
              <a:gd name="T21" fmla="*/ 623 h 894"/>
              <a:gd name="T22" fmla="*/ 120 w 899"/>
              <a:gd name="T23" fmla="*/ 754 h 894"/>
              <a:gd name="T24" fmla="*/ 245 w 899"/>
              <a:gd name="T25" fmla="*/ 849 h 894"/>
              <a:gd name="T26" fmla="*/ 395 w 899"/>
              <a:gd name="T27" fmla="*/ 894 h 894"/>
              <a:gd name="T28" fmla="*/ 551 w 899"/>
              <a:gd name="T29" fmla="*/ 886 h 894"/>
              <a:gd name="T30" fmla="*/ 695 w 899"/>
              <a:gd name="T31" fmla="*/ 825 h 894"/>
              <a:gd name="T32" fmla="*/ 809 w 899"/>
              <a:gd name="T33" fmla="*/ 718 h 894"/>
              <a:gd name="T34" fmla="*/ 880 w 899"/>
              <a:gd name="T35" fmla="*/ 579 h 894"/>
              <a:gd name="T36" fmla="*/ 499 w 899"/>
              <a:gd name="T37" fmla="*/ 149 h 894"/>
              <a:gd name="T38" fmla="*/ 499 w 899"/>
              <a:gd name="T39" fmla="*/ 149 h 894"/>
              <a:gd name="T40" fmla="*/ 577 w 899"/>
              <a:gd name="T41" fmla="*/ 348 h 894"/>
              <a:gd name="T42" fmla="*/ 544 w 899"/>
              <a:gd name="T43" fmla="*/ 560 h 894"/>
              <a:gd name="T44" fmla="*/ 576 w 899"/>
              <a:gd name="T45" fmla="*/ 372 h 894"/>
              <a:gd name="T46" fmla="*/ 605 w 899"/>
              <a:gd name="T47" fmla="*/ 402 h 894"/>
              <a:gd name="T48" fmla="*/ 605 w 899"/>
              <a:gd name="T49" fmla="*/ 402 h 894"/>
              <a:gd name="T50" fmla="*/ 569 w 899"/>
              <a:gd name="T51" fmla="*/ 533 h 894"/>
              <a:gd name="T52" fmla="*/ 606 w 899"/>
              <a:gd name="T53" fmla="*/ 487 h 894"/>
              <a:gd name="T54" fmla="*/ 597 w 899"/>
              <a:gd name="T55" fmla="*/ 447 h 894"/>
              <a:gd name="T56" fmla="*/ 610 w 899"/>
              <a:gd name="T57" fmla="*/ 467 h 894"/>
              <a:gd name="T58" fmla="*/ 525 w 899"/>
              <a:gd name="T59" fmla="*/ 321 h 894"/>
              <a:gd name="T60" fmla="*/ 514 w 899"/>
              <a:gd name="T61" fmla="*/ 299 h 894"/>
              <a:gd name="T62" fmla="*/ 455 w 899"/>
              <a:gd name="T63" fmla="*/ 286 h 894"/>
              <a:gd name="T64" fmla="*/ 455 w 899"/>
              <a:gd name="T65" fmla="*/ 286 h 894"/>
              <a:gd name="T66" fmla="*/ 449 w 899"/>
              <a:gd name="T67" fmla="*/ 342 h 894"/>
              <a:gd name="T68" fmla="*/ 513 w 899"/>
              <a:gd name="T69" fmla="*/ 580 h 894"/>
              <a:gd name="T70" fmla="*/ 382 w 899"/>
              <a:gd name="T71" fmla="*/ 594 h 894"/>
              <a:gd name="T72" fmla="*/ 306 w 899"/>
              <a:gd name="T73" fmla="*/ 413 h 894"/>
              <a:gd name="T74" fmla="*/ 306 w 899"/>
              <a:gd name="T75" fmla="*/ 413 h 894"/>
              <a:gd name="T76" fmla="*/ 311 w 899"/>
              <a:gd name="T77" fmla="*/ 396 h 894"/>
              <a:gd name="T78" fmla="*/ 289 w 899"/>
              <a:gd name="T79" fmla="*/ 470 h 894"/>
              <a:gd name="T80" fmla="*/ 313 w 899"/>
              <a:gd name="T81" fmla="*/ 504 h 894"/>
              <a:gd name="T82" fmla="*/ 321 w 899"/>
              <a:gd name="T83" fmla="*/ 520 h 894"/>
              <a:gd name="T84" fmla="*/ 321 w 899"/>
              <a:gd name="T85" fmla="*/ 520 h 894"/>
              <a:gd name="T86" fmla="*/ 340 w 899"/>
              <a:gd name="T87" fmla="*/ 349 h 894"/>
              <a:gd name="T88" fmla="*/ 348 w 899"/>
              <a:gd name="T89" fmla="*/ 573 h 894"/>
              <a:gd name="T90" fmla="*/ 359 w 899"/>
              <a:gd name="T91" fmla="*/ 313 h 894"/>
              <a:gd name="T92" fmla="*/ 435 w 899"/>
              <a:gd name="T93" fmla="*/ 286 h 894"/>
              <a:gd name="T94" fmla="*/ 435 w 899"/>
              <a:gd name="T95" fmla="*/ 286 h 894"/>
              <a:gd name="T96" fmla="*/ 400 w 899"/>
              <a:gd name="T97" fmla="*/ 308 h 894"/>
              <a:gd name="T98" fmla="*/ 312 w 899"/>
              <a:gd name="T99" fmla="*/ 311 h 894"/>
              <a:gd name="T100" fmla="*/ 147 w 899"/>
              <a:gd name="T101" fmla="*/ 447 h 894"/>
              <a:gd name="T102" fmla="*/ 263 w 899"/>
              <a:gd name="T103" fmla="*/ 498 h 894"/>
              <a:gd name="T104" fmla="*/ 312 w 899"/>
              <a:gd name="T105" fmla="*/ 583 h 894"/>
              <a:gd name="T106" fmla="*/ 401 w 899"/>
              <a:gd name="T107" fmla="*/ 602 h 894"/>
              <a:gd name="T108" fmla="*/ 449 w 899"/>
              <a:gd name="T109" fmla="*/ 609 h 894"/>
              <a:gd name="T110" fmla="*/ 461 w 899"/>
              <a:gd name="T111" fmla="*/ 609 h 894"/>
              <a:gd name="T112" fmla="*/ 500 w 899"/>
              <a:gd name="T113" fmla="*/ 601 h 894"/>
              <a:gd name="T114" fmla="*/ 499 w 899"/>
              <a:gd name="T115" fmla="*/ 634 h 894"/>
              <a:gd name="T116" fmla="*/ 732 w 899"/>
              <a:gd name="T117" fmla="*/ 554 h 894"/>
              <a:gd name="T118" fmla="*/ 732 w 899"/>
              <a:gd name="T119" fmla="*/ 341 h 8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99" h="894">
                <a:moveTo>
                  <a:pt x="828" y="447"/>
                </a:moveTo>
                <a:cubicBezTo>
                  <a:pt x="828" y="443"/>
                  <a:pt x="828" y="440"/>
                  <a:pt x="828" y="436"/>
                </a:cubicBezTo>
                <a:cubicBezTo>
                  <a:pt x="899" y="423"/>
                  <a:pt x="899" y="423"/>
                  <a:pt x="899" y="423"/>
                </a:cubicBezTo>
                <a:cubicBezTo>
                  <a:pt x="880" y="316"/>
                  <a:pt x="880" y="316"/>
                  <a:pt x="880" y="316"/>
                </a:cubicBezTo>
                <a:cubicBezTo>
                  <a:pt x="809" y="328"/>
                  <a:pt x="809" y="328"/>
                  <a:pt x="809" y="328"/>
                </a:cubicBezTo>
                <a:cubicBezTo>
                  <a:pt x="806" y="321"/>
                  <a:pt x="804" y="314"/>
                  <a:pt x="801" y="307"/>
                </a:cubicBezTo>
                <a:cubicBezTo>
                  <a:pt x="864" y="271"/>
                  <a:pt x="864" y="271"/>
                  <a:pt x="864" y="271"/>
                </a:cubicBezTo>
                <a:cubicBezTo>
                  <a:pt x="809" y="177"/>
                  <a:pt x="809" y="177"/>
                  <a:pt x="809" y="177"/>
                </a:cubicBezTo>
                <a:cubicBezTo>
                  <a:pt x="746" y="213"/>
                  <a:pt x="746" y="213"/>
                  <a:pt x="746" y="213"/>
                </a:cubicBezTo>
                <a:cubicBezTo>
                  <a:pt x="742" y="207"/>
                  <a:pt x="737" y="201"/>
                  <a:pt x="732" y="195"/>
                </a:cubicBezTo>
                <a:cubicBezTo>
                  <a:pt x="778" y="140"/>
                  <a:pt x="778" y="140"/>
                  <a:pt x="778" y="140"/>
                </a:cubicBezTo>
                <a:cubicBezTo>
                  <a:pt x="695" y="70"/>
                  <a:pt x="695" y="70"/>
                  <a:pt x="695" y="70"/>
                </a:cubicBezTo>
                <a:cubicBezTo>
                  <a:pt x="648" y="125"/>
                  <a:pt x="648" y="125"/>
                  <a:pt x="648" y="125"/>
                </a:cubicBezTo>
                <a:cubicBezTo>
                  <a:pt x="642" y="121"/>
                  <a:pt x="635" y="117"/>
                  <a:pt x="629" y="114"/>
                </a:cubicBezTo>
                <a:cubicBezTo>
                  <a:pt x="653" y="46"/>
                  <a:pt x="653" y="46"/>
                  <a:pt x="653" y="46"/>
                </a:cubicBezTo>
                <a:cubicBezTo>
                  <a:pt x="551" y="9"/>
                  <a:pt x="551" y="9"/>
                  <a:pt x="551" y="9"/>
                </a:cubicBezTo>
                <a:cubicBezTo>
                  <a:pt x="526" y="76"/>
                  <a:pt x="526" y="76"/>
                  <a:pt x="526" y="76"/>
                </a:cubicBezTo>
                <a:cubicBezTo>
                  <a:pt x="519" y="75"/>
                  <a:pt x="511" y="74"/>
                  <a:pt x="504" y="73"/>
                </a:cubicBezTo>
                <a:cubicBezTo>
                  <a:pt x="504" y="0"/>
                  <a:pt x="504" y="0"/>
                  <a:pt x="504" y="0"/>
                </a:cubicBezTo>
                <a:cubicBezTo>
                  <a:pt x="395" y="0"/>
                  <a:pt x="395" y="0"/>
                  <a:pt x="395" y="0"/>
                </a:cubicBezTo>
                <a:cubicBezTo>
                  <a:pt x="395" y="73"/>
                  <a:pt x="395" y="73"/>
                  <a:pt x="395" y="73"/>
                </a:cubicBezTo>
                <a:cubicBezTo>
                  <a:pt x="387" y="74"/>
                  <a:pt x="380" y="75"/>
                  <a:pt x="372" y="76"/>
                </a:cubicBezTo>
                <a:cubicBezTo>
                  <a:pt x="348" y="9"/>
                  <a:pt x="348" y="9"/>
                  <a:pt x="348" y="9"/>
                </a:cubicBezTo>
                <a:cubicBezTo>
                  <a:pt x="245" y="46"/>
                  <a:pt x="245" y="46"/>
                  <a:pt x="245" y="46"/>
                </a:cubicBezTo>
                <a:cubicBezTo>
                  <a:pt x="270" y="114"/>
                  <a:pt x="270" y="114"/>
                  <a:pt x="270" y="114"/>
                </a:cubicBezTo>
                <a:cubicBezTo>
                  <a:pt x="263" y="117"/>
                  <a:pt x="257" y="121"/>
                  <a:pt x="250" y="125"/>
                </a:cubicBezTo>
                <a:cubicBezTo>
                  <a:pt x="204" y="70"/>
                  <a:pt x="204" y="70"/>
                  <a:pt x="204" y="70"/>
                </a:cubicBezTo>
                <a:cubicBezTo>
                  <a:pt x="120" y="140"/>
                  <a:pt x="120" y="140"/>
                  <a:pt x="120" y="140"/>
                </a:cubicBezTo>
                <a:cubicBezTo>
                  <a:pt x="167" y="195"/>
                  <a:pt x="167" y="195"/>
                  <a:pt x="167" y="195"/>
                </a:cubicBezTo>
                <a:cubicBezTo>
                  <a:pt x="162" y="201"/>
                  <a:pt x="157" y="207"/>
                  <a:pt x="152" y="213"/>
                </a:cubicBezTo>
                <a:cubicBezTo>
                  <a:pt x="90" y="177"/>
                  <a:pt x="90" y="177"/>
                  <a:pt x="90" y="177"/>
                </a:cubicBezTo>
                <a:cubicBezTo>
                  <a:pt x="35" y="271"/>
                  <a:pt x="35" y="271"/>
                  <a:pt x="35" y="271"/>
                </a:cubicBezTo>
                <a:cubicBezTo>
                  <a:pt x="97" y="307"/>
                  <a:pt x="97" y="307"/>
                  <a:pt x="97" y="307"/>
                </a:cubicBezTo>
                <a:cubicBezTo>
                  <a:pt x="95" y="314"/>
                  <a:pt x="92" y="321"/>
                  <a:pt x="90" y="328"/>
                </a:cubicBezTo>
                <a:cubicBezTo>
                  <a:pt x="19" y="316"/>
                  <a:pt x="19" y="316"/>
                  <a:pt x="19" y="316"/>
                </a:cubicBezTo>
                <a:cubicBezTo>
                  <a:pt x="0" y="423"/>
                  <a:pt x="0" y="423"/>
                  <a:pt x="0" y="423"/>
                </a:cubicBezTo>
                <a:cubicBezTo>
                  <a:pt x="71" y="436"/>
                  <a:pt x="71" y="436"/>
                  <a:pt x="71" y="436"/>
                </a:cubicBezTo>
                <a:cubicBezTo>
                  <a:pt x="71" y="440"/>
                  <a:pt x="71" y="443"/>
                  <a:pt x="71" y="447"/>
                </a:cubicBezTo>
                <a:cubicBezTo>
                  <a:pt x="71" y="451"/>
                  <a:pt x="71" y="455"/>
                  <a:pt x="71" y="459"/>
                </a:cubicBezTo>
                <a:cubicBezTo>
                  <a:pt x="0" y="471"/>
                  <a:pt x="0" y="471"/>
                  <a:pt x="0" y="471"/>
                </a:cubicBezTo>
                <a:cubicBezTo>
                  <a:pt x="19" y="579"/>
                  <a:pt x="19" y="579"/>
                  <a:pt x="19" y="579"/>
                </a:cubicBezTo>
                <a:cubicBezTo>
                  <a:pt x="90" y="566"/>
                  <a:pt x="90" y="566"/>
                  <a:pt x="90" y="566"/>
                </a:cubicBezTo>
                <a:cubicBezTo>
                  <a:pt x="92" y="573"/>
                  <a:pt x="95" y="580"/>
                  <a:pt x="97" y="587"/>
                </a:cubicBezTo>
                <a:cubicBezTo>
                  <a:pt x="35" y="623"/>
                  <a:pt x="35" y="623"/>
                  <a:pt x="35" y="623"/>
                </a:cubicBezTo>
                <a:cubicBezTo>
                  <a:pt x="90" y="718"/>
                  <a:pt x="90" y="718"/>
                  <a:pt x="90" y="718"/>
                </a:cubicBezTo>
                <a:cubicBezTo>
                  <a:pt x="152" y="682"/>
                  <a:pt x="152" y="682"/>
                  <a:pt x="152" y="682"/>
                </a:cubicBezTo>
                <a:cubicBezTo>
                  <a:pt x="157" y="688"/>
                  <a:pt x="162" y="694"/>
                  <a:pt x="167" y="699"/>
                </a:cubicBezTo>
                <a:cubicBezTo>
                  <a:pt x="120" y="754"/>
                  <a:pt x="120" y="754"/>
                  <a:pt x="120" y="754"/>
                </a:cubicBezTo>
                <a:cubicBezTo>
                  <a:pt x="204" y="825"/>
                  <a:pt x="204" y="825"/>
                  <a:pt x="204" y="825"/>
                </a:cubicBezTo>
                <a:cubicBezTo>
                  <a:pt x="250" y="769"/>
                  <a:pt x="250" y="769"/>
                  <a:pt x="250" y="769"/>
                </a:cubicBezTo>
                <a:cubicBezTo>
                  <a:pt x="257" y="773"/>
                  <a:pt x="263" y="777"/>
                  <a:pt x="270" y="781"/>
                </a:cubicBezTo>
                <a:cubicBezTo>
                  <a:pt x="245" y="849"/>
                  <a:pt x="245" y="849"/>
                  <a:pt x="245" y="849"/>
                </a:cubicBezTo>
                <a:cubicBezTo>
                  <a:pt x="348" y="886"/>
                  <a:pt x="348" y="886"/>
                  <a:pt x="348" y="886"/>
                </a:cubicBezTo>
                <a:cubicBezTo>
                  <a:pt x="372" y="818"/>
                  <a:pt x="372" y="818"/>
                  <a:pt x="372" y="818"/>
                </a:cubicBezTo>
                <a:cubicBezTo>
                  <a:pt x="380" y="820"/>
                  <a:pt x="387" y="821"/>
                  <a:pt x="395" y="822"/>
                </a:cubicBezTo>
                <a:cubicBezTo>
                  <a:pt x="395" y="894"/>
                  <a:pt x="395" y="894"/>
                  <a:pt x="395" y="894"/>
                </a:cubicBezTo>
                <a:cubicBezTo>
                  <a:pt x="504" y="894"/>
                  <a:pt x="504" y="894"/>
                  <a:pt x="504" y="894"/>
                </a:cubicBezTo>
                <a:cubicBezTo>
                  <a:pt x="504" y="822"/>
                  <a:pt x="504" y="822"/>
                  <a:pt x="504" y="822"/>
                </a:cubicBezTo>
                <a:cubicBezTo>
                  <a:pt x="511" y="821"/>
                  <a:pt x="519" y="820"/>
                  <a:pt x="526" y="818"/>
                </a:cubicBezTo>
                <a:cubicBezTo>
                  <a:pt x="551" y="886"/>
                  <a:pt x="551" y="886"/>
                  <a:pt x="551" y="886"/>
                </a:cubicBezTo>
                <a:cubicBezTo>
                  <a:pt x="653" y="848"/>
                  <a:pt x="653" y="848"/>
                  <a:pt x="653" y="848"/>
                </a:cubicBezTo>
                <a:cubicBezTo>
                  <a:pt x="629" y="781"/>
                  <a:pt x="629" y="781"/>
                  <a:pt x="629" y="781"/>
                </a:cubicBezTo>
                <a:cubicBezTo>
                  <a:pt x="635" y="777"/>
                  <a:pt x="642" y="773"/>
                  <a:pt x="648" y="769"/>
                </a:cubicBezTo>
                <a:cubicBezTo>
                  <a:pt x="695" y="825"/>
                  <a:pt x="695" y="825"/>
                  <a:pt x="695" y="825"/>
                </a:cubicBezTo>
                <a:cubicBezTo>
                  <a:pt x="778" y="754"/>
                  <a:pt x="778" y="754"/>
                  <a:pt x="778" y="754"/>
                </a:cubicBezTo>
                <a:cubicBezTo>
                  <a:pt x="732" y="699"/>
                  <a:pt x="732" y="699"/>
                  <a:pt x="732" y="699"/>
                </a:cubicBezTo>
                <a:cubicBezTo>
                  <a:pt x="737" y="694"/>
                  <a:pt x="742" y="688"/>
                  <a:pt x="746" y="682"/>
                </a:cubicBezTo>
                <a:cubicBezTo>
                  <a:pt x="809" y="718"/>
                  <a:pt x="809" y="718"/>
                  <a:pt x="809" y="718"/>
                </a:cubicBezTo>
                <a:cubicBezTo>
                  <a:pt x="864" y="623"/>
                  <a:pt x="864" y="623"/>
                  <a:pt x="864" y="623"/>
                </a:cubicBezTo>
                <a:cubicBezTo>
                  <a:pt x="801" y="587"/>
                  <a:pt x="801" y="587"/>
                  <a:pt x="801" y="587"/>
                </a:cubicBezTo>
                <a:cubicBezTo>
                  <a:pt x="804" y="580"/>
                  <a:pt x="806" y="573"/>
                  <a:pt x="809" y="566"/>
                </a:cubicBezTo>
                <a:cubicBezTo>
                  <a:pt x="880" y="579"/>
                  <a:pt x="880" y="579"/>
                  <a:pt x="880" y="579"/>
                </a:cubicBezTo>
                <a:cubicBezTo>
                  <a:pt x="899" y="471"/>
                  <a:pt x="899" y="471"/>
                  <a:pt x="899" y="471"/>
                </a:cubicBezTo>
                <a:cubicBezTo>
                  <a:pt x="828" y="459"/>
                  <a:pt x="828" y="459"/>
                  <a:pt x="828" y="459"/>
                </a:cubicBezTo>
                <a:cubicBezTo>
                  <a:pt x="828" y="455"/>
                  <a:pt x="828" y="451"/>
                  <a:pt x="828" y="447"/>
                </a:cubicBezTo>
                <a:close/>
                <a:moveTo>
                  <a:pt x="499" y="149"/>
                </a:moveTo>
                <a:cubicBezTo>
                  <a:pt x="572" y="161"/>
                  <a:pt x="637" y="200"/>
                  <a:pt x="683" y="255"/>
                </a:cubicBezTo>
                <a:cubicBezTo>
                  <a:pt x="586" y="311"/>
                  <a:pt x="586" y="311"/>
                  <a:pt x="586" y="311"/>
                </a:cubicBezTo>
                <a:cubicBezTo>
                  <a:pt x="562" y="287"/>
                  <a:pt x="532" y="270"/>
                  <a:pt x="499" y="261"/>
                </a:cubicBezTo>
                <a:lnTo>
                  <a:pt x="499" y="149"/>
                </a:lnTo>
                <a:close/>
                <a:moveTo>
                  <a:pt x="566" y="357"/>
                </a:moveTo>
                <a:cubicBezTo>
                  <a:pt x="562" y="352"/>
                  <a:pt x="558" y="348"/>
                  <a:pt x="554" y="343"/>
                </a:cubicBezTo>
                <a:cubicBezTo>
                  <a:pt x="564" y="333"/>
                  <a:pt x="564" y="333"/>
                  <a:pt x="564" y="333"/>
                </a:cubicBezTo>
                <a:cubicBezTo>
                  <a:pt x="568" y="338"/>
                  <a:pt x="573" y="343"/>
                  <a:pt x="577" y="348"/>
                </a:cubicBezTo>
                <a:lnTo>
                  <a:pt x="566" y="357"/>
                </a:lnTo>
                <a:close/>
                <a:moveTo>
                  <a:pt x="568" y="558"/>
                </a:moveTo>
                <a:cubicBezTo>
                  <a:pt x="563" y="562"/>
                  <a:pt x="558" y="567"/>
                  <a:pt x="553" y="571"/>
                </a:cubicBezTo>
                <a:cubicBezTo>
                  <a:pt x="544" y="560"/>
                  <a:pt x="544" y="560"/>
                  <a:pt x="544" y="560"/>
                </a:cubicBezTo>
                <a:cubicBezTo>
                  <a:pt x="548" y="556"/>
                  <a:pt x="553" y="552"/>
                  <a:pt x="557" y="548"/>
                </a:cubicBezTo>
                <a:lnTo>
                  <a:pt x="568" y="558"/>
                </a:lnTo>
                <a:close/>
                <a:moveTo>
                  <a:pt x="584" y="389"/>
                </a:moveTo>
                <a:cubicBezTo>
                  <a:pt x="582" y="383"/>
                  <a:pt x="579" y="377"/>
                  <a:pt x="576" y="372"/>
                </a:cubicBezTo>
                <a:cubicBezTo>
                  <a:pt x="588" y="365"/>
                  <a:pt x="588" y="365"/>
                  <a:pt x="588" y="365"/>
                </a:cubicBezTo>
                <a:cubicBezTo>
                  <a:pt x="592" y="371"/>
                  <a:pt x="595" y="377"/>
                  <a:pt x="598" y="383"/>
                </a:cubicBezTo>
                <a:lnTo>
                  <a:pt x="584" y="389"/>
                </a:lnTo>
                <a:close/>
                <a:moveTo>
                  <a:pt x="605" y="402"/>
                </a:moveTo>
                <a:cubicBezTo>
                  <a:pt x="606" y="408"/>
                  <a:pt x="608" y="415"/>
                  <a:pt x="609" y="422"/>
                </a:cubicBezTo>
                <a:cubicBezTo>
                  <a:pt x="595" y="424"/>
                  <a:pt x="595" y="424"/>
                  <a:pt x="595" y="424"/>
                </a:cubicBezTo>
                <a:cubicBezTo>
                  <a:pt x="594" y="418"/>
                  <a:pt x="592" y="412"/>
                  <a:pt x="591" y="406"/>
                </a:cubicBezTo>
                <a:lnTo>
                  <a:pt x="605" y="402"/>
                </a:lnTo>
                <a:close/>
                <a:moveTo>
                  <a:pt x="579" y="518"/>
                </a:moveTo>
                <a:cubicBezTo>
                  <a:pt x="591" y="525"/>
                  <a:pt x="591" y="525"/>
                  <a:pt x="591" y="525"/>
                </a:cubicBezTo>
                <a:cubicBezTo>
                  <a:pt x="588" y="531"/>
                  <a:pt x="584" y="536"/>
                  <a:pt x="580" y="542"/>
                </a:cubicBezTo>
                <a:cubicBezTo>
                  <a:pt x="569" y="533"/>
                  <a:pt x="569" y="533"/>
                  <a:pt x="569" y="533"/>
                </a:cubicBezTo>
                <a:cubicBezTo>
                  <a:pt x="572" y="528"/>
                  <a:pt x="576" y="523"/>
                  <a:pt x="579" y="518"/>
                </a:cubicBezTo>
                <a:close/>
                <a:moveTo>
                  <a:pt x="586" y="501"/>
                </a:moveTo>
                <a:cubicBezTo>
                  <a:pt x="589" y="495"/>
                  <a:pt x="590" y="490"/>
                  <a:pt x="592" y="484"/>
                </a:cubicBezTo>
                <a:cubicBezTo>
                  <a:pt x="606" y="487"/>
                  <a:pt x="606" y="487"/>
                  <a:pt x="606" y="487"/>
                </a:cubicBezTo>
                <a:cubicBezTo>
                  <a:pt x="604" y="494"/>
                  <a:pt x="602" y="500"/>
                  <a:pt x="600" y="507"/>
                </a:cubicBezTo>
                <a:lnTo>
                  <a:pt x="586" y="501"/>
                </a:lnTo>
                <a:close/>
                <a:moveTo>
                  <a:pt x="595" y="466"/>
                </a:moveTo>
                <a:cubicBezTo>
                  <a:pt x="596" y="460"/>
                  <a:pt x="597" y="453"/>
                  <a:pt x="597" y="447"/>
                </a:cubicBezTo>
                <a:cubicBezTo>
                  <a:pt x="597" y="446"/>
                  <a:pt x="596" y="444"/>
                  <a:pt x="596" y="442"/>
                </a:cubicBezTo>
                <a:cubicBezTo>
                  <a:pt x="611" y="442"/>
                  <a:pt x="611" y="442"/>
                  <a:pt x="611" y="442"/>
                </a:cubicBezTo>
                <a:cubicBezTo>
                  <a:pt x="611" y="444"/>
                  <a:pt x="611" y="445"/>
                  <a:pt x="611" y="447"/>
                </a:cubicBezTo>
                <a:cubicBezTo>
                  <a:pt x="611" y="454"/>
                  <a:pt x="611" y="461"/>
                  <a:pt x="610" y="467"/>
                </a:cubicBezTo>
                <a:lnTo>
                  <a:pt x="595" y="466"/>
                </a:lnTo>
                <a:close/>
                <a:moveTo>
                  <a:pt x="549" y="320"/>
                </a:moveTo>
                <a:cubicBezTo>
                  <a:pt x="540" y="331"/>
                  <a:pt x="540" y="331"/>
                  <a:pt x="540" y="331"/>
                </a:cubicBezTo>
                <a:cubicBezTo>
                  <a:pt x="535" y="327"/>
                  <a:pt x="530" y="324"/>
                  <a:pt x="525" y="321"/>
                </a:cubicBezTo>
                <a:cubicBezTo>
                  <a:pt x="532" y="308"/>
                  <a:pt x="532" y="308"/>
                  <a:pt x="532" y="308"/>
                </a:cubicBezTo>
                <a:cubicBezTo>
                  <a:pt x="538" y="312"/>
                  <a:pt x="543" y="315"/>
                  <a:pt x="549" y="320"/>
                </a:cubicBezTo>
                <a:close/>
                <a:moveTo>
                  <a:pt x="495" y="292"/>
                </a:moveTo>
                <a:cubicBezTo>
                  <a:pt x="501" y="294"/>
                  <a:pt x="508" y="296"/>
                  <a:pt x="514" y="299"/>
                </a:cubicBezTo>
                <a:cubicBezTo>
                  <a:pt x="508" y="312"/>
                  <a:pt x="508" y="312"/>
                  <a:pt x="508" y="312"/>
                </a:cubicBezTo>
                <a:cubicBezTo>
                  <a:pt x="503" y="310"/>
                  <a:pt x="497" y="308"/>
                  <a:pt x="491" y="306"/>
                </a:cubicBezTo>
                <a:lnTo>
                  <a:pt x="495" y="292"/>
                </a:lnTo>
                <a:close/>
                <a:moveTo>
                  <a:pt x="455" y="286"/>
                </a:moveTo>
                <a:cubicBezTo>
                  <a:pt x="462" y="286"/>
                  <a:pt x="469" y="286"/>
                  <a:pt x="475" y="288"/>
                </a:cubicBezTo>
                <a:cubicBezTo>
                  <a:pt x="473" y="302"/>
                  <a:pt x="473" y="302"/>
                  <a:pt x="473" y="302"/>
                </a:cubicBezTo>
                <a:cubicBezTo>
                  <a:pt x="467" y="301"/>
                  <a:pt x="461" y="300"/>
                  <a:pt x="455" y="300"/>
                </a:cubicBezTo>
                <a:lnTo>
                  <a:pt x="455" y="286"/>
                </a:lnTo>
                <a:close/>
                <a:moveTo>
                  <a:pt x="554" y="447"/>
                </a:moveTo>
                <a:cubicBezTo>
                  <a:pt x="554" y="505"/>
                  <a:pt x="507" y="552"/>
                  <a:pt x="449" y="552"/>
                </a:cubicBezTo>
                <a:cubicBezTo>
                  <a:pt x="391" y="552"/>
                  <a:pt x="344" y="505"/>
                  <a:pt x="344" y="447"/>
                </a:cubicBezTo>
                <a:cubicBezTo>
                  <a:pt x="344" y="389"/>
                  <a:pt x="391" y="342"/>
                  <a:pt x="449" y="342"/>
                </a:cubicBezTo>
                <a:cubicBezTo>
                  <a:pt x="507" y="342"/>
                  <a:pt x="554" y="389"/>
                  <a:pt x="554" y="447"/>
                </a:cubicBezTo>
                <a:close/>
                <a:moveTo>
                  <a:pt x="537" y="583"/>
                </a:moveTo>
                <a:cubicBezTo>
                  <a:pt x="531" y="587"/>
                  <a:pt x="525" y="590"/>
                  <a:pt x="519" y="593"/>
                </a:cubicBezTo>
                <a:cubicBezTo>
                  <a:pt x="513" y="580"/>
                  <a:pt x="513" y="580"/>
                  <a:pt x="513" y="580"/>
                </a:cubicBezTo>
                <a:cubicBezTo>
                  <a:pt x="518" y="578"/>
                  <a:pt x="524" y="575"/>
                  <a:pt x="529" y="571"/>
                </a:cubicBezTo>
                <a:lnTo>
                  <a:pt x="537" y="583"/>
                </a:lnTo>
                <a:close/>
                <a:moveTo>
                  <a:pt x="388" y="581"/>
                </a:moveTo>
                <a:cubicBezTo>
                  <a:pt x="382" y="594"/>
                  <a:pt x="382" y="594"/>
                  <a:pt x="382" y="594"/>
                </a:cubicBezTo>
                <a:cubicBezTo>
                  <a:pt x="376" y="592"/>
                  <a:pt x="370" y="588"/>
                  <a:pt x="364" y="585"/>
                </a:cubicBezTo>
                <a:cubicBezTo>
                  <a:pt x="372" y="573"/>
                  <a:pt x="372" y="573"/>
                  <a:pt x="372" y="573"/>
                </a:cubicBezTo>
                <a:cubicBezTo>
                  <a:pt x="377" y="576"/>
                  <a:pt x="382" y="579"/>
                  <a:pt x="388" y="581"/>
                </a:cubicBezTo>
                <a:close/>
                <a:moveTo>
                  <a:pt x="306" y="413"/>
                </a:moveTo>
                <a:cubicBezTo>
                  <a:pt x="305" y="419"/>
                  <a:pt x="303" y="425"/>
                  <a:pt x="303" y="431"/>
                </a:cubicBezTo>
                <a:cubicBezTo>
                  <a:pt x="288" y="430"/>
                  <a:pt x="288" y="430"/>
                  <a:pt x="288" y="430"/>
                </a:cubicBezTo>
                <a:cubicBezTo>
                  <a:pt x="289" y="423"/>
                  <a:pt x="290" y="416"/>
                  <a:pt x="292" y="410"/>
                </a:cubicBezTo>
                <a:lnTo>
                  <a:pt x="306" y="413"/>
                </a:lnTo>
                <a:close/>
                <a:moveTo>
                  <a:pt x="298" y="391"/>
                </a:moveTo>
                <a:cubicBezTo>
                  <a:pt x="300" y="384"/>
                  <a:pt x="303" y="378"/>
                  <a:pt x="306" y="372"/>
                </a:cubicBezTo>
                <a:cubicBezTo>
                  <a:pt x="319" y="379"/>
                  <a:pt x="319" y="379"/>
                  <a:pt x="319" y="379"/>
                </a:cubicBezTo>
                <a:cubicBezTo>
                  <a:pt x="316" y="384"/>
                  <a:pt x="313" y="390"/>
                  <a:pt x="311" y="396"/>
                </a:cubicBezTo>
                <a:lnTo>
                  <a:pt x="298" y="391"/>
                </a:lnTo>
                <a:close/>
                <a:moveTo>
                  <a:pt x="302" y="450"/>
                </a:moveTo>
                <a:cubicBezTo>
                  <a:pt x="302" y="456"/>
                  <a:pt x="303" y="462"/>
                  <a:pt x="303" y="468"/>
                </a:cubicBezTo>
                <a:cubicBezTo>
                  <a:pt x="289" y="470"/>
                  <a:pt x="289" y="470"/>
                  <a:pt x="289" y="470"/>
                </a:cubicBezTo>
                <a:cubicBezTo>
                  <a:pt x="288" y="464"/>
                  <a:pt x="288" y="457"/>
                  <a:pt x="288" y="450"/>
                </a:cubicBezTo>
                <a:lnTo>
                  <a:pt x="302" y="450"/>
                </a:lnTo>
                <a:close/>
                <a:moveTo>
                  <a:pt x="307" y="486"/>
                </a:moveTo>
                <a:cubicBezTo>
                  <a:pt x="309" y="492"/>
                  <a:pt x="311" y="498"/>
                  <a:pt x="313" y="504"/>
                </a:cubicBezTo>
                <a:cubicBezTo>
                  <a:pt x="300" y="509"/>
                  <a:pt x="300" y="509"/>
                  <a:pt x="300" y="509"/>
                </a:cubicBezTo>
                <a:cubicBezTo>
                  <a:pt x="297" y="503"/>
                  <a:pt x="295" y="496"/>
                  <a:pt x="293" y="490"/>
                </a:cubicBezTo>
                <a:lnTo>
                  <a:pt x="307" y="486"/>
                </a:lnTo>
                <a:close/>
                <a:moveTo>
                  <a:pt x="321" y="520"/>
                </a:moveTo>
                <a:cubicBezTo>
                  <a:pt x="324" y="525"/>
                  <a:pt x="328" y="531"/>
                  <a:pt x="331" y="535"/>
                </a:cubicBezTo>
                <a:cubicBezTo>
                  <a:pt x="320" y="544"/>
                  <a:pt x="320" y="544"/>
                  <a:pt x="320" y="544"/>
                </a:cubicBezTo>
                <a:cubicBezTo>
                  <a:pt x="316" y="539"/>
                  <a:pt x="312" y="533"/>
                  <a:pt x="309" y="527"/>
                </a:cubicBezTo>
                <a:lnTo>
                  <a:pt x="321" y="520"/>
                </a:lnTo>
                <a:close/>
                <a:moveTo>
                  <a:pt x="328" y="363"/>
                </a:moveTo>
                <a:cubicBezTo>
                  <a:pt x="316" y="355"/>
                  <a:pt x="316" y="355"/>
                  <a:pt x="316" y="355"/>
                </a:cubicBezTo>
                <a:cubicBezTo>
                  <a:pt x="320" y="349"/>
                  <a:pt x="325" y="344"/>
                  <a:pt x="329" y="339"/>
                </a:cubicBezTo>
                <a:cubicBezTo>
                  <a:pt x="340" y="349"/>
                  <a:pt x="340" y="349"/>
                  <a:pt x="340" y="349"/>
                </a:cubicBezTo>
                <a:cubicBezTo>
                  <a:pt x="336" y="353"/>
                  <a:pt x="332" y="358"/>
                  <a:pt x="328" y="363"/>
                </a:cubicBezTo>
                <a:close/>
                <a:moveTo>
                  <a:pt x="343" y="549"/>
                </a:moveTo>
                <a:cubicBezTo>
                  <a:pt x="347" y="554"/>
                  <a:pt x="352" y="558"/>
                  <a:pt x="357" y="562"/>
                </a:cubicBezTo>
                <a:cubicBezTo>
                  <a:pt x="348" y="573"/>
                  <a:pt x="348" y="573"/>
                  <a:pt x="348" y="573"/>
                </a:cubicBezTo>
                <a:cubicBezTo>
                  <a:pt x="342" y="569"/>
                  <a:pt x="337" y="564"/>
                  <a:pt x="333" y="559"/>
                </a:cubicBezTo>
                <a:lnTo>
                  <a:pt x="343" y="549"/>
                </a:lnTo>
                <a:close/>
                <a:moveTo>
                  <a:pt x="343" y="325"/>
                </a:moveTo>
                <a:cubicBezTo>
                  <a:pt x="349" y="320"/>
                  <a:pt x="354" y="316"/>
                  <a:pt x="359" y="313"/>
                </a:cubicBezTo>
                <a:cubicBezTo>
                  <a:pt x="368" y="325"/>
                  <a:pt x="368" y="325"/>
                  <a:pt x="368" y="325"/>
                </a:cubicBezTo>
                <a:cubicBezTo>
                  <a:pt x="362" y="328"/>
                  <a:pt x="358" y="332"/>
                  <a:pt x="353" y="336"/>
                </a:cubicBezTo>
                <a:lnTo>
                  <a:pt x="343" y="325"/>
                </a:lnTo>
                <a:close/>
                <a:moveTo>
                  <a:pt x="435" y="286"/>
                </a:moveTo>
                <a:cubicBezTo>
                  <a:pt x="436" y="301"/>
                  <a:pt x="436" y="301"/>
                  <a:pt x="436" y="301"/>
                </a:cubicBezTo>
                <a:cubicBezTo>
                  <a:pt x="430" y="301"/>
                  <a:pt x="424" y="302"/>
                  <a:pt x="418" y="303"/>
                </a:cubicBezTo>
                <a:cubicBezTo>
                  <a:pt x="415" y="289"/>
                  <a:pt x="415" y="289"/>
                  <a:pt x="415" y="289"/>
                </a:cubicBezTo>
                <a:cubicBezTo>
                  <a:pt x="422" y="288"/>
                  <a:pt x="428" y="287"/>
                  <a:pt x="435" y="286"/>
                </a:cubicBezTo>
                <a:close/>
                <a:moveTo>
                  <a:pt x="383" y="315"/>
                </a:moveTo>
                <a:cubicBezTo>
                  <a:pt x="377" y="302"/>
                  <a:pt x="377" y="302"/>
                  <a:pt x="377" y="302"/>
                </a:cubicBezTo>
                <a:cubicBezTo>
                  <a:pt x="383" y="299"/>
                  <a:pt x="389" y="297"/>
                  <a:pt x="396" y="295"/>
                </a:cubicBezTo>
                <a:cubicBezTo>
                  <a:pt x="400" y="308"/>
                  <a:pt x="400" y="308"/>
                  <a:pt x="400" y="308"/>
                </a:cubicBezTo>
                <a:cubicBezTo>
                  <a:pt x="395" y="310"/>
                  <a:pt x="389" y="313"/>
                  <a:pt x="383" y="315"/>
                </a:cubicBezTo>
                <a:close/>
                <a:moveTo>
                  <a:pt x="400" y="149"/>
                </a:moveTo>
                <a:cubicBezTo>
                  <a:pt x="400" y="261"/>
                  <a:pt x="400" y="261"/>
                  <a:pt x="400" y="261"/>
                </a:cubicBezTo>
                <a:cubicBezTo>
                  <a:pt x="366" y="270"/>
                  <a:pt x="336" y="287"/>
                  <a:pt x="312" y="311"/>
                </a:cubicBezTo>
                <a:cubicBezTo>
                  <a:pt x="216" y="255"/>
                  <a:pt x="216" y="255"/>
                  <a:pt x="216" y="255"/>
                </a:cubicBezTo>
                <a:cubicBezTo>
                  <a:pt x="261" y="200"/>
                  <a:pt x="326" y="161"/>
                  <a:pt x="400" y="149"/>
                </a:cubicBezTo>
                <a:close/>
                <a:moveTo>
                  <a:pt x="166" y="554"/>
                </a:moveTo>
                <a:cubicBezTo>
                  <a:pt x="154" y="520"/>
                  <a:pt x="147" y="485"/>
                  <a:pt x="147" y="447"/>
                </a:cubicBezTo>
                <a:cubicBezTo>
                  <a:pt x="147" y="410"/>
                  <a:pt x="154" y="374"/>
                  <a:pt x="166" y="341"/>
                </a:cubicBezTo>
                <a:cubicBezTo>
                  <a:pt x="263" y="397"/>
                  <a:pt x="263" y="397"/>
                  <a:pt x="263" y="397"/>
                </a:cubicBezTo>
                <a:cubicBezTo>
                  <a:pt x="259" y="413"/>
                  <a:pt x="256" y="430"/>
                  <a:pt x="256" y="447"/>
                </a:cubicBezTo>
                <a:cubicBezTo>
                  <a:pt x="256" y="465"/>
                  <a:pt x="259" y="482"/>
                  <a:pt x="263" y="498"/>
                </a:cubicBezTo>
                <a:lnTo>
                  <a:pt x="166" y="554"/>
                </a:lnTo>
                <a:close/>
                <a:moveTo>
                  <a:pt x="400" y="745"/>
                </a:moveTo>
                <a:cubicBezTo>
                  <a:pt x="326" y="733"/>
                  <a:pt x="261" y="695"/>
                  <a:pt x="216" y="639"/>
                </a:cubicBezTo>
                <a:cubicBezTo>
                  <a:pt x="312" y="583"/>
                  <a:pt x="312" y="583"/>
                  <a:pt x="312" y="583"/>
                </a:cubicBezTo>
                <a:cubicBezTo>
                  <a:pt x="336" y="607"/>
                  <a:pt x="366" y="625"/>
                  <a:pt x="400" y="634"/>
                </a:cubicBezTo>
                <a:lnTo>
                  <a:pt x="400" y="745"/>
                </a:lnTo>
                <a:close/>
                <a:moveTo>
                  <a:pt x="420" y="606"/>
                </a:moveTo>
                <a:cubicBezTo>
                  <a:pt x="414" y="605"/>
                  <a:pt x="407" y="604"/>
                  <a:pt x="401" y="602"/>
                </a:cubicBezTo>
                <a:cubicBezTo>
                  <a:pt x="405" y="588"/>
                  <a:pt x="405" y="588"/>
                  <a:pt x="405" y="588"/>
                </a:cubicBezTo>
                <a:cubicBezTo>
                  <a:pt x="411" y="590"/>
                  <a:pt x="417" y="591"/>
                  <a:pt x="423" y="592"/>
                </a:cubicBezTo>
                <a:lnTo>
                  <a:pt x="420" y="606"/>
                </a:lnTo>
                <a:close/>
                <a:moveTo>
                  <a:pt x="449" y="609"/>
                </a:moveTo>
                <a:cubicBezTo>
                  <a:pt x="446" y="609"/>
                  <a:pt x="443" y="609"/>
                  <a:pt x="441" y="609"/>
                </a:cubicBezTo>
                <a:cubicBezTo>
                  <a:pt x="441" y="594"/>
                  <a:pt x="441" y="594"/>
                  <a:pt x="441" y="594"/>
                </a:cubicBezTo>
                <a:cubicBezTo>
                  <a:pt x="447" y="595"/>
                  <a:pt x="454" y="595"/>
                  <a:pt x="460" y="594"/>
                </a:cubicBezTo>
                <a:cubicBezTo>
                  <a:pt x="461" y="609"/>
                  <a:pt x="461" y="609"/>
                  <a:pt x="461" y="609"/>
                </a:cubicBezTo>
                <a:cubicBezTo>
                  <a:pt x="457" y="609"/>
                  <a:pt x="453" y="609"/>
                  <a:pt x="449" y="609"/>
                </a:cubicBezTo>
                <a:close/>
                <a:moveTo>
                  <a:pt x="478" y="592"/>
                </a:moveTo>
                <a:cubicBezTo>
                  <a:pt x="484" y="591"/>
                  <a:pt x="490" y="589"/>
                  <a:pt x="496" y="587"/>
                </a:cubicBezTo>
                <a:cubicBezTo>
                  <a:pt x="500" y="601"/>
                  <a:pt x="500" y="601"/>
                  <a:pt x="500" y="601"/>
                </a:cubicBezTo>
                <a:cubicBezTo>
                  <a:pt x="494" y="603"/>
                  <a:pt x="487" y="605"/>
                  <a:pt x="481" y="606"/>
                </a:cubicBezTo>
                <a:lnTo>
                  <a:pt x="478" y="592"/>
                </a:lnTo>
                <a:close/>
                <a:moveTo>
                  <a:pt x="499" y="745"/>
                </a:moveTo>
                <a:cubicBezTo>
                  <a:pt x="499" y="634"/>
                  <a:pt x="499" y="634"/>
                  <a:pt x="499" y="634"/>
                </a:cubicBezTo>
                <a:cubicBezTo>
                  <a:pt x="532" y="625"/>
                  <a:pt x="562" y="607"/>
                  <a:pt x="586" y="583"/>
                </a:cubicBezTo>
                <a:cubicBezTo>
                  <a:pt x="683" y="639"/>
                  <a:pt x="683" y="639"/>
                  <a:pt x="683" y="639"/>
                </a:cubicBezTo>
                <a:cubicBezTo>
                  <a:pt x="637" y="695"/>
                  <a:pt x="572" y="733"/>
                  <a:pt x="499" y="745"/>
                </a:cubicBezTo>
                <a:close/>
                <a:moveTo>
                  <a:pt x="732" y="554"/>
                </a:moveTo>
                <a:cubicBezTo>
                  <a:pt x="636" y="498"/>
                  <a:pt x="636" y="498"/>
                  <a:pt x="636" y="498"/>
                </a:cubicBezTo>
                <a:cubicBezTo>
                  <a:pt x="640" y="482"/>
                  <a:pt x="642" y="465"/>
                  <a:pt x="642" y="447"/>
                </a:cubicBezTo>
                <a:cubicBezTo>
                  <a:pt x="642" y="430"/>
                  <a:pt x="640" y="413"/>
                  <a:pt x="636" y="397"/>
                </a:cubicBezTo>
                <a:cubicBezTo>
                  <a:pt x="732" y="341"/>
                  <a:pt x="732" y="341"/>
                  <a:pt x="732" y="341"/>
                </a:cubicBezTo>
                <a:cubicBezTo>
                  <a:pt x="745" y="374"/>
                  <a:pt x="752" y="410"/>
                  <a:pt x="752" y="447"/>
                </a:cubicBezTo>
                <a:cubicBezTo>
                  <a:pt x="752" y="485"/>
                  <a:pt x="745" y="520"/>
                  <a:pt x="732" y="554"/>
                </a:cubicBezTo>
                <a:close/>
              </a:path>
            </a:pathLst>
          </a:cu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17" name="Freeform 18"/>
          <p:cNvSpPr>
            <a:spLocks noEditPoints="1"/>
          </p:cNvSpPr>
          <p:nvPr/>
        </p:nvSpPr>
        <p:spPr bwMode="auto">
          <a:xfrm>
            <a:off x="7246052" y="3255484"/>
            <a:ext cx="1725611" cy="1712651"/>
          </a:xfrm>
          <a:custGeom>
            <a:avLst/>
            <a:gdLst>
              <a:gd name="T0" fmla="*/ 664 w 664"/>
              <a:gd name="T1" fmla="*/ 312 h 659"/>
              <a:gd name="T2" fmla="*/ 592 w 664"/>
              <a:gd name="T3" fmla="*/ 226 h 659"/>
              <a:gd name="T4" fmla="*/ 551 w 664"/>
              <a:gd name="T5" fmla="*/ 156 h 659"/>
              <a:gd name="T6" fmla="*/ 513 w 664"/>
              <a:gd name="T7" fmla="*/ 51 h 659"/>
              <a:gd name="T8" fmla="*/ 483 w 664"/>
              <a:gd name="T9" fmla="*/ 33 h 659"/>
              <a:gd name="T10" fmla="*/ 372 w 664"/>
              <a:gd name="T11" fmla="*/ 53 h 659"/>
              <a:gd name="T12" fmla="*/ 292 w 664"/>
              <a:gd name="T13" fmla="*/ 53 h 659"/>
              <a:gd name="T14" fmla="*/ 181 w 664"/>
              <a:gd name="T15" fmla="*/ 33 h 659"/>
              <a:gd name="T16" fmla="*/ 151 w 664"/>
              <a:gd name="T17" fmla="*/ 51 h 659"/>
              <a:gd name="T18" fmla="*/ 113 w 664"/>
              <a:gd name="T19" fmla="*/ 156 h 659"/>
              <a:gd name="T20" fmla="*/ 73 w 664"/>
              <a:gd name="T21" fmla="*/ 226 h 659"/>
              <a:gd name="T22" fmla="*/ 0 w 664"/>
              <a:gd name="T23" fmla="*/ 312 h 659"/>
              <a:gd name="T24" fmla="*/ 53 w 664"/>
              <a:gd name="T25" fmla="*/ 337 h 659"/>
              <a:gd name="T26" fmla="*/ 67 w 664"/>
              <a:gd name="T27" fmla="*/ 417 h 659"/>
              <a:gd name="T28" fmla="*/ 67 w 664"/>
              <a:gd name="T29" fmla="*/ 529 h 659"/>
              <a:gd name="T30" fmla="*/ 89 w 664"/>
              <a:gd name="T31" fmla="*/ 556 h 659"/>
              <a:gd name="T32" fmla="*/ 200 w 664"/>
              <a:gd name="T33" fmla="*/ 575 h 659"/>
              <a:gd name="T34" fmla="*/ 275 w 664"/>
              <a:gd name="T35" fmla="*/ 603 h 659"/>
              <a:gd name="T36" fmla="*/ 372 w 664"/>
              <a:gd name="T37" fmla="*/ 659 h 659"/>
              <a:gd name="T38" fmla="*/ 407 w 664"/>
              <a:gd name="T39" fmla="*/ 653 h 659"/>
              <a:gd name="T40" fmla="*/ 479 w 664"/>
              <a:gd name="T41" fmla="*/ 567 h 659"/>
              <a:gd name="T42" fmla="*/ 540 w 664"/>
              <a:gd name="T43" fmla="*/ 515 h 659"/>
              <a:gd name="T44" fmla="*/ 638 w 664"/>
              <a:gd name="T45" fmla="*/ 459 h 659"/>
              <a:gd name="T46" fmla="*/ 650 w 664"/>
              <a:gd name="T47" fmla="*/ 426 h 659"/>
              <a:gd name="T48" fmla="*/ 611 w 664"/>
              <a:gd name="T49" fmla="*/ 329 h 659"/>
              <a:gd name="T50" fmla="*/ 511 w 664"/>
              <a:gd name="T51" fmla="*/ 201 h 659"/>
              <a:gd name="T52" fmla="*/ 439 w 664"/>
              <a:gd name="T53" fmla="*/ 232 h 659"/>
              <a:gd name="T54" fmla="*/ 439 w 664"/>
              <a:gd name="T55" fmla="*/ 232 h 659"/>
              <a:gd name="T56" fmla="*/ 429 w 664"/>
              <a:gd name="T57" fmla="*/ 222 h 659"/>
              <a:gd name="T58" fmla="*/ 314 w 664"/>
              <a:gd name="T59" fmla="*/ 322 h 659"/>
              <a:gd name="T60" fmla="*/ 235 w 664"/>
              <a:gd name="T61" fmla="*/ 222 h 659"/>
              <a:gd name="T62" fmla="*/ 235 w 664"/>
              <a:gd name="T63" fmla="*/ 222 h 659"/>
              <a:gd name="T64" fmla="*/ 188 w 664"/>
              <a:gd name="T65" fmla="*/ 337 h 659"/>
              <a:gd name="T66" fmla="*/ 325 w 664"/>
              <a:gd name="T67" fmla="*/ 473 h 659"/>
              <a:gd name="T68" fmla="*/ 340 w 664"/>
              <a:gd name="T69" fmla="*/ 347 h 659"/>
              <a:gd name="T70" fmla="*/ 340 w 664"/>
              <a:gd name="T71" fmla="*/ 347 h 659"/>
              <a:gd name="T72" fmla="*/ 476 w 664"/>
              <a:gd name="T73" fmla="*/ 337 h 659"/>
              <a:gd name="T74" fmla="*/ 311 w 664"/>
              <a:gd name="T75" fmla="*/ 110 h 659"/>
              <a:gd name="T76" fmla="*/ 311 w 664"/>
              <a:gd name="T77" fmla="*/ 83 h 659"/>
              <a:gd name="T78" fmla="*/ 108 w 664"/>
              <a:gd name="T79" fmla="*/ 224 h 659"/>
              <a:gd name="T80" fmla="*/ 132 w 664"/>
              <a:gd name="T81" fmla="*/ 420 h 659"/>
              <a:gd name="T82" fmla="*/ 129 w 664"/>
              <a:gd name="T83" fmla="*/ 471 h 659"/>
              <a:gd name="T84" fmla="*/ 311 w 664"/>
              <a:gd name="T85" fmla="*/ 575 h 659"/>
              <a:gd name="T86" fmla="*/ 511 w 664"/>
              <a:gd name="T87" fmla="*/ 457 h 659"/>
              <a:gd name="T88" fmla="*/ 556 w 664"/>
              <a:gd name="T89" fmla="*/ 434 h 659"/>
              <a:gd name="T90" fmla="*/ 532 w 664"/>
              <a:gd name="T91" fmla="*/ 238 h 659"/>
              <a:gd name="T92" fmla="*/ 556 w 664"/>
              <a:gd name="T93" fmla="*/ 434 h 6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64" h="659">
                <a:moveTo>
                  <a:pt x="611" y="329"/>
                </a:moveTo>
                <a:cubicBezTo>
                  <a:pt x="611" y="326"/>
                  <a:pt x="611" y="324"/>
                  <a:pt x="611" y="321"/>
                </a:cubicBezTo>
                <a:cubicBezTo>
                  <a:pt x="664" y="312"/>
                  <a:pt x="664" y="312"/>
                  <a:pt x="664" y="312"/>
                </a:cubicBezTo>
                <a:cubicBezTo>
                  <a:pt x="650" y="232"/>
                  <a:pt x="650" y="232"/>
                  <a:pt x="650" y="232"/>
                </a:cubicBezTo>
                <a:cubicBezTo>
                  <a:pt x="597" y="242"/>
                  <a:pt x="597" y="242"/>
                  <a:pt x="597" y="242"/>
                </a:cubicBezTo>
                <a:cubicBezTo>
                  <a:pt x="595" y="236"/>
                  <a:pt x="594" y="231"/>
                  <a:pt x="592" y="226"/>
                </a:cubicBezTo>
                <a:cubicBezTo>
                  <a:pt x="638" y="199"/>
                  <a:pt x="638" y="199"/>
                  <a:pt x="638" y="199"/>
                </a:cubicBezTo>
                <a:cubicBezTo>
                  <a:pt x="597" y="129"/>
                  <a:pt x="597" y="129"/>
                  <a:pt x="597" y="129"/>
                </a:cubicBezTo>
                <a:cubicBezTo>
                  <a:pt x="551" y="156"/>
                  <a:pt x="551" y="156"/>
                  <a:pt x="551" y="156"/>
                </a:cubicBezTo>
                <a:cubicBezTo>
                  <a:pt x="548" y="152"/>
                  <a:pt x="544" y="148"/>
                  <a:pt x="540" y="143"/>
                </a:cubicBezTo>
                <a:cubicBezTo>
                  <a:pt x="575" y="103"/>
                  <a:pt x="575" y="103"/>
                  <a:pt x="575" y="103"/>
                </a:cubicBezTo>
                <a:cubicBezTo>
                  <a:pt x="513" y="51"/>
                  <a:pt x="513" y="51"/>
                  <a:pt x="513" y="51"/>
                </a:cubicBezTo>
                <a:cubicBezTo>
                  <a:pt x="479" y="92"/>
                  <a:pt x="479" y="92"/>
                  <a:pt x="479" y="92"/>
                </a:cubicBezTo>
                <a:cubicBezTo>
                  <a:pt x="474" y="89"/>
                  <a:pt x="469" y="86"/>
                  <a:pt x="464" y="83"/>
                </a:cubicBezTo>
                <a:cubicBezTo>
                  <a:pt x="483" y="33"/>
                  <a:pt x="483" y="33"/>
                  <a:pt x="483" y="33"/>
                </a:cubicBezTo>
                <a:cubicBezTo>
                  <a:pt x="407" y="6"/>
                  <a:pt x="407" y="6"/>
                  <a:pt x="407" y="6"/>
                </a:cubicBezTo>
                <a:cubicBezTo>
                  <a:pt x="389" y="56"/>
                  <a:pt x="389" y="56"/>
                  <a:pt x="389" y="56"/>
                </a:cubicBezTo>
                <a:cubicBezTo>
                  <a:pt x="383" y="55"/>
                  <a:pt x="378" y="54"/>
                  <a:pt x="372" y="53"/>
                </a:cubicBezTo>
                <a:cubicBezTo>
                  <a:pt x="372" y="0"/>
                  <a:pt x="372" y="0"/>
                  <a:pt x="372" y="0"/>
                </a:cubicBezTo>
                <a:cubicBezTo>
                  <a:pt x="292" y="0"/>
                  <a:pt x="292" y="0"/>
                  <a:pt x="292" y="0"/>
                </a:cubicBezTo>
                <a:cubicBezTo>
                  <a:pt x="292" y="53"/>
                  <a:pt x="292" y="53"/>
                  <a:pt x="292" y="53"/>
                </a:cubicBezTo>
                <a:cubicBezTo>
                  <a:pt x="286" y="54"/>
                  <a:pt x="281" y="55"/>
                  <a:pt x="275" y="56"/>
                </a:cubicBezTo>
                <a:cubicBezTo>
                  <a:pt x="257" y="6"/>
                  <a:pt x="257" y="6"/>
                  <a:pt x="257" y="6"/>
                </a:cubicBezTo>
                <a:cubicBezTo>
                  <a:pt x="181" y="33"/>
                  <a:pt x="181" y="33"/>
                  <a:pt x="181" y="33"/>
                </a:cubicBezTo>
                <a:cubicBezTo>
                  <a:pt x="200" y="83"/>
                  <a:pt x="200" y="83"/>
                  <a:pt x="200" y="83"/>
                </a:cubicBezTo>
                <a:cubicBezTo>
                  <a:pt x="195" y="86"/>
                  <a:pt x="190" y="89"/>
                  <a:pt x="185" y="92"/>
                </a:cubicBezTo>
                <a:cubicBezTo>
                  <a:pt x="151" y="51"/>
                  <a:pt x="151" y="51"/>
                  <a:pt x="151" y="51"/>
                </a:cubicBezTo>
                <a:cubicBezTo>
                  <a:pt x="89" y="103"/>
                  <a:pt x="89" y="103"/>
                  <a:pt x="89" y="103"/>
                </a:cubicBezTo>
                <a:cubicBezTo>
                  <a:pt x="124" y="143"/>
                  <a:pt x="124" y="143"/>
                  <a:pt x="124" y="143"/>
                </a:cubicBezTo>
                <a:cubicBezTo>
                  <a:pt x="120" y="147"/>
                  <a:pt x="116" y="152"/>
                  <a:pt x="113" y="156"/>
                </a:cubicBezTo>
                <a:cubicBezTo>
                  <a:pt x="67" y="129"/>
                  <a:pt x="67" y="129"/>
                  <a:pt x="67" y="129"/>
                </a:cubicBezTo>
                <a:cubicBezTo>
                  <a:pt x="26" y="199"/>
                  <a:pt x="26" y="199"/>
                  <a:pt x="26" y="199"/>
                </a:cubicBezTo>
                <a:cubicBezTo>
                  <a:pt x="73" y="226"/>
                  <a:pt x="73" y="226"/>
                  <a:pt x="73" y="226"/>
                </a:cubicBezTo>
                <a:cubicBezTo>
                  <a:pt x="70" y="231"/>
                  <a:pt x="69" y="236"/>
                  <a:pt x="67" y="242"/>
                </a:cubicBezTo>
                <a:cubicBezTo>
                  <a:pt x="14" y="232"/>
                  <a:pt x="14" y="232"/>
                  <a:pt x="14" y="232"/>
                </a:cubicBezTo>
                <a:cubicBezTo>
                  <a:pt x="0" y="312"/>
                  <a:pt x="0" y="312"/>
                  <a:pt x="0" y="312"/>
                </a:cubicBezTo>
                <a:cubicBezTo>
                  <a:pt x="53" y="321"/>
                  <a:pt x="53" y="321"/>
                  <a:pt x="53" y="321"/>
                </a:cubicBezTo>
                <a:cubicBezTo>
                  <a:pt x="53" y="324"/>
                  <a:pt x="53" y="326"/>
                  <a:pt x="53" y="329"/>
                </a:cubicBezTo>
                <a:cubicBezTo>
                  <a:pt x="53" y="332"/>
                  <a:pt x="53" y="335"/>
                  <a:pt x="53" y="337"/>
                </a:cubicBezTo>
                <a:cubicBezTo>
                  <a:pt x="0" y="347"/>
                  <a:pt x="0" y="347"/>
                  <a:pt x="0" y="347"/>
                </a:cubicBezTo>
                <a:cubicBezTo>
                  <a:pt x="14" y="426"/>
                  <a:pt x="14" y="426"/>
                  <a:pt x="14" y="426"/>
                </a:cubicBezTo>
                <a:cubicBezTo>
                  <a:pt x="67" y="417"/>
                  <a:pt x="67" y="417"/>
                  <a:pt x="67" y="417"/>
                </a:cubicBezTo>
                <a:cubicBezTo>
                  <a:pt x="69" y="422"/>
                  <a:pt x="70" y="427"/>
                  <a:pt x="73" y="432"/>
                </a:cubicBezTo>
                <a:cubicBezTo>
                  <a:pt x="26" y="459"/>
                  <a:pt x="26" y="459"/>
                  <a:pt x="26" y="459"/>
                </a:cubicBezTo>
                <a:cubicBezTo>
                  <a:pt x="67" y="529"/>
                  <a:pt x="67" y="529"/>
                  <a:pt x="67" y="529"/>
                </a:cubicBezTo>
                <a:cubicBezTo>
                  <a:pt x="113" y="502"/>
                  <a:pt x="113" y="502"/>
                  <a:pt x="113" y="502"/>
                </a:cubicBezTo>
                <a:cubicBezTo>
                  <a:pt x="116" y="507"/>
                  <a:pt x="120" y="511"/>
                  <a:pt x="124" y="515"/>
                </a:cubicBezTo>
                <a:cubicBezTo>
                  <a:pt x="89" y="556"/>
                  <a:pt x="89" y="556"/>
                  <a:pt x="89" y="556"/>
                </a:cubicBezTo>
                <a:cubicBezTo>
                  <a:pt x="151" y="608"/>
                  <a:pt x="151" y="608"/>
                  <a:pt x="151" y="608"/>
                </a:cubicBezTo>
                <a:cubicBezTo>
                  <a:pt x="185" y="567"/>
                  <a:pt x="185" y="567"/>
                  <a:pt x="185" y="567"/>
                </a:cubicBezTo>
                <a:cubicBezTo>
                  <a:pt x="190" y="570"/>
                  <a:pt x="195" y="572"/>
                  <a:pt x="200" y="575"/>
                </a:cubicBezTo>
                <a:cubicBezTo>
                  <a:pt x="181" y="625"/>
                  <a:pt x="181" y="625"/>
                  <a:pt x="181" y="625"/>
                </a:cubicBezTo>
                <a:cubicBezTo>
                  <a:pt x="257" y="653"/>
                  <a:pt x="257" y="653"/>
                  <a:pt x="257" y="653"/>
                </a:cubicBezTo>
                <a:cubicBezTo>
                  <a:pt x="275" y="603"/>
                  <a:pt x="275" y="603"/>
                  <a:pt x="275" y="603"/>
                </a:cubicBezTo>
                <a:cubicBezTo>
                  <a:pt x="281" y="604"/>
                  <a:pt x="286" y="605"/>
                  <a:pt x="292" y="606"/>
                </a:cubicBezTo>
                <a:cubicBezTo>
                  <a:pt x="292" y="659"/>
                  <a:pt x="292" y="659"/>
                  <a:pt x="292" y="659"/>
                </a:cubicBezTo>
                <a:cubicBezTo>
                  <a:pt x="372" y="659"/>
                  <a:pt x="372" y="659"/>
                  <a:pt x="372" y="659"/>
                </a:cubicBezTo>
                <a:cubicBezTo>
                  <a:pt x="372" y="606"/>
                  <a:pt x="372" y="606"/>
                  <a:pt x="372" y="606"/>
                </a:cubicBezTo>
                <a:cubicBezTo>
                  <a:pt x="378" y="605"/>
                  <a:pt x="383" y="604"/>
                  <a:pt x="389" y="603"/>
                </a:cubicBezTo>
                <a:cubicBezTo>
                  <a:pt x="407" y="653"/>
                  <a:pt x="407" y="653"/>
                  <a:pt x="407" y="653"/>
                </a:cubicBezTo>
                <a:cubicBezTo>
                  <a:pt x="483" y="625"/>
                  <a:pt x="483" y="625"/>
                  <a:pt x="483" y="625"/>
                </a:cubicBezTo>
                <a:cubicBezTo>
                  <a:pt x="464" y="575"/>
                  <a:pt x="464" y="575"/>
                  <a:pt x="464" y="575"/>
                </a:cubicBezTo>
                <a:cubicBezTo>
                  <a:pt x="469" y="572"/>
                  <a:pt x="474" y="570"/>
                  <a:pt x="479" y="567"/>
                </a:cubicBezTo>
                <a:cubicBezTo>
                  <a:pt x="513" y="608"/>
                  <a:pt x="513" y="608"/>
                  <a:pt x="513" y="608"/>
                </a:cubicBezTo>
                <a:cubicBezTo>
                  <a:pt x="575" y="556"/>
                  <a:pt x="575" y="556"/>
                  <a:pt x="575" y="556"/>
                </a:cubicBezTo>
                <a:cubicBezTo>
                  <a:pt x="540" y="515"/>
                  <a:pt x="540" y="515"/>
                  <a:pt x="540" y="515"/>
                </a:cubicBezTo>
                <a:cubicBezTo>
                  <a:pt x="544" y="511"/>
                  <a:pt x="548" y="507"/>
                  <a:pt x="551" y="502"/>
                </a:cubicBezTo>
                <a:cubicBezTo>
                  <a:pt x="597" y="529"/>
                  <a:pt x="597" y="529"/>
                  <a:pt x="597" y="529"/>
                </a:cubicBezTo>
                <a:cubicBezTo>
                  <a:pt x="638" y="459"/>
                  <a:pt x="638" y="459"/>
                  <a:pt x="638" y="459"/>
                </a:cubicBezTo>
                <a:cubicBezTo>
                  <a:pt x="592" y="432"/>
                  <a:pt x="592" y="432"/>
                  <a:pt x="592" y="432"/>
                </a:cubicBezTo>
                <a:cubicBezTo>
                  <a:pt x="594" y="427"/>
                  <a:pt x="595" y="422"/>
                  <a:pt x="597" y="417"/>
                </a:cubicBezTo>
                <a:cubicBezTo>
                  <a:pt x="650" y="426"/>
                  <a:pt x="650" y="426"/>
                  <a:pt x="650" y="426"/>
                </a:cubicBezTo>
                <a:cubicBezTo>
                  <a:pt x="664" y="347"/>
                  <a:pt x="664" y="347"/>
                  <a:pt x="664" y="347"/>
                </a:cubicBezTo>
                <a:cubicBezTo>
                  <a:pt x="611" y="337"/>
                  <a:pt x="611" y="337"/>
                  <a:pt x="611" y="337"/>
                </a:cubicBezTo>
                <a:cubicBezTo>
                  <a:pt x="611" y="335"/>
                  <a:pt x="611" y="332"/>
                  <a:pt x="611" y="329"/>
                </a:cubicBezTo>
                <a:close/>
                <a:moveTo>
                  <a:pt x="353" y="83"/>
                </a:moveTo>
                <a:cubicBezTo>
                  <a:pt x="428" y="89"/>
                  <a:pt x="494" y="129"/>
                  <a:pt x="535" y="188"/>
                </a:cubicBezTo>
                <a:cubicBezTo>
                  <a:pt x="511" y="201"/>
                  <a:pt x="511" y="201"/>
                  <a:pt x="511" y="201"/>
                </a:cubicBezTo>
                <a:cubicBezTo>
                  <a:pt x="475" y="151"/>
                  <a:pt x="418" y="116"/>
                  <a:pt x="353" y="110"/>
                </a:cubicBezTo>
                <a:lnTo>
                  <a:pt x="353" y="83"/>
                </a:lnTo>
                <a:close/>
                <a:moveTo>
                  <a:pt x="439" y="232"/>
                </a:moveTo>
                <a:cubicBezTo>
                  <a:pt x="461" y="256"/>
                  <a:pt x="475" y="287"/>
                  <a:pt x="476" y="322"/>
                </a:cubicBezTo>
                <a:cubicBezTo>
                  <a:pt x="350" y="322"/>
                  <a:pt x="350" y="322"/>
                  <a:pt x="350" y="322"/>
                </a:cubicBezTo>
                <a:lnTo>
                  <a:pt x="439" y="232"/>
                </a:lnTo>
                <a:close/>
                <a:moveTo>
                  <a:pt x="340" y="311"/>
                </a:moveTo>
                <a:cubicBezTo>
                  <a:pt x="340" y="185"/>
                  <a:pt x="340" y="185"/>
                  <a:pt x="340" y="185"/>
                </a:cubicBezTo>
                <a:cubicBezTo>
                  <a:pt x="374" y="187"/>
                  <a:pt x="405" y="200"/>
                  <a:pt x="429" y="222"/>
                </a:cubicBezTo>
                <a:lnTo>
                  <a:pt x="340" y="311"/>
                </a:lnTo>
                <a:close/>
                <a:moveTo>
                  <a:pt x="225" y="232"/>
                </a:moveTo>
                <a:cubicBezTo>
                  <a:pt x="314" y="322"/>
                  <a:pt x="314" y="322"/>
                  <a:pt x="314" y="322"/>
                </a:cubicBezTo>
                <a:cubicBezTo>
                  <a:pt x="188" y="322"/>
                  <a:pt x="188" y="322"/>
                  <a:pt x="188" y="322"/>
                </a:cubicBezTo>
                <a:cubicBezTo>
                  <a:pt x="190" y="287"/>
                  <a:pt x="203" y="256"/>
                  <a:pt x="225" y="232"/>
                </a:cubicBezTo>
                <a:close/>
                <a:moveTo>
                  <a:pt x="235" y="222"/>
                </a:moveTo>
                <a:cubicBezTo>
                  <a:pt x="259" y="200"/>
                  <a:pt x="290" y="187"/>
                  <a:pt x="325" y="185"/>
                </a:cubicBezTo>
                <a:cubicBezTo>
                  <a:pt x="325" y="311"/>
                  <a:pt x="325" y="311"/>
                  <a:pt x="325" y="311"/>
                </a:cubicBezTo>
                <a:lnTo>
                  <a:pt x="235" y="222"/>
                </a:lnTo>
                <a:close/>
                <a:moveTo>
                  <a:pt x="314" y="337"/>
                </a:moveTo>
                <a:cubicBezTo>
                  <a:pt x="225" y="426"/>
                  <a:pt x="225" y="426"/>
                  <a:pt x="225" y="426"/>
                </a:cubicBezTo>
                <a:cubicBezTo>
                  <a:pt x="203" y="402"/>
                  <a:pt x="189" y="371"/>
                  <a:pt x="188" y="337"/>
                </a:cubicBezTo>
                <a:lnTo>
                  <a:pt x="314" y="337"/>
                </a:lnTo>
                <a:close/>
                <a:moveTo>
                  <a:pt x="325" y="347"/>
                </a:moveTo>
                <a:cubicBezTo>
                  <a:pt x="325" y="473"/>
                  <a:pt x="325" y="473"/>
                  <a:pt x="325" y="473"/>
                </a:cubicBezTo>
                <a:cubicBezTo>
                  <a:pt x="290" y="472"/>
                  <a:pt x="259" y="458"/>
                  <a:pt x="235" y="436"/>
                </a:cubicBezTo>
                <a:lnTo>
                  <a:pt x="325" y="347"/>
                </a:lnTo>
                <a:close/>
                <a:moveTo>
                  <a:pt x="340" y="347"/>
                </a:moveTo>
                <a:cubicBezTo>
                  <a:pt x="429" y="436"/>
                  <a:pt x="429" y="436"/>
                  <a:pt x="429" y="436"/>
                </a:cubicBezTo>
                <a:cubicBezTo>
                  <a:pt x="405" y="458"/>
                  <a:pt x="374" y="472"/>
                  <a:pt x="340" y="473"/>
                </a:cubicBezTo>
                <a:lnTo>
                  <a:pt x="340" y="347"/>
                </a:lnTo>
                <a:close/>
                <a:moveTo>
                  <a:pt x="439" y="426"/>
                </a:moveTo>
                <a:cubicBezTo>
                  <a:pt x="350" y="337"/>
                  <a:pt x="350" y="337"/>
                  <a:pt x="350" y="337"/>
                </a:cubicBezTo>
                <a:cubicBezTo>
                  <a:pt x="476" y="337"/>
                  <a:pt x="476" y="337"/>
                  <a:pt x="476" y="337"/>
                </a:cubicBezTo>
                <a:cubicBezTo>
                  <a:pt x="475" y="371"/>
                  <a:pt x="461" y="402"/>
                  <a:pt x="439" y="426"/>
                </a:cubicBezTo>
                <a:close/>
                <a:moveTo>
                  <a:pt x="311" y="83"/>
                </a:moveTo>
                <a:cubicBezTo>
                  <a:pt x="311" y="110"/>
                  <a:pt x="311" y="110"/>
                  <a:pt x="311" y="110"/>
                </a:cubicBezTo>
                <a:cubicBezTo>
                  <a:pt x="246" y="116"/>
                  <a:pt x="189" y="151"/>
                  <a:pt x="153" y="201"/>
                </a:cubicBezTo>
                <a:cubicBezTo>
                  <a:pt x="129" y="188"/>
                  <a:pt x="129" y="188"/>
                  <a:pt x="129" y="188"/>
                </a:cubicBezTo>
                <a:cubicBezTo>
                  <a:pt x="170" y="129"/>
                  <a:pt x="236" y="89"/>
                  <a:pt x="311" y="83"/>
                </a:cubicBezTo>
                <a:close/>
                <a:moveTo>
                  <a:pt x="108" y="434"/>
                </a:moveTo>
                <a:cubicBezTo>
                  <a:pt x="93" y="402"/>
                  <a:pt x="85" y="367"/>
                  <a:pt x="85" y="329"/>
                </a:cubicBezTo>
                <a:cubicBezTo>
                  <a:pt x="85" y="292"/>
                  <a:pt x="93" y="256"/>
                  <a:pt x="108" y="224"/>
                </a:cubicBezTo>
                <a:cubicBezTo>
                  <a:pt x="132" y="238"/>
                  <a:pt x="132" y="238"/>
                  <a:pt x="132" y="238"/>
                </a:cubicBezTo>
                <a:cubicBezTo>
                  <a:pt x="119" y="266"/>
                  <a:pt x="112" y="297"/>
                  <a:pt x="112" y="329"/>
                </a:cubicBezTo>
                <a:cubicBezTo>
                  <a:pt x="112" y="362"/>
                  <a:pt x="119" y="393"/>
                  <a:pt x="132" y="420"/>
                </a:cubicBezTo>
                <a:lnTo>
                  <a:pt x="108" y="434"/>
                </a:lnTo>
                <a:close/>
                <a:moveTo>
                  <a:pt x="311" y="575"/>
                </a:moveTo>
                <a:cubicBezTo>
                  <a:pt x="236" y="569"/>
                  <a:pt x="170" y="529"/>
                  <a:pt x="129" y="471"/>
                </a:cubicBezTo>
                <a:cubicBezTo>
                  <a:pt x="153" y="457"/>
                  <a:pt x="153" y="457"/>
                  <a:pt x="153" y="457"/>
                </a:cubicBezTo>
                <a:cubicBezTo>
                  <a:pt x="189" y="507"/>
                  <a:pt x="246" y="542"/>
                  <a:pt x="311" y="548"/>
                </a:cubicBezTo>
                <a:lnTo>
                  <a:pt x="311" y="575"/>
                </a:lnTo>
                <a:close/>
                <a:moveTo>
                  <a:pt x="353" y="575"/>
                </a:moveTo>
                <a:cubicBezTo>
                  <a:pt x="353" y="548"/>
                  <a:pt x="353" y="548"/>
                  <a:pt x="353" y="548"/>
                </a:cubicBezTo>
                <a:cubicBezTo>
                  <a:pt x="418" y="542"/>
                  <a:pt x="475" y="507"/>
                  <a:pt x="511" y="457"/>
                </a:cubicBezTo>
                <a:cubicBezTo>
                  <a:pt x="535" y="471"/>
                  <a:pt x="535" y="471"/>
                  <a:pt x="535" y="471"/>
                </a:cubicBezTo>
                <a:cubicBezTo>
                  <a:pt x="494" y="529"/>
                  <a:pt x="428" y="569"/>
                  <a:pt x="353" y="575"/>
                </a:cubicBezTo>
                <a:close/>
                <a:moveTo>
                  <a:pt x="556" y="434"/>
                </a:moveTo>
                <a:cubicBezTo>
                  <a:pt x="532" y="420"/>
                  <a:pt x="532" y="420"/>
                  <a:pt x="532" y="420"/>
                </a:cubicBezTo>
                <a:cubicBezTo>
                  <a:pt x="545" y="393"/>
                  <a:pt x="552" y="362"/>
                  <a:pt x="552" y="329"/>
                </a:cubicBezTo>
                <a:cubicBezTo>
                  <a:pt x="552" y="297"/>
                  <a:pt x="545" y="266"/>
                  <a:pt x="532" y="238"/>
                </a:cubicBezTo>
                <a:cubicBezTo>
                  <a:pt x="556" y="224"/>
                  <a:pt x="556" y="224"/>
                  <a:pt x="556" y="224"/>
                </a:cubicBezTo>
                <a:cubicBezTo>
                  <a:pt x="571" y="256"/>
                  <a:pt x="579" y="292"/>
                  <a:pt x="579" y="329"/>
                </a:cubicBezTo>
                <a:cubicBezTo>
                  <a:pt x="579" y="367"/>
                  <a:pt x="571" y="402"/>
                  <a:pt x="556" y="434"/>
                </a:cubicBezTo>
                <a:close/>
              </a:path>
            </a:pathLst>
          </a:cu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18" name="Freeform 19"/>
          <p:cNvSpPr>
            <a:spLocks noEditPoints="1"/>
          </p:cNvSpPr>
          <p:nvPr/>
        </p:nvSpPr>
        <p:spPr bwMode="auto">
          <a:xfrm>
            <a:off x="8603226" y="2519892"/>
            <a:ext cx="1255327" cy="1249772"/>
          </a:xfrm>
          <a:custGeom>
            <a:avLst/>
            <a:gdLst>
              <a:gd name="T0" fmla="*/ 431 w 483"/>
              <a:gd name="T1" fmla="*/ 165 h 481"/>
              <a:gd name="T2" fmla="*/ 435 w 483"/>
              <a:gd name="T3" fmla="*/ 95 h 481"/>
              <a:gd name="T4" fmla="*/ 394 w 483"/>
              <a:gd name="T5" fmla="*/ 105 h 481"/>
              <a:gd name="T6" fmla="*/ 374 w 483"/>
              <a:gd name="T7" fmla="*/ 38 h 481"/>
              <a:gd name="T8" fmla="*/ 338 w 483"/>
              <a:gd name="T9" fmla="*/ 61 h 481"/>
              <a:gd name="T10" fmla="*/ 296 w 483"/>
              <a:gd name="T11" fmla="*/ 5 h 481"/>
              <a:gd name="T12" fmla="*/ 271 w 483"/>
              <a:gd name="T13" fmla="*/ 39 h 481"/>
              <a:gd name="T14" fmla="*/ 212 w 483"/>
              <a:gd name="T15" fmla="*/ 0 h 481"/>
              <a:gd name="T16" fmla="*/ 200 w 483"/>
              <a:gd name="T17" fmla="*/ 41 h 481"/>
              <a:gd name="T18" fmla="*/ 132 w 483"/>
              <a:gd name="T19" fmla="*/ 25 h 481"/>
              <a:gd name="T20" fmla="*/ 135 w 483"/>
              <a:gd name="T21" fmla="*/ 68 h 481"/>
              <a:gd name="T22" fmla="*/ 65 w 483"/>
              <a:gd name="T23" fmla="*/ 76 h 481"/>
              <a:gd name="T24" fmla="*/ 82 w 483"/>
              <a:gd name="T25" fmla="*/ 115 h 481"/>
              <a:gd name="T26" fmla="*/ 19 w 483"/>
              <a:gd name="T27" fmla="*/ 146 h 481"/>
              <a:gd name="T28" fmla="*/ 48 w 483"/>
              <a:gd name="T29" fmla="*/ 177 h 481"/>
              <a:gd name="T30" fmla="*/ 0 w 483"/>
              <a:gd name="T31" fmla="*/ 228 h 481"/>
              <a:gd name="T32" fmla="*/ 38 w 483"/>
              <a:gd name="T33" fmla="*/ 241 h 481"/>
              <a:gd name="T34" fmla="*/ 0 w 483"/>
              <a:gd name="T35" fmla="*/ 254 h 481"/>
              <a:gd name="T36" fmla="*/ 48 w 483"/>
              <a:gd name="T37" fmla="*/ 305 h 481"/>
              <a:gd name="T38" fmla="*/ 19 w 483"/>
              <a:gd name="T39" fmla="*/ 335 h 481"/>
              <a:gd name="T40" fmla="*/ 82 w 483"/>
              <a:gd name="T41" fmla="*/ 367 h 481"/>
              <a:gd name="T42" fmla="*/ 65 w 483"/>
              <a:gd name="T43" fmla="*/ 406 h 481"/>
              <a:gd name="T44" fmla="*/ 135 w 483"/>
              <a:gd name="T45" fmla="*/ 414 h 481"/>
              <a:gd name="T46" fmla="*/ 132 w 483"/>
              <a:gd name="T47" fmla="*/ 456 h 481"/>
              <a:gd name="T48" fmla="*/ 200 w 483"/>
              <a:gd name="T49" fmla="*/ 440 h 481"/>
              <a:gd name="T50" fmla="*/ 212 w 483"/>
              <a:gd name="T51" fmla="*/ 481 h 481"/>
              <a:gd name="T52" fmla="*/ 271 w 483"/>
              <a:gd name="T53" fmla="*/ 442 h 481"/>
              <a:gd name="T54" fmla="*/ 296 w 483"/>
              <a:gd name="T55" fmla="*/ 476 h 481"/>
              <a:gd name="T56" fmla="*/ 338 w 483"/>
              <a:gd name="T57" fmla="*/ 420 h 481"/>
              <a:gd name="T58" fmla="*/ 374 w 483"/>
              <a:gd name="T59" fmla="*/ 444 h 481"/>
              <a:gd name="T60" fmla="*/ 394 w 483"/>
              <a:gd name="T61" fmla="*/ 376 h 481"/>
              <a:gd name="T62" fmla="*/ 435 w 483"/>
              <a:gd name="T63" fmla="*/ 386 h 481"/>
              <a:gd name="T64" fmla="*/ 431 w 483"/>
              <a:gd name="T65" fmla="*/ 316 h 481"/>
              <a:gd name="T66" fmla="*/ 473 w 483"/>
              <a:gd name="T67" fmla="*/ 311 h 481"/>
              <a:gd name="T68" fmla="*/ 445 w 483"/>
              <a:gd name="T69" fmla="*/ 247 h 481"/>
              <a:gd name="T70" fmla="*/ 445 w 483"/>
              <a:gd name="T71" fmla="*/ 235 h 481"/>
              <a:gd name="T72" fmla="*/ 473 w 483"/>
              <a:gd name="T73" fmla="*/ 170 h 481"/>
              <a:gd name="T74" fmla="*/ 271 w 483"/>
              <a:gd name="T75" fmla="*/ 405 h 481"/>
              <a:gd name="T76" fmla="*/ 328 w 483"/>
              <a:gd name="T77" fmla="*/ 270 h 481"/>
              <a:gd name="T78" fmla="*/ 271 w 483"/>
              <a:gd name="T79" fmla="*/ 405 h 481"/>
              <a:gd name="T80" fmla="*/ 287 w 483"/>
              <a:gd name="T81" fmla="*/ 241 h 481"/>
              <a:gd name="T82" fmla="*/ 196 w 483"/>
              <a:gd name="T83" fmla="*/ 241 h 481"/>
              <a:gd name="T84" fmla="*/ 77 w 483"/>
              <a:gd name="T85" fmla="*/ 270 h 481"/>
              <a:gd name="T86" fmla="*/ 212 w 483"/>
              <a:gd name="T87" fmla="*/ 327 h 481"/>
              <a:gd name="T88" fmla="*/ 77 w 483"/>
              <a:gd name="T89" fmla="*/ 270 h 481"/>
              <a:gd name="T90" fmla="*/ 212 w 483"/>
              <a:gd name="T91" fmla="*/ 155 h 481"/>
              <a:gd name="T92" fmla="*/ 77 w 483"/>
              <a:gd name="T93" fmla="*/ 211 h 481"/>
              <a:gd name="T94" fmla="*/ 406 w 483"/>
              <a:gd name="T95" fmla="*/ 211 h 481"/>
              <a:gd name="T96" fmla="*/ 271 w 483"/>
              <a:gd name="T97" fmla="*/ 155 h 481"/>
              <a:gd name="T98" fmla="*/ 406 w 483"/>
              <a:gd name="T99" fmla="*/ 211 h 4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83" h="481">
                <a:moveTo>
                  <a:pt x="435" y="177"/>
                </a:moveTo>
                <a:cubicBezTo>
                  <a:pt x="434" y="173"/>
                  <a:pt x="432" y="169"/>
                  <a:pt x="431" y="165"/>
                </a:cubicBezTo>
                <a:cubicBezTo>
                  <a:pt x="464" y="146"/>
                  <a:pt x="464" y="146"/>
                  <a:pt x="464" y="146"/>
                </a:cubicBezTo>
                <a:cubicBezTo>
                  <a:pt x="435" y="95"/>
                  <a:pt x="435" y="95"/>
                  <a:pt x="435" y="95"/>
                </a:cubicBezTo>
                <a:cubicBezTo>
                  <a:pt x="401" y="115"/>
                  <a:pt x="401" y="115"/>
                  <a:pt x="401" y="115"/>
                </a:cubicBezTo>
                <a:cubicBezTo>
                  <a:pt x="399" y="111"/>
                  <a:pt x="396" y="108"/>
                  <a:pt x="394" y="105"/>
                </a:cubicBezTo>
                <a:cubicBezTo>
                  <a:pt x="419" y="76"/>
                  <a:pt x="419" y="76"/>
                  <a:pt x="419" y="76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49" y="68"/>
                  <a:pt x="349" y="68"/>
                  <a:pt x="349" y="68"/>
                </a:cubicBezTo>
                <a:cubicBezTo>
                  <a:pt x="345" y="65"/>
                  <a:pt x="342" y="63"/>
                  <a:pt x="338" y="61"/>
                </a:cubicBezTo>
                <a:cubicBezTo>
                  <a:pt x="351" y="25"/>
                  <a:pt x="351" y="25"/>
                  <a:pt x="351" y="25"/>
                </a:cubicBezTo>
                <a:cubicBezTo>
                  <a:pt x="296" y="5"/>
                  <a:pt x="296" y="5"/>
                  <a:pt x="296" y="5"/>
                </a:cubicBezTo>
                <a:cubicBezTo>
                  <a:pt x="283" y="41"/>
                  <a:pt x="283" y="41"/>
                  <a:pt x="283" y="41"/>
                </a:cubicBezTo>
                <a:cubicBezTo>
                  <a:pt x="279" y="41"/>
                  <a:pt x="275" y="40"/>
                  <a:pt x="271" y="39"/>
                </a:cubicBezTo>
                <a:cubicBezTo>
                  <a:pt x="271" y="0"/>
                  <a:pt x="271" y="0"/>
                  <a:pt x="271" y="0"/>
                </a:cubicBezTo>
                <a:cubicBezTo>
                  <a:pt x="212" y="0"/>
                  <a:pt x="212" y="0"/>
                  <a:pt x="212" y="0"/>
                </a:cubicBezTo>
                <a:cubicBezTo>
                  <a:pt x="212" y="39"/>
                  <a:pt x="212" y="39"/>
                  <a:pt x="212" y="39"/>
                </a:cubicBezTo>
                <a:cubicBezTo>
                  <a:pt x="208" y="40"/>
                  <a:pt x="204" y="41"/>
                  <a:pt x="200" y="41"/>
                </a:cubicBezTo>
                <a:cubicBezTo>
                  <a:pt x="187" y="5"/>
                  <a:pt x="187" y="5"/>
                  <a:pt x="187" y="5"/>
                </a:cubicBezTo>
                <a:cubicBezTo>
                  <a:pt x="132" y="25"/>
                  <a:pt x="132" y="25"/>
                  <a:pt x="132" y="25"/>
                </a:cubicBezTo>
                <a:cubicBezTo>
                  <a:pt x="145" y="61"/>
                  <a:pt x="145" y="61"/>
                  <a:pt x="145" y="61"/>
                </a:cubicBezTo>
                <a:cubicBezTo>
                  <a:pt x="142" y="63"/>
                  <a:pt x="138" y="65"/>
                  <a:pt x="135" y="68"/>
                </a:cubicBezTo>
                <a:cubicBezTo>
                  <a:pt x="110" y="38"/>
                  <a:pt x="110" y="38"/>
                  <a:pt x="110" y="38"/>
                </a:cubicBezTo>
                <a:cubicBezTo>
                  <a:pt x="65" y="76"/>
                  <a:pt x="65" y="76"/>
                  <a:pt x="65" y="76"/>
                </a:cubicBezTo>
                <a:cubicBezTo>
                  <a:pt x="90" y="105"/>
                  <a:pt x="90" y="105"/>
                  <a:pt x="90" y="105"/>
                </a:cubicBezTo>
                <a:cubicBezTo>
                  <a:pt x="87" y="108"/>
                  <a:pt x="84" y="111"/>
                  <a:pt x="82" y="115"/>
                </a:cubicBezTo>
                <a:cubicBezTo>
                  <a:pt x="48" y="95"/>
                  <a:pt x="48" y="95"/>
                  <a:pt x="48" y="95"/>
                </a:cubicBezTo>
                <a:cubicBezTo>
                  <a:pt x="19" y="146"/>
                  <a:pt x="19" y="146"/>
                  <a:pt x="19" y="146"/>
                </a:cubicBezTo>
                <a:cubicBezTo>
                  <a:pt x="52" y="165"/>
                  <a:pt x="52" y="165"/>
                  <a:pt x="52" y="165"/>
                </a:cubicBezTo>
                <a:cubicBezTo>
                  <a:pt x="51" y="169"/>
                  <a:pt x="50" y="173"/>
                  <a:pt x="48" y="177"/>
                </a:cubicBezTo>
                <a:cubicBezTo>
                  <a:pt x="10" y="170"/>
                  <a:pt x="10" y="170"/>
                  <a:pt x="10" y="170"/>
                </a:cubicBezTo>
                <a:cubicBezTo>
                  <a:pt x="0" y="228"/>
                  <a:pt x="0" y="228"/>
                  <a:pt x="0" y="228"/>
                </a:cubicBezTo>
                <a:cubicBezTo>
                  <a:pt x="38" y="235"/>
                  <a:pt x="38" y="235"/>
                  <a:pt x="38" y="235"/>
                </a:cubicBezTo>
                <a:cubicBezTo>
                  <a:pt x="38" y="237"/>
                  <a:pt x="38" y="239"/>
                  <a:pt x="38" y="241"/>
                </a:cubicBezTo>
                <a:cubicBezTo>
                  <a:pt x="38" y="243"/>
                  <a:pt x="38" y="245"/>
                  <a:pt x="38" y="247"/>
                </a:cubicBezTo>
                <a:cubicBezTo>
                  <a:pt x="0" y="254"/>
                  <a:pt x="0" y="254"/>
                  <a:pt x="0" y="254"/>
                </a:cubicBezTo>
                <a:cubicBezTo>
                  <a:pt x="10" y="311"/>
                  <a:pt x="10" y="311"/>
                  <a:pt x="10" y="311"/>
                </a:cubicBezTo>
                <a:cubicBezTo>
                  <a:pt x="48" y="305"/>
                  <a:pt x="48" y="305"/>
                  <a:pt x="48" y="305"/>
                </a:cubicBezTo>
                <a:cubicBezTo>
                  <a:pt x="50" y="308"/>
                  <a:pt x="51" y="312"/>
                  <a:pt x="52" y="316"/>
                </a:cubicBezTo>
                <a:cubicBezTo>
                  <a:pt x="19" y="335"/>
                  <a:pt x="19" y="335"/>
                  <a:pt x="19" y="335"/>
                </a:cubicBezTo>
                <a:cubicBezTo>
                  <a:pt x="48" y="386"/>
                  <a:pt x="48" y="386"/>
                  <a:pt x="48" y="386"/>
                </a:cubicBezTo>
                <a:cubicBezTo>
                  <a:pt x="82" y="367"/>
                  <a:pt x="82" y="367"/>
                  <a:pt x="82" y="367"/>
                </a:cubicBezTo>
                <a:cubicBezTo>
                  <a:pt x="84" y="370"/>
                  <a:pt x="87" y="373"/>
                  <a:pt x="90" y="376"/>
                </a:cubicBezTo>
                <a:cubicBezTo>
                  <a:pt x="65" y="406"/>
                  <a:pt x="65" y="406"/>
                  <a:pt x="65" y="406"/>
                </a:cubicBezTo>
                <a:cubicBezTo>
                  <a:pt x="110" y="444"/>
                  <a:pt x="110" y="444"/>
                  <a:pt x="110" y="444"/>
                </a:cubicBezTo>
                <a:cubicBezTo>
                  <a:pt x="135" y="414"/>
                  <a:pt x="135" y="414"/>
                  <a:pt x="135" y="414"/>
                </a:cubicBezTo>
                <a:cubicBezTo>
                  <a:pt x="138" y="416"/>
                  <a:pt x="142" y="418"/>
                  <a:pt x="145" y="420"/>
                </a:cubicBezTo>
                <a:cubicBezTo>
                  <a:pt x="132" y="456"/>
                  <a:pt x="132" y="456"/>
                  <a:pt x="132" y="456"/>
                </a:cubicBezTo>
                <a:cubicBezTo>
                  <a:pt x="187" y="476"/>
                  <a:pt x="187" y="476"/>
                  <a:pt x="187" y="476"/>
                </a:cubicBezTo>
                <a:cubicBezTo>
                  <a:pt x="200" y="440"/>
                  <a:pt x="200" y="440"/>
                  <a:pt x="200" y="440"/>
                </a:cubicBezTo>
                <a:cubicBezTo>
                  <a:pt x="204" y="441"/>
                  <a:pt x="208" y="442"/>
                  <a:pt x="212" y="442"/>
                </a:cubicBezTo>
                <a:cubicBezTo>
                  <a:pt x="212" y="481"/>
                  <a:pt x="212" y="481"/>
                  <a:pt x="212" y="481"/>
                </a:cubicBezTo>
                <a:cubicBezTo>
                  <a:pt x="271" y="481"/>
                  <a:pt x="271" y="481"/>
                  <a:pt x="271" y="481"/>
                </a:cubicBezTo>
                <a:cubicBezTo>
                  <a:pt x="271" y="442"/>
                  <a:pt x="271" y="442"/>
                  <a:pt x="271" y="442"/>
                </a:cubicBezTo>
                <a:cubicBezTo>
                  <a:pt x="275" y="442"/>
                  <a:pt x="279" y="441"/>
                  <a:pt x="283" y="440"/>
                </a:cubicBezTo>
                <a:cubicBezTo>
                  <a:pt x="296" y="476"/>
                  <a:pt x="296" y="476"/>
                  <a:pt x="296" y="476"/>
                </a:cubicBezTo>
                <a:cubicBezTo>
                  <a:pt x="351" y="456"/>
                  <a:pt x="351" y="456"/>
                  <a:pt x="351" y="456"/>
                </a:cubicBezTo>
                <a:cubicBezTo>
                  <a:pt x="338" y="420"/>
                  <a:pt x="338" y="420"/>
                  <a:pt x="338" y="420"/>
                </a:cubicBezTo>
                <a:cubicBezTo>
                  <a:pt x="342" y="418"/>
                  <a:pt x="345" y="416"/>
                  <a:pt x="349" y="414"/>
                </a:cubicBezTo>
                <a:cubicBezTo>
                  <a:pt x="374" y="444"/>
                  <a:pt x="374" y="444"/>
                  <a:pt x="374" y="444"/>
                </a:cubicBezTo>
                <a:cubicBezTo>
                  <a:pt x="419" y="406"/>
                  <a:pt x="419" y="406"/>
                  <a:pt x="419" y="406"/>
                </a:cubicBezTo>
                <a:cubicBezTo>
                  <a:pt x="394" y="376"/>
                  <a:pt x="394" y="376"/>
                  <a:pt x="394" y="376"/>
                </a:cubicBezTo>
                <a:cubicBezTo>
                  <a:pt x="396" y="373"/>
                  <a:pt x="399" y="370"/>
                  <a:pt x="401" y="367"/>
                </a:cubicBezTo>
                <a:cubicBezTo>
                  <a:pt x="435" y="386"/>
                  <a:pt x="435" y="386"/>
                  <a:pt x="435" y="386"/>
                </a:cubicBezTo>
                <a:cubicBezTo>
                  <a:pt x="464" y="335"/>
                  <a:pt x="464" y="335"/>
                  <a:pt x="464" y="335"/>
                </a:cubicBezTo>
                <a:cubicBezTo>
                  <a:pt x="431" y="316"/>
                  <a:pt x="431" y="316"/>
                  <a:pt x="431" y="316"/>
                </a:cubicBezTo>
                <a:cubicBezTo>
                  <a:pt x="432" y="312"/>
                  <a:pt x="434" y="308"/>
                  <a:pt x="435" y="305"/>
                </a:cubicBezTo>
                <a:cubicBezTo>
                  <a:pt x="473" y="311"/>
                  <a:pt x="473" y="311"/>
                  <a:pt x="473" y="311"/>
                </a:cubicBezTo>
                <a:cubicBezTo>
                  <a:pt x="483" y="254"/>
                  <a:pt x="483" y="254"/>
                  <a:pt x="483" y="254"/>
                </a:cubicBezTo>
                <a:cubicBezTo>
                  <a:pt x="445" y="247"/>
                  <a:pt x="445" y="247"/>
                  <a:pt x="445" y="247"/>
                </a:cubicBezTo>
                <a:cubicBezTo>
                  <a:pt x="445" y="245"/>
                  <a:pt x="445" y="243"/>
                  <a:pt x="445" y="241"/>
                </a:cubicBezTo>
                <a:cubicBezTo>
                  <a:pt x="445" y="239"/>
                  <a:pt x="445" y="237"/>
                  <a:pt x="445" y="235"/>
                </a:cubicBezTo>
                <a:cubicBezTo>
                  <a:pt x="483" y="228"/>
                  <a:pt x="483" y="228"/>
                  <a:pt x="483" y="228"/>
                </a:cubicBezTo>
                <a:cubicBezTo>
                  <a:pt x="473" y="170"/>
                  <a:pt x="473" y="170"/>
                  <a:pt x="473" y="170"/>
                </a:cubicBezTo>
                <a:lnTo>
                  <a:pt x="435" y="177"/>
                </a:lnTo>
                <a:close/>
                <a:moveTo>
                  <a:pt x="271" y="405"/>
                </a:moveTo>
                <a:cubicBezTo>
                  <a:pt x="271" y="327"/>
                  <a:pt x="271" y="327"/>
                  <a:pt x="271" y="327"/>
                </a:cubicBezTo>
                <a:cubicBezTo>
                  <a:pt x="297" y="318"/>
                  <a:pt x="318" y="297"/>
                  <a:pt x="328" y="270"/>
                </a:cubicBezTo>
                <a:cubicBezTo>
                  <a:pt x="406" y="270"/>
                  <a:pt x="406" y="270"/>
                  <a:pt x="406" y="270"/>
                </a:cubicBezTo>
                <a:cubicBezTo>
                  <a:pt x="394" y="339"/>
                  <a:pt x="340" y="393"/>
                  <a:pt x="271" y="405"/>
                </a:cubicBezTo>
                <a:close/>
                <a:moveTo>
                  <a:pt x="242" y="195"/>
                </a:moveTo>
                <a:cubicBezTo>
                  <a:pt x="267" y="195"/>
                  <a:pt x="287" y="215"/>
                  <a:pt x="287" y="241"/>
                </a:cubicBezTo>
                <a:cubicBezTo>
                  <a:pt x="287" y="266"/>
                  <a:pt x="267" y="287"/>
                  <a:pt x="242" y="287"/>
                </a:cubicBezTo>
                <a:cubicBezTo>
                  <a:pt x="216" y="287"/>
                  <a:pt x="196" y="266"/>
                  <a:pt x="196" y="241"/>
                </a:cubicBezTo>
                <a:cubicBezTo>
                  <a:pt x="196" y="215"/>
                  <a:pt x="216" y="195"/>
                  <a:pt x="242" y="195"/>
                </a:cubicBezTo>
                <a:close/>
                <a:moveTo>
                  <a:pt x="77" y="270"/>
                </a:moveTo>
                <a:cubicBezTo>
                  <a:pt x="156" y="270"/>
                  <a:pt x="156" y="270"/>
                  <a:pt x="156" y="270"/>
                </a:cubicBezTo>
                <a:cubicBezTo>
                  <a:pt x="165" y="297"/>
                  <a:pt x="186" y="318"/>
                  <a:pt x="212" y="327"/>
                </a:cubicBezTo>
                <a:cubicBezTo>
                  <a:pt x="212" y="405"/>
                  <a:pt x="212" y="405"/>
                  <a:pt x="212" y="405"/>
                </a:cubicBezTo>
                <a:cubicBezTo>
                  <a:pt x="144" y="393"/>
                  <a:pt x="90" y="339"/>
                  <a:pt x="77" y="270"/>
                </a:cubicBezTo>
                <a:close/>
                <a:moveTo>
                  <a:pt x="212" y="76"/>
                </a:moveTo>
                <a:cubicBezTo>
                  <a:pt x="212" y="155"/>
                  <a:pt x="212" y="155"/>
                  <a:pt x="212" y="155"/>
                </a:cubicBezTo>
                <a:cubicBezTo>
                  <a:pt x="186" y="164"/>
                  <a:pt x="165" y="185"/>
                  <a:pt x="156" y="211"/>
                </a:cubicBezTo>
                <a:cubicBezTo>
                  <a:pt x="77" y="211"/>
                  <a:pt x="77" y="211"/>
                  <a:pt x="77" y="211"/>
                </a:cubicBezTo>
                <a:cubicBezTo>
                  <a:pt x="90" y="143"/>
                  <a:pt x="144" y="89"/>
                  <a:pt x="212" y="76"/>
                </a:cubicBezTo>
                <a:close/>
                <a:moveTo>
                  <a:pt x="406" y="211"/>
                </a:moveTo>
                <a:cubicBezTo>
                  <a:pt x="328" y="211"/>
                  <a:pt x="328" y="211"/>
                  <a:pt x="328" y="211"/>
                </a:cubicBezTo>
                <a:cubicBezTo>
                  <a:pt x="318" y="185"/>
                  <a:pt x="297" y="164"/>
                  <a:pt x="271" y="155"/>
                </a:cubicBezTo>
                <a:cubicBezTo>
                  <a:pt x="271" y="76"/>
                  <a:pt x="271" y="76"/>
                  <a:pt x="271" y="76"/>
                </a:cubicBezTo>
                <a:cubicBezTo>
                  <a:pt x="340" y="89"/>
                  <a:pt x="394" y="143"/>
                  <a:pt x="406" y="211"/>
                </a:cubicBezTo>
                <a:close/>
              </a:path>
            </a:pathLst>
          </a:cu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19" name="Freeform 22"/>
          <p:cNvSpPr>
            <a:spLocks noEditPoints="1"/>
          </p:cNvSpPr>
          <p:nvPr/>
        </p:nvSpPr>
        <p:spPr bwMode="auto">
          <a:xfrm>
            <a:off x="1910591" y="1809329"/>
            <a:ext cx="2077397" cy="2068140"/>
          </a:xfrm>
          <a:custGeom>
            <a:avLst/>
            <a:gdLst>
              <a:gd name="T0" fmla="*/ 713 w 800"/>
              <a:gd name="T1" fmla="*/ 273 h 796"/>
              <a:gd name="T2" fmla="*/ 720 w 800"/>
              <a:gd name="T3" fmla="*/ 157 h 796"/>
              <a:gd name="T4" fmla="*/ 651 w 800"/>
              <a:gd name="T5" fmla="*/ 174 h 796"/>
              <a:gd name="T6" fmla="*/ 618 w 800"/>
              <a:gd name="T7" fmla="*/ 62 h 796"/>
              <a:gd name="T8" fmla="*/ 560 w 800"/>
              <a:gd name="T9" fmla="*/ 101 h 796"/>
              <a:gd name="T10" fmla="*/ 490 w 800"/>
              <a:gd name="T11" fmla="*/ 8 h 796"/>
              <a:gd name="T12" fmla="*/ 448 w 800"/>
              <a:gd name="T13" fmla="*/ 65 h 796"/>
              <a:gd name="T14" fmla="*/ 351 w 800"/>
              <a:gd name="T15" fmla="*/ 0 h 796"/>
              <a:gd name="T16" fmla="*/ 331 w 800"/>
              <a:gd name="T17" fmla="*/ 68 h 796"/>
              <a:gd name="T18" fmla="*/ 218 w 800"/>
              <a:gd name="T19" fmla="*/ 41 h 796"/>
              <a:gd name="T20" fmla="*/ 223 w 800"/>
              <a:gd name="T21" fmla="*/ 111 h 796"/>
              <a:gd name="T22" fmla="*/ 107 w 800"/>
              <a:gd name="T23" fmla="*/ 125 h 796"/>
              <a:gd name="T24" fmla="*/ 135 w 800"/>
              <a:gd name="T25" fmla="*/ 189 h 796"/>
              <a:gd name="T26" fmla="*/ 31 w 800"/>
              <a:gd name="T27" fmla="*/ 241 h 796"/>
              <a:gd name="T28" fmla="*/ 80 w 800"/>
              <a:gd name="T29" fmla="*/ 292 h 796"/>
              <a:gd name="T30" fmla="*/ 0 w 800"/>
              <a:gd name="T31" fmla="*/ 377 h 796"/>
              <a:gd name="T32" fmla="*/ 63 w 800"/>
              <a:gd name="T33" fmla="*/ 398 h 796"/>
              <a:gd name="T34" fmla="*/ 0 w 800"/>
              <a:gd name="T35" fmla="*/ 419 h 796"/>
              <a:gd name="T36" fmla="*/ 80 w 800"/>
              <a:gd name="T37" fmla="*/ 504 h 796"/>
              <a:gd name="T38" fmla="*/ 31 w 800"/>
              <a:gd name="T39" fmla="*/ 555 h 796"/>
              <a:gd name="T40" fmla="*/ 135 w 800"/>
              <a:gd name="T41" fmla="*/ 607 h 796"/>
              <a:gd name="T42" fmla="*/ 107 w 800"/>
              <a:gd name="T43" fmla="*/ 671 h 796"/>
              <a:gd name="T44" fmla="*/ 223 w 800"/>
              <a:gd name="T45" fmla="*/ 685 h 796"/>
              <a:gd name="T46" fmla="*/ 218 w 800"/>
              <a:gd name="T47" fmla="*/ 755 h 796"/>
              <a:gd name="T48" fmla="*/ 331 w 800"/>
              <a:gd name="T49" fmla="*/ 728 h 796"/>
              <a:gd name="T50" fmla="*/ 351 w 800"/>
              <a:gd name="T51" fmla="*/ 796 h 796"/>
              <a:gd name="T52" fmla="*/ 448 w 800"/>
              <a:gd name="T53" fmla="*/ 731 h 796"/>
              <a:gd name="T54" fmla="*/ 490 w 800"/>
              <a:gd name="T55" fmla="*/ 788 h 796"/>
              <a:gd name="T56" fmla="*/ 560 w 800"/>
              <a:gd name="T57" fmla="*/ 695 h 796"/>
              <a:gd name="T58" fmla="*/ 618 w 800"/>
              <a:gd name="T59" fmla="*/ 734 h 796"/>
              <a:gd name="T60" fmla="*/ 651 w 800"/>
              <a:gd name="T61" fmla="*/ 622 h 796"/>
              <a:gd name="T62" fmla="*/ 720 w 800"/>
              <a:gd name="T63" fmla="*/ 639 h 796"/>
              <a:gd name="T64" fmla="*/ 713 w 800"/>
              <a:gd name="T65" fmla="*/ 523 h 796"/>
              <a:gd name="T66" fmla="*/ 783 w 800"/>
              <a:gd name="T67" fmla="*/ 515 h 796"/>
              <a:gd name="T68" fmla="*/ 737 w 800"/>
              <a:gd name="T69" fmla="*/ 408 h 796"/>
              <a:gd name="T70" fmla="*/ 737 w 800"/>
              <a:gd name="T71" fmla="*/ 388 h 796"/>
              <a:gd name="T72" fmla="*/ 783 w 800"/>
              <a:gd name="T73" fmla="*/ 281 h 796"/>
              <a:gd name="T74" fmla="*/ 674 w 800"/>
              <a:gd name="T75" fmla="*/ 398 h 796"/>
              <a:gd name="T76" fmla="*/ 126 w 800"/>
              <a:gd name="T77" fmla="*/ 398 h 796"/>
              <a:gd name="T78" fmla="*/ 674 w 800"/>
              <a:gd name="T79" fmla="*/ 398 h 7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800" h="796">
                <a:moveTo>
                  <a:pt x="720" y="292"/>
                </a:moveTo>
                <a:cubicBezTo>
                  <a:pt x="718" y="286"/>
                  <a:pt x="715" y="280"/>
                  <a:pt x="713" y="273"/>
                </a:cubicBezTo>
                <a:cubicBezTo>
                  <a:pt x="769" y="241"/>
                  <a:pt x="769" y="241"/>
                  <a:pt x="769" y="241"/>
                </a:cubicBezTo>
                <a:cubicBezTo>
                  <a:pt x="720" y="157"/>
                  <a:pt x="720" y="157"/>
                  <a:pt x="720" y="157"/>
                </a:cubicBezTo>
                <a:cubicBezTo>
                  <a:pt x="664" y="189"/>
                  <a:pt x="664" y="189"/>
                  <a:pt x="664" y="189"/>
                </a:cubicBezTo>
                <a:cubicBezTo>
                  <a:pt x="660" y="184"/>
                  <a:pt x="656" y="179"/>
                  <a:pt x="651" y="174"/>
                </a:cubicBezTo>
                <a:cubicBezTo>
                  <a:pt x="693" y="125"/>
                  <a:pt x="693" y="125"/>
                  <a:pt x="693" y="125"/>
                </a:cubicBezTo>
                <a:cubicBezTo>
                  <a:pt x="618" y="62"/>
                  <a:pt x="618" y="62"/>
                  <a:pt x="618" y="62"/>
                </a:cubicBezTo>
                <a:cubicBezTo>
                  <a:pt x="577" y="111"/>
                  <a:pt x="577" y="111"/>
                  <a:pt x="577" y="111"/>
                </a:cubicBezTo>
                <a:cubicBezTo>
                  <a:pt x="571" y="108"/>
                  <a:pt x="566" y="104"/>
                  <a:pt x="560" y="101"/>
                </a:cubicBezTo>
                <a:cubicBezTo>
                  <a:pt x="582" y="41"/>
                  <a:pt x="582" y="41"/>
                  <a:pt x="582" y="41"/>
                </a:cubicBezTo>
                <a:cubicBezTo>
                  <a:pt x="490" y="8"/>
                  <a:pt x="490" y="8"/>
                  <a:pt x="490" y="8"/>
                </a:cubicBezTo>
                <a:cubicBezTo>
                  <a:pt x="468" y="68"/>
                  <a:pt x="468" y="68"/>
                  <a:pt x="468" y="68"/>
                </a:cubicBezTo>
                <a:cubicBezTo>
                  <a:pt x="462" y="67"/>
                  <a:pt x="455" y="66"/>
                  <a:pt x="448" y="65"/>
                </a:cubicBezTo>
                <a:cubicBezTo>
                  <a:pt x="448" y="0"/>
                  <a:pt x="448" y="0"/>
                  <a:pt x="448" y="0"/>
                </a:cubicBezTo>
                <a:cubicBezTo>
                  <a:pt x="351" y="0"/>
                  <a:pt x="351" y="0"/>
                  <a:pt x="351" y="0"/>
                </a:cubicBezTo>
                <a:cubicBezTo>
                  <a:pt x="351" y="65"/>
                  <a:pt x="351" y="65"/>
                  <a:pt x="351" y="65"/>
                </a:cubicBezTo>
                <a:cubicBezTo>
                  <a:pt x="345" y="66"/>
                  <a:pt x="338" y="67"/>
                  <a:pt x="331" y="68"/>
                </a:cubicBezTo>
                <a:cubicBezTo>
                  <a:pt x="309" y="8"/>
                  <a:pt x="309" y="8"/>
                  <a:pt x="309" y="8"/>
                </a:cubicBezTo>
                <a:cubicBezTo>
                  <a:pt x="218" y="41"/>
                  <a:pt x="218" y="41"/>
                  <a:pt x="218" y="41"/>
                </a:cubicBezTo>
                <a:cubicBezTo>
                  <a:pt x="240" y="101"/>
                  <a:pt x="240" y="101"/>
                  <a:pt x="240" y="101"/>
                </a:cubicBezTo>
                <a:cubicBezTo>
                  <a:pt x="234" y="104"/>
                  <a:pt x="228" y="108"/>
                  <a:pt x="223" y="111"/>
                </a:cubicBezTo>
                <a:cubicBezTo>
                  <a:pt x="181" y="62"/>
                  <a:pt x="181" y="62"/>
                  <a:pt x="181" y="62"/>
                </a:cubicBezTo>
                <a:cubicBezTo>
                  <a:pt x="107" y="125"/>
                  <a:pt x="107" y="125"/>
                  <a:pt x="107" y="125"/>
                </a:cubicBezTo>
                <a:cubicBezTo>
                  <a:pt x="148" y="174"/>
                  <a:pt x="148" y="174"/>
                  <a:pt x="148" y="174"/>
                </a:cubicBezTo>
                <a:cubicBezTo>
                  <a:pt x="144" y="179"/>
                  <a:pt x="140" y="184"/>
                  <a:pt x="135" y="189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31" y="241"/>
                  <a:pt x="31" y="241"/>
                  <a:pt x="31" y="241"/>
                </a:cubicBezTo>
                <a:cubicBezTo>
                  <a:pt x="87" y="273"/>
                  <a:pt x="87" y="273"/>
                  <a:pt x="87" y="273"/>
                </a:cubicBezTo>
                <a:cubicBezTo>
                  <a:pt x="84" y="280"/>
                  <a:pt x="82" y="286"/>
                  <a:pt x="80" y="292"/>
                </a:cubicBezTo>
                <a:cubicBezTo>
                  <a:pt x="17" y="281"/>
                  <a:pt x="17" y="281"/>
                  <a:pt x="17" y="281"/>
                </a:cubicBezTo>
                <a:cubicBezTo>
                  <a:pt x="0" y="377"/>
                  <a:pt x="0" y="377"/>
                  <a:pt x="0" y="377"/>
                </a:cubicBezTo>
                <a:cubicBezTo>
                  <a:pt x="63" y="388"/>
                  <a:pt x="63" y="388"/>
                  <a:pt x="63" y="388"/>
                </a:cubicBezTo>
                <a:cubicBezTo>
                  <a:pt x="63" y="391"/>
                  <a:pt x="63" y="395"/>
                  <a:pt x="63" y="398"/>
                </a:cubicBezTo>
                <a:cubicBezTo>
                  <a:pt x="63" y="401"/>
                  <a:pt x="63" y="405"/>
                  <a:pt x="63" y="408"/>
                </a:cubicBezTo>
                <a:cubicBezTo>
                  <a:pt x="0" y="419"/>
                  <a:pt x="0" y="419"/>
                  <a:pt x="0" y="419"/>
                </a:cubicBezTo>
                <a:cubicBezTo>
                  <a:pt x="17" y="515"/>
                  <a:pt x="17" y="515"/>
                  <a:pt x="17" y="515"/>
                </a:cubicBezTo>
                <a:cubicBezTo>
                  <a:pt x="80" y="504"/>
                  <a:pt x="80" y="504"/>
                  <a:pt x="80" y="504"/>
                </a:cubicBezTo>
                <a:cubicBezTo>
                  <a:pt x="82" y="510"/>
                  <a:pt x="84" y="516"/>
                  <a:pt x="87" y="523"/>
                </a:cubicBezTo>
                <a:cubicBezTo>
                  <a:pt x="31" y="555"/>
                  <a:pt x="31" y="555"/>
                  <a:pt x="31" y="555"/>
                </a:cubicBezTo>
                <a:cubicBezTo>
                  <a:pt x="80" y="639"/>
                  <a:pt x="80" y="639"/>
                  <a:pt x="80" y="639"/>
                </a:cubicBezTo>
                <a:cubicBezTo>
                  <a:pt x="135" y="607"/>
                  <a:pt x="135" y="607"/>
                  <a:pt x="135" y="607"/>
                </a:cubicBezTo>
                <a:cubicBezTo>
                  <a:pt x="140" y="612"/>
                  <a:pt x="144" y="617"/>
                  <a:pt x="148" y="622"/>
                </a:cubicBezTo>
                <a:cubicBezTo>
                  <a:pt x="107" y="671"/>
                  <a:pt x="107" y="671"/>
                  <a:pt x="107" y="671"/>
                </a:cubicBezTo>
                <a:cubicBezTo>
                  <a:pt x="181" y="734"/>
                  <a:pt x="181" y="734"/>
                  <a:pt x="181" y="734"/>
                </a:cubicBezTo>
                <a:cubicBezTo>
                  <a:pt x="223" y="685"/>
                  <a:pt x="223" y="685"/>
                  <a:pt x="223" y="685"/>
                </a:cubicBezTo>
                <a:cubicBezTo>
                  <a:pt x="228" y="688"/>
                  <a:pt x="234" y="692"/>
                  <a:pt x="240" y="695"/>
                </a:cubicBezTo>
                <a:cubicBezTo>
                  <a:pt x="218" y="755"/>
                  <a:pt x="218" y="755"/>
                  <a:pt x="218" y="755"/>
                </a:cubicBezTo>
                <a:cubicBezTo>
                  <a:pt x="310" y="788"/>
                  <a:pt x="310" y="788"/>
                  <a:pt x="310" y="788"/>
                </a:cubicBezTo>
                <a:cubicBezTo>
                  <a:pt x="331" y="728"/>
                  <a:pt x="331" y="728"/>
                  <a:pt x="331" y="728"/>
                </a:cubicBezTo>
                <a:cubicBezTo>
                  <a:pt x="338" y="729"/>
                  <a:pt x="345" y="731"/>
                  <a:pt x="351" y="731"/>
                </a:cubicBezTo>
                <a:cubicBezTo>
                  <a:pt x="351" y="796"/>
                  <a:pt x="351" y="796"/>
                  <a:pt x="351" y="796"/>
                </a:cubicBezTo>
                <a:cubicBezTo>
                  <a:pt x="448" y="796"/>
                  <a:pt x="448" y="796"/>
                  <a:pt x="448" y="796"/>
                </a:cubicBezTo>
                <a:cubicBezTo>
                  <a:pt x="448" y="731"/>
                  <a:pt x="448" y="731"/>
                  <a:pt x="448" y="731"/>
                </a:cubicBezTo>
                <a:cubicBezTo>
                  <a:pt x="455" y="731"/>
                  <a:pt x="462" y="729"/>
                  <a:pt x="468" y="728"/>
                </a:cubicBezTo>
                <a:cubicBezTo>
                  <a:pt x="490" y="788"/>
                  <a:pt x="490" y="788"/>
                  <a:pt x="490" y="788"/>
                </a:cubicBezTo>
                <a:cubicBezTo>
                  <a:pt x="582" y="755"/>
                  <a:pt x="582" y="755"/>
                  <a:pt x="582" y="755"/>
                </a:cubicBezTo>
                <a:cubicBezTo>
                  <a:pt x="560" y="695"/>
                  <a:pt x="560" y="695"/>
                  <a:pt x="560" y="695"/>
                </a:cubicBezTo>
                <a:cubicBezTo>
                  <a:pt x="566" y="692"/>
                  <a:pt x="571" y="688"/>
                  <a:pt x="577" y="685"/>
                </a:cubicBezTo>
                <a:cubicBezTo>
                  <a:pt x="618" y="734"/>
                  <a:pt x="618" y="734"/>
                  <a:pt x="618" y="734"/>
                </a:cubicBezTo>
                <a:cubicBezTo>
                  <a:pt x="693" y="671"/>
                  <a:pt x="693" y="671"/>
                  <a:pt x="693" y="671"/>
                </a:cubicBezTo>
                <a:cubicBezTo>
                  <a:pt x="651" y="622"/>
                  <a:pt x="651" y="622"/>
                  <a:pt x="651" y="622"/>
                </a:cubicBezTo>
                <a:cubicBezTo>
                  <a:pt x="656" y="617"/>
                  <a:pt x="660" y="612"/>
                  <a:pt x="664" y="607"/>
                </a:cubicBezTo>
                <a:cubicBezTo>
                  <a:pt x="720" y="639"/>
                  <a:pt x="720" y="639"/>
                  <a:pt x="720" y="639"/>
                </a:cubicBezTo>
                <a:cubicBezTo>
                  <a:pt x="769" y="555"/>
                  <a:pt x="769" y="555"/>
                  <a:pt x="769" y="555"/>
                </a:cubicBezTo>
                <a:cubicBezTo>
                  <a:pt x="713" y="523"/>
                  <a:pt x="713" y="523"/>
                  <a:pt x="713" y="523"/>
                </a:cubicBezTo>
                <a:cubicBezTo>
                  <a:pt x="715" y="516"/>
                  <a:pt x="718" y="510"/>
                  <a:pt x="720" y="504"/>
                </a:cubicBezTo>
                <a:cubicBezTo>
                  <a:pt x="783" y="515"/>
                  <a:pt x="783" y="515"/>
                  <a:pt x="783" y="515"/>
                </a:cubicBezTo>
                <a:cubicBezTo>
                  <a:pt x="800" y="419"/>
                  <a:pt x="800" y="419"/>
                  <a:pt x="800" y="419"/>
                </a:cubicBezTo>
                <a:cubicBezTo>
                  <a:pt x="737" y="408"/>
                  <a:pt x="737" y="408"/>
                  <a:pt x="737" y="408"/>
                </a:cubicBezTo>
                <a:cubicBezTo>
                  <a:pt x="737" y="405"/>
                  <a:pt x="737" y="401"/>
                  <a:pt x="737" y="398"/>
                </a:cubicBezTo>
                <a:cubicBezTo>
                  <a:pt x="737" y="395"/>
                  <a:pt x="737" y="391"/>
                  <a:pt x="737" y="388"/>
                </a:cubicBezTo>
                <a:cubicBezTo>
                  <a:pt x="800" y="377"/>
                  <a:pt x="800" y="377"/>
                  <a:pt x="800" y="377"/>
                </a:cubicBezTo>
                <a:cubicBezTo>
                  <a:pt x="783" y="281"/>
                  <a:pt x="783" y="281"/>
                  <a:pt x="783" y="281"/>
                </a:cubicBezTo>
                <a:lnTo>
                  <a:pt x="720" y="292"/>
                </a:lnTo>
                <a:close/>
                <a:moveTo>
                  <a:pt x="674" y="398"/>
                </a:moveTo>
                <a:cubicBezTo>
                  <a:pt x="674" y="549"/>
                  <a:pt x="551" y="672"/>
                  <a:pt x="400" y="672"/>
                </a:cubicBezTo>
                <a:cubicBezTo>
                  <a:pt x="248" y="672"/>
                  <a:pt x="126" y="549"/>
                  <a:pt x="126" y="398"/>
                </a:cubicBezTo>
                <a:cubicBezTo>
                  <a:pt x="126" y="247"/>
                  <a:pt x="248" y="124"/>
                  <a:pt x="400" y="124"/>
                </a:cubicBezTo>
                <a:cubicBezTo>
                  <a:pt x="551" y="124"/>
                  <a:pt x="674" y="247"/>
                  <a:pt x="674" y="398"/>
                </a:cubicBezTo>
                <a:close/>
              </a:path>
            </a:pathLst>
          </a:cu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2492089" y="2399898"/>
            <a:ext cx="914400" cy="914400"/>
          </a:xfrm>
          <a:prstGeom prst="ellipse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33" name="Content Placeholder 2"/>
          <p:cNvSpPr txBox="1">
            <a:spLocks/>
          </p:cNvSpPr>
          <p:nvPr/>
        </p:nvSpPr>
        <p:spPr bwMode="auto">
          <a:xfrm>
            <a:off x="5807837" y="482621"/>
            <a:ext cx="2581766" cy="939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92" tIns="60947" rIns="121892" bIns="60947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defTabSz="914194">
              <a:spcBef>
                <a:spcPct val="20000"/>
              </a:spcBef>
              <a:defRPr/>
            </a:pPr>
            <a:r>
              <a:rPr lang="zh-CN" altLang="en-US" sz="2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"/>
                <a:sym typeface="Arial"/>
              </a:rPr>
              <a:t>钟荣兴</a:t>
            </a:r>
            <a:endParaRPr lang="en-US" altLang="zh-CN" sz="2400" b="1" kern="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"/>
              <a:sym typeface="Arial"/>
            </a:endParaRPr>
          </a:p>
          <a:p>
            <a:pPr defTabSz="914194">
              <a:spcBef>
                <a:spcPct val="20000"/>
              </a:spcBef>
              <a:defRPr/>
            </a:pPr>
            <a:r>
              <a:rPr lang="zh-CN" altLang="en-US" sz="20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 Light"/>
                <a:sym typeface="Arial"/>
              </a:rPr>
              <a:t>后台开发</a:t>
            </a:r>
            <a:endParaRPr lang="en-US" altLang="zh-CN" sz="2000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 Light"/>
              <a:sym typeface="Arial"/>
            </a:endParaRPr>
          </a:p>
          <a:p>
            <a:pPr defTabSz="914194">
              <a:spcBef>
                <a:spcPct val="20000"/>
              </a:spcBef>
              <a:defRPr/>
            </a:pPr>
            <a:r>
              <a:rPr lang="zh-CN" altLang="en-US" sz="20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 Light"/>
                <a:sym typeface="Arial"/>
              </a:rPr>
              <a:t>协助完成文档撰写</a:t>
            </a:r>
            <a:endParaRPr lang="en-US" altLang="zh-CN" sz="2000" kern="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 Light"/>
              <a:sym typeface="Arial"/>
            </a:endParaRPr>
          </a:p>
        </p:txBody>
      </p:sp>
      <p:sp>
        <p:nvSpPr>
          <p:cNvPr id="34" name="Content Placeholder 2"/>
          <p:cNvSpPr txBox="1">
            <a:spLocks/>
          </p:cNvSpPr>
          <p:nvPr/>
        </p:nvSpPr>
        <p:spPr bwMode="auto">
          <a:xfrm>
            <a:off x="7706687" y="5038671"/>
            <a:ext cx="2464008" cy="119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92" tIns="60947" rIns="121892" bIns="60947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defTabSz="914194">
              <a:spcBef>
                <a:spcPct val="20000"/>
              </a:spcBef>
              <a:defRPr/>
            </a:pPr>
            <a:r>
              <a:rPr lang="zh-CN" altLang="en-US" sz="2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"/>
                <a:sym typeface="Arial"/>
              </a:rPr>
              <a:t>刘相廷</a:t>
            </a:r>
            <a:endParaRPr lang="en-US" altLang="zh-CN" sz="2400" b="1" kern="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"/>
              <a:sym typeface="Arial"/>
            </a:endParaRPr>
          </a:p>
          <a:p>
            <a:pPr defTabSz="914194">
              <a:spcBef>
                <a:spcPct val="20000"/>
              </a:spcBef>
              <a:defRPr/>
            </a:pPr>
            <a:r>
              <a:rPr lang="zh-CN" altLang="en-US" sz="20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 Light"/>
                <a:sym typeface="Arial"/>
              </a:rPr>
              <a:t>协助完成后台开发</a:t>
            </a:r>
            <a:endParaRPr lang="en-US" altLang="zh-CN" sz="2000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 Light"/>
              <a:sym typeface="Arial"/>
            </a:endParaRPr>
          </a:p>
          <a:p>
            <a:pPr defTabSz="914194">
              <a:spcBef>
                <a:spcPct val="20000"/>
              </a:spcBef>
              <a:defRPr/>
            </a:pPr>
            <a:r>
              <a:rPr lang="zh-CN" altLang="en-US" sz="20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 Light"/>
                <a:sym typeface="Arial"/>
              </a:rPr>
              <a:t>前后端的连通</a:t>
            </a:r>
            <a:endParaRPr lang="en-US" altLang="zh-CN" sz="2000" kern="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 Light"/>
              <a:sym typeface="Arial"/>
            </a:endParaRPr>
          </a:p>
        </p:txBody>
      </p:sp>
      <p:sp>
        <p:nvSpPr>
          <p:cNvPr id="35" name="Content Placeholder 2"/>
          <p:cNvSpPr txBox="1">
            <a:spLocks/>
          </p:cNvSpPr>
          <p:nvPr/>
        </p:nvSpPr>
        <p:spPr bwMode="auto">
          <a:xfrm>
            <a:off x="-192832" y="2110573"/>
            <a:ext cx="2138038" cy="1324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92" tIns="60947" rIns="121892" bIns="60947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 defTabSz="914194">
              <a:spcBef>
                <a:spcPct val="20000"/>
              </a:spcBef>
              <a:defRPr/>
            </a:pPr>
            <a:r>
              <a:rPr lang="zh-CN" altLang="en-US" sz="2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"/>
                <a:sym typeface="Arial"/>
              </a:rPr>
              <a:t>蒲东齐</a:t>
            </a:r>
            <a:endParaRPr lang="en-US" altLang="zh-CN" sz="2400" b="1" kern="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"/>
              <a:sym typeface="Arial"/>
            </a:endParaRPr>
          </a:p>
          <a:p>
            <a:pPr algn="r" defTabSz="914194">
              <a:spcBef>
                <a:spcPct val="20000"/>
              </a:spcBef>
              <a:defRPr/>
            </a:pPr>
            <a:r>
              <a:rPr lang="zh-CN" altLang="en-US" sz="20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 Light"/>
                <a:sym typeface="Arial"/>
              </a:rPr>
              <a:t>项目开发组组长</a:t>
            </a:r>
            <a:endParaRPr lang="en-US" altLang="zh-CN" sz="2000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 Light"/>
              <a:sym typeface="Arial"/>
            </a:endParaRPr>
          </a:p>
          <a:p>
            <a:pPr algn="r" defTabSz="914194">
              <a:spcBef>
                <a:spcPct val="20000"/>
              </a:spcBef>
              <a:defRPr/>
            </a:pPr>
            <a:r>
              <a:rPr lang="zh-CN" altLang="en-US" sz="20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 Light"/>
                <a:sym typeface="Arial"/>
              </a:rPr>
              <a:t>掌握项目进度</a:t>
            </a:r>
            <a:endParaRPr lang="en-US" altLang="zh-CN" sz="2000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 Light"/>
              <a:sym typeface="Arial"/>
            </a:endParaRPr>
          </a:p>
          <a:p>
            <a:pPr algn="r" defTabSz="914194">
              <a:spcBef>
                <a:spcPct val="20000"/>
              </a:spcBef>
              <a:defRPr/>
            </a:pPr>
            <a:r>
              <a:rPr lang="zh-CN" altLang="en-US" sz="20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 Light"/>
                <a:sym typeface="Arial"/>
              </a:rPr>
              <a:t>前端界面开发</a:t>
            </a:r>
            <a:endParaRPr lang="en-US" altLang="zh-CN" sz="2000" kern="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 Light"/>
              <a:sym typeface="Arial"/>
            </a:endParaRPr>
          </a:p>
        </p:txBody>
      </p:sp>
      <p:sp>
        <p:nvSpPr>
          <p:cNvPr id="36" name="Content Placeholder 2"/>
          <p:cNvSpPr txBox="1">
            <a:spLocks/>
          </p:cNvSpPr>
          <p:nvPr/>
        </p:nvSpPr>
        <p:spPr bwMode="auto">
          <a:xfrm>
            <a:off x="834189" y="4886707"/>
            <a:ext cx="2583775" cy="119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92" tIns="60947" rIns="121892" bIns="60947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 defTabSz="914194">
              <a:spcBef>
                <a:spcPct val="20000"/>
              </a:spcBef>
              <a:defRPr/>
            </a:pPr>
            <a:r>
              <a:rPr lang="zh-CN" altLang="en-US" sz="2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"/>
                <a:sym typeface="Arial"/>
              </a:rPr>
              <a:t>陈昌昊</a:t>
            </a:r>
            <a:endParaRPr lang="en-US" altLang="zh-CN" sz="2400" b="1" kern="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"/>
              <a:sym typeface="Arial"/>
            </a:endParaRPr>
          </a:p>
          <a:p>
            <a:pPr algn="r" defTabSz="914194">
              <a:spcBef>
                <a:spcPct val="20000"/>
              </a:spcBef>
              <a:defRPr/>
            </a:pPr>
            <a:r>
              <a:rPr lang="zh-CN" altLang="en-US" sz="2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 Light"/>
                <a:sym typeface="Arial"/>
              </a:rPr>
              <a:t>前端界面</a:t>
            </a:r>
            <a:r>
              <a:rPr lang="zh-CN" altLang="en-US" sz="20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 Light"/>
                <a:sym typeface="Arial"/>
              </a:rPr>
              <a:t>开发</a:t>
            </a:r>
            <a:endParaRPr lang="en-US" altLang="zh-CN" sz="2000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 Light"/>
              <a:sym typeface="Arial"/>
            </a:endParaRPr>
          </a:p>
          <a:p>
            <a:pPr algn="r" defTabSz="914194">
              <a:spcBef>
                <a:spcPct val="20000"/>
              </a:spcBef>
              <a:defRPr/>
            </a:pPr>
            <a:r>
              <a:rPr lang="zh-CN" altLang="en-US" sz="20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 Light"/>
                <a:sym typeface="Arial"/>
              </a:rPr>
              <a:t>协助完成后台开发</a:t>
            </a:r>
            <a:endParaRPr lang="en-US" altLang="zh-CN" sz="2000" kern="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 Light"/>
              <a:sym typeface="Arial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289634" y="27687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团队介绍</a:t>
            </a:r>
            <a:endParaRPr lang="zh-CN" altLang="en-US" sz="2800" kern="1200" dirty="0">
              <a:solidFill>
                <a:schemeClr val="tx1"/>
              </a:solidFill>
              <a:latin typeface="Arial"/>
              <a:ea typeface="微软雅黑"/>
              <a:cs typeface="方正苏新诗柳楷简体-yolan" panose="02000000000000000000" pitchFamily="2" charset="-122"/>
              <a:sym typeface="Arial"/>
            </a:endParaRPr>
          </a:p>
        </p:txBody>
      </p:sp>
      <p:grpSp>
        <p:nvGrpSpPr>
          <p:cNvPr id="149" name="组合 148"/>
          <p:cNvGrpSpPr/>
          <p:nvPr/>
        </p:nvGrpSpPr>
        <p:grpSpPr>
          <a:xfrm>
            <a:off x="1900888" y="357986"/>
            <a:ext cx="636853" cy="393183"/>
            <a:chOff x="3610120" y="261689"/>
            <a:chExt cx="636853" cy="393183"/>
          </a:xfrm>
        </p:grpSpPr>
        <p:pic>
          <p:nvPicPr>
            <p:cNvPr id="150" name="图片 149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9115">
              <a:off x="3830226" y="261689"/>
              <a:ext cx="416747" cy="246260"/>
            </a:xfrm>
            <a:prstGeom prst="rect">
              <a:avLst/>
            </a:prstGeom>
          </p:spPr>
        </p:pic>
        <p:sp>
          <p:nvSpPr>
            <p:cNvPr id="151" name="Freeform 249"/>
            <p:cNvSpPr>
              <a:spLocks noEditPoints="1"/>
            </p:cNvSpPr>
            <p:nvPr userDrawn="1"/>
          </p:nvSpPr>
          <p:spPr bwMode="auto">
            <a:xfrm rot="2431720" flipH="1">
              <a:off x="3610120" y="366070"/>
              <a:ext cx="211706" cy="288802"/>
            </a:xfrm>
            <a:custGeom>
              <a:avLst/>
              <a:gdLst>
                <a:gd name="T0" fmla="*/ 82 w 239"/>
                <a:gd name="T1" fmla="*/ 301 h 301"/>
                <a:gd name="T2" fmla="*/ 64 w 239"/>
                <a:gd name="T3" fmla="*/ 298 h 301"/>
                <a:gd name="T4" fmla="*/ 8 w 239"/>
                <a:gd name="T5" fmla="*/ 212 h 301"/>
                <a:gd name="T6" fmla="*/ 100 w 239"/>
                <a:gd name="T7" fmla="*/ 162 h 301"/>
                <a:gd name="T8" fmla="*/ 153 w 239"/>
                <a:gd name="T9" fmla="*/ 182 h 301"/>
                <a:gd name="T10" fmla="*/ 44 w 239"/>
                <a:gd name="T11" fmla="*/ 17 h 301"/>
                <a:gd name="T12" fmla="*/ 53 w 239"/>
                <a:gd name="T13" fmla="*/ 47 h 301"/>
                <a:gd name="T14" fmla="*/ 51 w 239"/>
                <a:gd name="T15" fmla="*/ 52 h 301"/>
                <a:gd name="T16" fmla="*/ 46 w 239"/>
                <a:gd name="T17" fmla="*/ 50 h 301"/>
                <a:gd name="T18" fmla="*/ 34 w 239"/>
                <a:gd name="T19" fmla="*/ 11 h 301"/>
                <a:gd name="T20" fmla="*/ 33 w 239"/>
                <a:gd name="T21" fmla="*/ 8 h 301"/>
                <a:gd name="T22" fmla="*/ 34 w 239"/>
                <a:gd name="T23" fmla="*/ 3 h 301"/>
                <a:gd name="T24" fmla="*/ 36 w 239"/>
                <a:gd name="T25" fmla="*/ 3 h 301"/>
                <a:gd name="T26" fmla="*/ 44 w 239"/>
                <a:gd name="T27" fmla="*/ 0 h 301"/>
                <a:gd name="T28" fmla="*/ 81 w 239"/>
                <a:gd name="T29" fmla="*/ 6 h 301"/>
                <a:gd name="T30" fmla="*/ 80 w 239"/>
                <a:gd name="T31" fmla="*/ 14 h 301"/>
                <a:gd name="T32" fmla="*/ 47 w 239"/>
                <a:gd name="T33" fmla="*/ 9 h 301"/>
                <a:gd name="T34" fmla="*/ 161 w 239"/>
                <a:gd name="T35" fmla="*/ 187 h 301"/>
                <a:gd name="T36" fmla="*/ 239 w 239"/>
                <a:gd name="T37" fmla="*/ 288 h 301"/>
                <a:gd name="T38" fmla="*/ 236 w 239"/>
                <a:gd name="T39" fmla="*/ 293 h 301"/>
                <a:gd name="T40" fmla="*/ 231 w 239"/>
                <a:gd name="T41" fmla="*/ 291 h 301"/>
                <a:gd name="T42" fmla="*/ 161 w 239"/>
                <a:gd name="T43" fmla="*/ 197 h 301"/>
                <a:gd name="T44" fmla="*/ 149 w 239"/>
                <a:gd name="T45" fmla="*/ 252 h 301"/>
                <a:gd name="T46" fmla="*/ 82 w 239"/>
                <a:gd name="T47" fmla="*/ 301 h 301"/>
                <a:gd name="T48" fmla="*/ 79 w 239"/>
                <a:gd name="T49" fmla="*/ 168 h 301"/>
                <a:gd name="T50" fmla="*/ 16 w 239"/>
                <a:gd name="T51" fmla="*/ 214 h 301"/>
                <a:gd name="T52" fmla="*/ 66 w 239"/>
                <a:gd name="T53" fmla="*/ 291 h 301"/>
                <a:gd name="T54" fmla="*/ 141 w 239"/>
                <a:gd name="T55" fmla="*/ 249 h 301"/>
                <a:gd name="T56" fmla="*/ 153 w 239"/>
                <a:gd name="T57" fmla="*/ 191 h 301"/>
                <a:gd name="T58" fmla="*/ 99 w 239"/>
                <a:gd name="T59" fmla="*/ 170 h 301"/>
                <a:gd name="T60" fmla="*/ 79 w 239"/>
                <a:gd name="T61" fmla="*/ 16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9" h="301">
                  <a:moveTo>
                    <a:pt x="82" y="301"/>
                  </a:moveTo>
                  <a:cubicBezTo>
                    <a:pt x="76" y="301"/>
                    <a:pt x="70" y="300"/>
                    <a:pt x="64" y="298"/>
                  </a:cubicBezTo>
                  <a:cubicBezTo>
                    <a:pt x="17" y="285"/>
                    <a:pt x="0" y="245"/>
                    <a:pt x="8" y="212"/>
                  </a:cubicBezTo>
                  <a:cubicBezTo>
                    <a:pt x="15" y="180"/>
                    <a:pt x="47" y="152"/>
                    <a:pt x="100" y="162"/>
                  </a:cubicBezTo>
                  <a:cubicBezTo>
                    <a:pt x="120" y="165"/>
                    <a:pt x="137" y="173"/>
                    <a:pt x="153" y="182"/>
                  </a:cubicBezTo>
                  <a:cubicBezTo>
                    <a:pt x="148" y="130"/>
                    <a:pt x="116" y="69"/>
                    <a:pt x="44" y="1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4" y="49"/>
                    <a:pt x="53" y="51"/>
                    <a:pt x="51" y="52"/>
                  </a:cubicBezTo>
                  <a:cubicBezTo>
                    <a:pt x="49" y="53"/>
                    <a:pt x="46" y="52"/>
                    <a:pt x="46" y="50"/>
                  </a:cubicBezTo>
                  <a:cubicBezTo>
                    <a:pt x="41" y="41"/>
                    <a:pt x="33" y="22"/>
                    <a:pt x="34" y="1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6"/>
                    <a:pt x="33" y="4"/>
                    <a:pt x="34" y="3"/>
                  </a:cubicBezTo>
                  <a:cubicBezTo>
                    <a:pt x="35" y="3"/>
                    <a:pt x="35" y="3"/>
                    <a:pt x="36" y="3"/>
                  </a:cubicBezTo>
                  <a:cubicBezTo>
                    <a:pt x="37" y="1"/>
                    <a:pt x="40" y="0"/>
                    <a:pt x="44" y="0"/>
                  </a:cubicBezTo>
                  <a:cubicBezTo>
                    <a:pt x="59" y="3"/>
                    <a:pt x="81" y="6"/>
                    <a:pt x="81" y="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62" y="11"/>
                    <a:pt x="47" y="9"/>
                  </a:cubicBezTo>
                  <a:cubicBezTo>
                    <a:pt x="125" y="66"/>
                    <a:pt x="158" y="131"/>
                    <a:pt x="161" y="187"/>
                  </a:cubicBezTo>
                  <a:cubicBezTo>
                    <a:pt x="217" y="225"/>
                    <a:pt x="238" y="287"/>
                    <a:pt x="239" y="288"/>
                  </a:cubicBezTo>
                  <a:cubicBezTo>
                    <a:pt x="239" y="290"/>
                    <a:pt x="238" y="293"/>
                    <a:pt x="236" y="293"/>
                  </a:cubicBezTo>
                  <a:cubicBezTo>
                    <a:pt x="234" y="294"/>
                    <a:pt x="232" y="293"/>
                    <a:pt x="231" y="291"/>
                  </a:cubicBezTo>
                  <a:cubicBezTo>
                    <a:pt x="231" y="290"/>
                    <a:pt x="211" y="233"/>
                    <a:pt x="161" y="197"/>
                  </a:cubicBezTo>
                  <a:cubicBezTo>
                    <a:pt x="161" y="217"/>
                    <a:pt x="156" y="236"/>
                    <a:pt x="149" y="252"/>
                  </a:cubicBezTo>
                  <a:cubicBezTo>
                    <a:pt x="134" y="283"/>
                    <a:pt x="109" y="301"/>
                    <a:pt x="82" y="301"/>
                  </a:cubicBezTo>
                  <a:close/>
                  <a:moveTo>
                    <a:pt x="79" y="168"/>
                  </a:moveTo>
                  <a:cubicBezTo>
                    <a:pt x="43" y="168"/>
                    <a:pt x="21" y="189"/>
                    <a:pt x="16" y="214"/>
                  </a:cubicBezTo>
                  <a:cubicBezTo>
                    <a:pt x="9" y="243"/>
                    <a:pt x="24" y="279"/>
                    <a:pt x="66" y="291"/>
                  </a:cubicBezTo>
                  <a:cubicBezTo>
                    <a:pt x="96" y="299"/>
                    <a:pt x="125" y="283"/>
                    <a:pt x="141" y="249"/>
                  </a:cubicBezTo>
                  <a:cubicBezTo>
                    <a:pt x="149" y="232"/>
                    <a:pt x="154" y="212"/>
                    <a:pt x="153" y="191"/>
                  </a:cubicBezTo>
                  <a:cubicBezTo>
                    <a:pt x="138" y="181"/>
                    <a:pt x="120" y="174"/>
                    <a:pt x="99" y="170"/>
                  </a:cubicBezTo>
                  <a:cubicBezTo>
                    <a:pt x="92" y="168"/>
                    <a:pt x="85" y="168"/>
                    <a:pt x="79" y="1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091411" y="1687321"/>
            <a:ext cx="680549" cy="608525"/>
            <a:chOff x="5514975" y="2330451"/>
            <a:chExt cx="735013" cy="657225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8" name="Freeform 11"/>
            <p:cNvSpPr>
              <a:spLocks noEditPoints="1"/>
            </p:cNvSpPr>
            <p:nvPr/>
          </p:nvSpPr>
          <p:spPr bwMode="auto">
            <a:xfrm>
              <a:off x="5962650" y="2709863"/>
              <a:ext cx="287338" cy="174625"/>
            </a:xfrm>
            <a:custGeom>
              <a:avLst/>
              <a:gdLst>
                <a:gd name="T0" fmla="*/ 52 w 129"/>
                <a:gd name="T1" fmla="*/ 35 h 79"/>
                <a:gd name="T2" fmla="*/ 24 w 129"/>
                <a:gd name="T3" fmla="*/ 0 h 79"/>
                <a:gd name="T4" fmla="*/ 10 w 129"/>
                <a:gd name="T5" fmla="*/ 18 h 79"/>
                <a:gd name="T6" fmla="*/ 0 w 129"/>
                <a:gd name="T7" fmla="*/ 23 h 79"/>
                <a:gd name="T8" fmla="*/ 29 w 129"/>
                <a:gd name="T9" fmla="*/ 60 h 79"/>
                <a:gd name="T10" fmla="*/ 39 w 129"/>
                <a:gd name="T11" fmla="*/ 66 h 79"/>
                <a:gd name="T12" fmla="*/ 107 w 129"/>
                <a:gd name="T13" fmla="*/ 79 h 79"/>
                <a:gd name="T14" fmla="*/ 111 w 129"/>
                <a:gd name="T15" fmla="*/ 79 h 79"/>
                <a:gd name="T16" fmla="*/ 127 w 129"/>
                <a:gd name="T17" fmla="*/ 66 h 79"/>
                <a:gd name="T18" fmla="*/ 114 w 129"/>
                <a:gd name="T19" fmla="*/ 47 h 79"/>
                <a:gd name="T20" fmla="*/ 52 w 129"/>
                <a:gd name="T21" fmla="*/ 35 h 79"/>
                <a:gd name="T22" fmla="*/ 114 w 129"/>
                <a:gd name="T23" fmla="*/ 47 h 79"/>
                <a:gd name="T24" fmla="*/ 114 w 129"/>
                <a:gd name="T25" fmla="*/ 4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9" h="79">
                  <a:moveTo>
                    <a:pt x="52" y="35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2" y="8"/>
                    <a:pt x="17" y="14"/>
                    <a:pt x="10" y="18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32" y="63"/>
                    <a:pt x="35" y="65"/>
                    <a:pt x="39" y="66"/>
                  </a:cubicBezTo>
                  <a:cubicBezTo>
                    <a:pt x="107" y="79"/>
                    <a:pt x="107" y="79"/>
                    <a:pt x="107" y="79"/>
                  </a:cubicBezTo>
                  <a:cubicBezTo>
                    <a:pt x="108" y="79"/>
                    <a:pt x="110" y="79"/>
                    <a:pt x="111" y="79"/>
                  </a:cubicBezTo>
                  <a:cubicBezTo>
                    <a:pt x="118" y="79"/>
                    <a:pt x="125" y="74"/>
                    <a:pt x="127" y="66"/>
                  </a:cubicBezTo>
                  <a:cubicBezTo>
                    <a:pt x="129" y="57"/>
                    <a:pt x="123" y="48"/>
                    <a:pt x="114" y="47"/>
                  </a:cubicBezTo>
                  <a:lnTo>
                    <a:pt x="52" y="35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9" name="Freeform 12"/>
            <p:cNvSpPr>
              <a:spLocks noEditPoints="1"/>
            </p:cNvSpPr>
            <p:nvPr/>
          </p:nvSpPr>
          <p:spPr bwMode="auto">
            <a:xfrm>
              <a:off x="5594350" y="2330451"/>
              <a:ext cx="160338" cy="161925"/>
            </a:xfrm>
            <a:custGeom>
              <a:avLst/>
              <a:gdLst>
                <a:gd name="T0" fmla="*/ 0 w 72"/>
                <a:gd name="T1" fmla="*/ 36 h 73"/>
                <a:gd name="T2" fmla="*/ 36 w 72"/>
                <a:gd name="T3" fmla="*/ 0 h 73"/>
                <a:gd name="T4" fmla="*/ 72 w 72"/>
                <a:gd name="T5" fmla="*/ 36 h 73"/>
                <a:gd name="T6" fmla="*/ 36 w 72"/>
                <a:gd name="T7" fmla="*/ 73 h 73"/>
                <a:gd name="T8" fmla="*/ 0 w 72"/>
                <a:gd name="T9" fmla="*/ 36 h 73"/>
                <a:gd name="T10" fmla="*/ 0 w 72"/>
                <a:gd name="T11" fmla="*/ 36 h 73"/>
                <a:gd name="T12" fmla="*/ 0 w 72"/>
                <a:gd name="T13" fmla="*/ 3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73">
                  <a:moveTo>
                    <a:pt x="0" y="36"/>
                  </a:move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3"/>
                    <a:pt x="36" y="73"/>
                  </a:cubicBezTo>
                  <a:cubicBezTo>
                    <a:pt x="16" y="73"/>
                    <a:pt x="0" y="56"/>
                    <a:pt x="0" y="36"/>
                  </a:cubicBezTo>
                  <a:close/>
                  <a:moveTo>
                    <a:pt x="0" y="36"/>
                  </a:moveTo>
                  <a:cubicBezTo>
                    <a:pt x="0" y="36"/>
                    <a:pt x="0" y="36"/>
                    <a:pt x="0" y="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0" name="Freeform 13"/>
            <p:cNvSpPr>
              <a:spLocks noEditPoints="1"/>
            </p:cNvSpPr>
            <p:nvPr/>
          </p:nvSpPr>
          <p:spPr bwMode="auto">
            <a:xfrm>
              <a:off x="5514975" y="2379663"/>
              <a:ext cx="541338" cy="608013"/>
            </a:xfrm>
            <a:custGeom>
              <a:avLst/>
              <a:gdLst>
                <a:gd name="T0" fmla="*/ 151 w 243"/>
                <a:gd name="T1" fmla="*/ 5 h 273"/>
                <a:gd name="T2" fmla="*/ 60 w 243"/>
                <a:gd name="T3" fmla="*/ 92 h 273"/>
                <a:gd name="T4" fmla="*/ 29 w 243"/>
                <a:gd name="T5" fmla="*/ 64 h 273"/>
                <a:gd name="T6" fmla="*/ 18 w 243"/>
                <a:gd name="T7" fmla="*/ 59 h 273"/>
                <a:gd name="T8" fmla="*/ 6 w 243"/>
                <a:gd name="T9" fmla="*/ 64 h 273"/>
                <a:gd name="T10" fmla="*/ 7 w 243"/>
                <a:gd name="T11" fmla="*/ 87 h 273"/>
                <a:gd name="T12" fmla="*/ 48 w 243"/>
                <a:gd name="T13" fmla="*/ 126 h 273"/>
                <a:gd name="T14" fmla="*/ 59 w 243"/>
                <a:gd name="T15" fmla="*/ 130 h 273"/>
                <a:gd name="T16" fmla="*/ 70 w 243"/>
                <a:gd name="T17" fmla="*/ 126 h 273"/>
                <a:gd name="T18" fmla="*/ 106 w 243"/>
                <a:gd name="T19" fmla="*/ 95 h 273"/>
                <a:gd name="T20" fmla="*/ 154 w 243"/>
                <a:gd name="T21" fmla="*/ 147 h 273"/>
                <a:gd name="T22" fmla="*/ 108 w 243"/>
                <a:gd name="T23" fmla="*/ 170 h 273"/>
                <a:gd name="T24" fmla="*/ 100 w 243"/>
                <a:gd name="T25" fmla="*/ 180 h 273"/>
                <a:gd name="T26" fmla="*/ 101 w 243"/>
                <a:gd name="T27" fmla="*/ 193 h 273"/>
                <a:gd name="T28" fmla="*/ 146 w 243"/>
                <a:gd name="T29" fmla="*/ 265 h 273"/>
                <a:gd name="T30" fmla="*/ 160 w 243"/>
                <a:gd name="T31" fmla="*/ 273 h 273"/>
                <a:gd name="T32" fmla="*/ 169 w 243"/>
                <a:gd name="T33" fmla="*/ 270 h 273"/>
                <a:gd name="T34" fmla="*/ 174 w 243"/>
                <a:gd name="T35" fmla="*/ 248 h 273"/>
                <a:gd name="T36" fmla="*/ 139 w 243"/>
                <a:gd name="T37" fmla="*/ 191 h 273"/>
                <a:gd name="T38" fmla="*/ 195 w 243"/>
                <a:gd name="T39" fmla="*/ 163 h 273"/>
                <a:gd name="T40" fmla="*/ 206 w 243"/>
                <a:gd name="T41" fmla="*/ 157 h 273"/>
                <a:gd name="T42" fmla="*/ 211 w 243"/>
                <a:gd name="T43" fmla="*/ 131 h 273"/>
                <a:gd name="T44" fmla="*/ 210 w 243"/>
                <a:gd name="T45" fmla="*/ 130 h 273"/>
                <a:gd name="T46" fmla="*/ 145 w 243"/>
                <a:gd name="T47" fmla="*/ 60 h 273"/>
                <a:gd name="T48" fmla="*/ 169 w 243"/>
                <a:gd name="T49" fmla="*/ 34 h 273"/>
                <a:gd name="T50" fmla="*/ 222 w 243"/>
                <a:gd name="T51" fmla="*/ 46 h 273"/>
                <a:gd name="T52" fmla="*/ 225 w 243"/>
                <a:gd name="T53" fmla="*/ 47 h 273"/>
                <a:gd name="T54" fmla="*/ 241 w 243"/>
                <a:gd name="T55" fmla="*/ 34 h 273"/>
                <a:gd name="T56" fmla="*/ 229 w 243"/>
                <a:gd name="T57" fmla="*/ 15 h 273"/>
                <a:gd name="T58" fmla="*/ 167 w 243"/>
                <a:gd name="T59" fmla="*/ 0 h 273"/>
                <a:gd name="T60" fmla="*/ 162 w 243"/>
                <a:gd name="T61" fmla="*/ 0 h 273"/>
                <a:gd name="T62" fmla="*/ 151 w 243"/>
                <a:gd name="T63" fmla="*/ 5 h 273"/>
                <a:gd name="T64" fmla="*/ 151 w 243"/>
                <a:gd name="T65" fmla="*/ 5 h 273"/>
                <a:gd name="T66" fmla="*/ 151 w 243"/>
                <a:gd name="T67" fmla="*/ 5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43" h="273">
                  <a:moveTo>
                    <a:pt x="151" y="5"/>
                  </a:moveTo>
                  <a:cubicBezTo>
                    <a:pt x="137" y="19"/>
                    <a:pt x="60" y="92"/>
                    <a:pt x="60" y="92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6" y="61"/>
                    <a:pt x="22" y="59"/>
                    <a:pt x="18" y="59"/>
                  </a:cubicBezTo>
                  <a:cubicBezTo>
                    <a:pt x="13" y="59"/>
                    <a:pt x="9" y="61"/>
                    <a:pt x="6" y="64"/>
                  </a:cubicBezTo>
                  <a:cubicBezTo>
                    <a:pt x="0" y="71"/>
                    <a:pt x="0" y="81"/>
                    <a:pt x="7" y="87"/>
                  </a:cubicBezTo>
                  <a:cubicBezTo>
                    <a:pt x="48" y="126"/>
                    <a:pt x="48" y="126"/>
                    <a:pt x="48" y="126"/>
                  </a:cubicBezTo>
                  <a:cubicBezTo>
                    <a:pt x="51" y="128"/>
                    <a:pt x="55" y="130"/>
                    <a:pt x="59" y="130"/>
                  </a:cubicBezTo>
                  <a:cubicBezTo>
                    <a:pt x="63" y="130"/>
                    <a:pt x="67" y="129"/>
                    <a:pt x="70" y="126"/>
                  </a:cubicBezTo>
                  <a:cubicBezTo>
                    <a:pt x="106" y="95"/>
                    <a:pt x="106" y="95"/>
                    <a:pt x="106" y="95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08" y="170"/>
                    <a:pt x="108" y="170"/>
                    <a:pt x="108" y="170"/>
                  </a:cubicBezTo>
                  <a:cubicBezTo>
                    <a:pt x="104" y="172"/>
                    <a:pt x="101" y="176"/>
                    <a:pt x="100" y="180"/>
                  </a:cubicBezTo>
                  <a:cubicBezTo>
                    <a:pt x="98" y="185"/>
                    <a:pt x="99" y="189"/>
                    <a:pt x="101" y="193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9" y="270"/>
                    <a:pt x="154" y="273"/>
                    <a:pt x="160" y="273"/>
                  </a:cubicBezTo>
                  <a:cubicBezTo>
                    <a:pt x="163" y="273"/>
                    <a:pt x="166" y="272"/>
                    <a:pt x="169" y="270"/>
                  </a:cubicBezTo>
                  <a:cubicBezTo>
                    <a:pt x="176" y="266"/>
                    <a:pt x="179" y="255"/>
                    <a:pt x="174" y="248"/>
                  </a:cubicBezTo>
                  <a:cubicBezTo>
                    <a:pt x="139" y="191"/>
                    <a:pt x="139" y="191"/>
                    <a:pt x="139" y="191"/>
                  </a:cubicBezTo>
                  <a:cubicBezTo>
                    <a:pt x="195" y="163"/>
                    <a:pt x="195" y="163"/>
                    <a:pt x="195" y="163"/>
                  </a:cubicBezTo>
                  <a:cubicBezTo>
                    <a:pt x="206" y="157"/>
                    <a:pt x="206" y="157"/>
                    <a:pt x="206" y="157"/>
                  </a:cubicBezTo>
                  <a:cubicBezTo>
                    <a:pt x="216" y="152"/>
                    <a:pt x="218" y="139"/>
                    <a:pt x="211" y="131"/>
                  </a:cubicBezTo>
                  <a:cubicBezTo>
                    <a:pt x="211" y="131"/>
                    <a:pt x="211" y="130"/>
                    <a:pt x="210" y="130"/>
                  </a:cubicBezTo>
                  <a:cubicBezTo>
                    <a:pt x="189" y="106"/>
                    <a:pt x="167" y="83"/>
                    <a:pt x="145" y="60"/>
                  </a:cubicBezTo>
                  <a:cubicBezTo>
                    <a:pt x="148" y="56"/>
                    <a:pt x="165" y="38"/>
                    <a:pt x="169" y="34"/>
                  </a:cubicBezTo>
                  <a:cubicBezTo>
                    <a:pt x="222" y="46"/>
                    <a:pt x="222" y="46"/>
                    <a:pt x="222" y="46"/>
                  </a:cubicBezTo>
                  <a:cubicBezTo>
                    <a:pt x="223" y="47"/>
                    <a:pt x="224" y="47"/>
                    <a:pt x="225" y="47"/>
                  </a:cubicBezTo>
                  <a:cubicBezTo>
                    <a:pt x="233" y="47"/>
                    <a:pt x="239" y="42"/>
                    <a:pt x="241" y="34"/>
                  </a:cubicBezTo>
                  <a:cubicBezTo>
                    <a:pt x="243" y="26"/>
                    <a:pt x="238" y="17"/>
                    <a:pt x="229" y="15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165" y="0"/>
                    <a:pt x="164" y="0"/>
                    <a:pt x="162" y="0"/>
                  </a:cubicBezTo>
                  <a:cubicBezTo>
                    <a:pt x="158" y="0"/>
                    <a:pt x="155" y="1"/>
                    <a:pt x="151" y="5"/>
                  </a:cubicBezTo>
                  <a:close/>
                  <a:moveTo>
                    <a:pt x="151" y="5"/>
                  </a:moveTo>
                  <a:cubicBezTo>
                    <a:pt x="151" y="5"/>
                    <a:pt x="151" y="5"/>
                    <a:pt x="15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31" name="Freeform 16"/>
          <p:cNvSpPr>
            <a:spLocks noEditPoints="1"/>
          </p:cNvSpPr>
          <p:nvPr/>
        </p:nvSpPr>
        <p:spPr bwMode="auto">
          <a:xfrm>
            <a:off x="5371381" y="2344518"/>
            <a:ext cx="2041923" cy="1986207"/>
          </a:xfrm>
          <a:custGeom>
            <a:avLst/>
            <a:gdLst>
              <a:gd name="T0" fmla="*/ 880 w 899"/>
              <a:gd name="T1" fmla="*/ 316 h 894"/>
              <a:gd name="T2" fmla="*/ 809 w 899"/>
              <a:gd name="T3" fmla="*/ 177 h 894"/>
              <a:gd name="T4" fmla="*/ 695 w 899"/>
              <a:gd name="T5" fmla="*/ 70 h 894"/>
              <a:gd name="T6" fmla="*/ 551 w 899"/>
              <a:gd name="T7" fmla="*/ 9 h 894"/>
              <a:gd name="T8" fmla="*/ 395 w 899"/>
              <a:gd name="T9" fmla="*/ 0 h 894"/>
              <a:gd name="T10" fmla="*/ 245 w 899"/>
              <a:gd name="T11" fmla="*/ 46 h 894"/>
              <a:gd name="T12" fmla="*/ 120 w 899"/>
              <a:gd name="T13" fmla="*/ 140 h 894"/>
              <a:gd name="T14" fmla="*/ 35 w 899"/>
              <a:gd name="T15" fmla="*/ 271 h 894"/>
              <a:gd name="T16" fmla="*/ 0 w 899"/>
              <a:gd name="T17" fmla="*/ 423 h 894"/>
              <a:gd name="T18" fmla="*/ 0 w 899"/>
              <a:gd name="T19" fmla="*/ 471 h 894"/>
              <a:gd name="T20" fmla="*/ 35 w 899"/>
              <a:gd name="T21" fmla="*/ 623 h 894"/>
              <a:gd name="T22" fmla="*/ 120 w 899"/>
              <a:gd name="T23" fmla="*/ 754 h 894"/>
              <a:gd name="T24" fmla="*/ 245 w 899"/>
              <a:gd name="T25" fmla="*/ 849 h 894"/>
              <a:gd name="T26" fmla="*/ 395 w 899"/>
              <a:gd name="T27" fmla="*/ 894 h 894"/>
              <a:gd name="T28" fmla="*/ 551 w 899"/>
              <a:gd name="T29" fmla="*/ 886 h 894"/>
              <a:gd name="T30" fmla="*/ 695 w 899"/>
              <a:gd name="T31" fmla="*/ 825 h 894"/>
              <a:gd name="T32" fmla="*/ 809 w 899"/>
              <a:gd name="T33" fmla="*/ 718 h 894"/>
              <a:gd name="T34" fmla="*/ 880 w 899"/>
              <a:gd name="T35" fmla="*/ 579 h 894"/>
              <a:gd name="T36" fmla="*/ 499 w 899"/>
              <a:gd name="T37" fmla="*/ 149 h 894"/>
              <a:gd name="T38" fmla="*/ 499 w 899"/>
              <a:gd name="T39" fmla="*/ 149 h 894"/>
              <a:gd name="T40" fmla="*/ 577 w 899"/>
              <a:gd name="T41" fmla="*/ 348 h 894"/>
              <a:gd name="T42" fmla="*/ 544 w 899"/>
              <a:gd name="T43" fmla="*/ 560 h 894"/>
              <a:gd name="T44" fmla="*/ 576 w 899"/>
              <a:gd name="T45" fmla="*/ 372 h 894"/>
              <a:gd name="T46" fmla="*/ 605 w 899"/>
              <a:gd name="T47" fmla="*/ 402 h 894"/>
              <a:gd name="T48" fmla="*/ 605 w 899"/>
              <a:gd name="T49" fmla="*/ 402 h 894"/>
              <a:gd name="T50" fmla="*/ 569 w 899"/>
              <a:gd name="T51" fmla="*/ 533 h 894"/>
              <a:gd name="T52" fmla="*/ 606 w 899"/>
              <a:gd name="T53" fmla="*/ 487 h 894"/>
              <a:gd name="T54" fmla="*/ 597 w 899"/>
              <a:gd name="T55" fmla="*/ 447 h 894"/>
              <a:gd name="T56" fmla="*/ 610 w 899"/>
              <a:gd name="T57" fmla="*/ 467 h 894"/>
              <a:gd name="T58" fmla="*/ 525 w 899"/>
              <a:gd name="T59" fmla="*/ 321 h 894"/>
              <a:gd name="T60" fmla="*/ 514 w 899"/>
              <a:gd name="T61" fmla="*/ 299 h 894"/>
              <a:gd name="T62" fmla="*/ 455 w 899"/>
              <a:gd name="T63" fmla="*/ 286 h 894"/>
              <a:gd name="T64" fmla="*/ 455 w 899"/>
              <a:gd name="T65" fmla="*/ 286 h 894"/>
              <a:gd name="T66" fmla="*/ 449 w 899"/>
              <a:gd name="T67" fmla="*/ 342 h 894"/>
              <a:gd name="T68" fmla="*/ 513 w 899"/>
              <a:gd name="T69" fmla="*/ 580 h 894"/>
              <a:gd name="T70" fmla="*/ 382 w 899"/>
              <a:gd name="T71" fmla="*/ 594 h 894"/>
              <a:gd name="T72" fmla="*/ 306 w 899"/>
              <a:gd name="T73" fmla="*/ 413 h 894"/>
              <a:gd name="T74" fmla="*/ 306 w 899"/>
              <a:gd name="T75" fmla="*/ 413 h 894"/>
              <a:gd name="T76" fmla="*/ 311 w 899"/>
              <a:gd name="T77" fmla="*/ 396 h 894"/>
              <a:gd name="T78" fmla="*/ 289 w 899"/>
              <a:gd name="T79" fmla="*/ 470 h 894"/>
              <a:gd name="T80" fmla="*/ 313 w 899"/>
              <a:gd name="T81" fmla="*/ 504 h 894"/>
              <a:gd name="T82" fmla="*/ 321 w 899"/>
              <a:gd name="T83" fmla="*/ 520 h 894"/>
              <a:gd name="T84" fmla="*/ 321 w 899"/>
              <a:gd name="T85" fmla="*/ 520 h 894"/>
              <a:gd name="T86" fmla="*/ 340 w 899"/>
              <a:gd name="T87" fmla="*/ 349 h 894"/>
              <a:gd name="T88" fmla="*/ 348 w 899"/>
              <a:gd name="T89" fmla="*/ 573 h 894"/>
              <a:gd name="T90" fmla="*/ 359 w 899"/>
              <a:gd name="T91" fmla="*/ 313 h 894"/>
              <a:gd name="T92" fmla="*/ 435 w 899"/>
              <a:gd name="T93" fmla="*/ 286 h 894"/>
              <a:gd name="T94" fmla="*/ 435 w 899"/>
              <a:gd name="T95" fmla="*/ 286 h 894"/>
              <a:gd name="T96" fmla="*/ 400 w 899"/>
              <a:gd name="T97" fmla="*/ 308 h 894"/>
              <a:gd name="T98" fmla="*/ 312 w 899"/>
              <a:gd name="T99" fmla="*/ 311 h 894"/>
              <a:gd name="T100" fmla="*/ 147 w 899"/>
              <a:gd name="T101" fmla="*/ 447 h 894"/>
              <a:gd name="T102" fmla="*/ 263 w 899"/>
              <a:gd name="T103" fmla="*/ 498 h 894"/>
              <a:gd name="T104" fmla="*/ 312 w 899"/>
              <a:gd name="T105" fmla="*/ 583 h 894"/>
              <a:gd name="T106" fmla="*/ 401 w 899"/>
              <a:gd name="T107" fmla="*/ 602 h 894"/>
              <a:gd name="T108" fmla="*/ 449 w 899"/>
              <a:gd name="T109" fmla="*/ 609 h 894"/>
              <a:gd name="T110" fmla="*/ 461 w 899"/>
              <a:gd name="T111" fmla="*/ 609 h 894"/>
              <a:gd name="T112" fmla="*/ 500 w 899"/>
              <a:gd name="T113" fmla="*/ 601 h 894"/>
              <a:gd name="T114" fmla="*/ 499 w 899"/>
              <a:gd name="T115" fmla="*/ 634 h 894"/>
              <a:gd name="T116" fmla="*/ 732 w 899"/>
              <a:gd name="T117" fmla="*/ 554 h 894"/>
              <a:gd name="T118" fmla="*/ 732 w 899"/>
              <a:gd name="T119" fmla="*/ 341 h 8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99" h="894">
                <a:moveTo>
                  <a:pt x="828" y="447"/>
                </a:moveTo>
                <a:cubicBezTo>
                  <a:pt x="828" y="443"/>
                  <a:pt x="828" y="440"/>
                  <a:pt x="828" y="436"/>
                </a:cubicBezTo>
                <a:cubicBezTo>
                  <a:pt x="899" y="423"/>
                  <a:pt x="899" y="423"/>
                  <a:pt x="899" y="423"/>
                </a:cubicBezTo>
                <a:cubicBezTo>
                  <a:pt x="880" y="316"/>
                  <a:pt x="880" y="316"/>
                  <a:pt x="880" y="316"/>
                </a:cubicBezTo>
                <a:cubicBezTo>
                  <a:pt x="809" y="328"/>
                  <a:pt x="809" y="328"/>
                  <a:pt x="809" y="328"/>
                </a:cubicBezTo>
                <a:cubicBezTo>
                  <a:pt x="806" y="321"/>
                  <a:pt x="804" y="314"/>
                  <a:pt x="801" y="307"/>
                </a:cubicBezTo>
                <a:cubicBezTo>
                  <a:pt x="864" y="271"/>
                  <a:pt x="864" y="271"/>
                  <a:pt x="864" y="271"/>
                </a:cubicBezTo>
                <a:cubicBezTo>
                  <a:pt x="809" y="177"/>
                  <a:pt x="809" y="177"/>
                  <a:pt x="809" y="177"/>
                </a:cubicBezTo>
                <a:cubicBezTo>
                  <a:pt x="746" y="213"/>
                  <a:pt x="746" y="213"/>
                  <a:pt x="746" y="213"/>
                </a:cubicBezTo>
                <a:cubicBezTo>
                  <a:pt x="742" y="207"/>
                  <a:pt x="737" y="201"/>
                  <a:pt x="732" y="195"/>
                </a:cubicBezTo>
                <a:cubicBezTo>
                  <a:pt x="778" y="140"/>
                  <a:pt x="778" y="140"/>
                  <a:pt x="778" y="140"/>
                </a:cubicBezTo>
                <a:cubicBezTo>
                  <a:pt x="695" y="70"/>
                  <a:pt x="695" y="70"/>
                  <a:pt x="695" y="70"/>
                </a:cubicBezTo>
                <a:cubicBezTo>
                  <a:pt x="648" y="125"/>
                  <a:pt x="648" y="125"/>
                  <a:pt x="648" y="125"/>
                </a:cubicBezTo>
                <a:cubicBezTo>
                  <a:pt x="642" y="121"/>
                  <a:pt x="635" y="117"/>
                  <a:pt x="629" y="114"/>
                </a:cubicBezTo>
                <a:cubicBezTo>
                  <a:pt x="653" y="46"/>
                  <a:pt x="653" y="46"/>
                  <a:pt x="653" y="46"/>
                </a:cubicBezTo>
                <a:cubicBezTo>
                  <a:pt x="551" y="9"/>
                  <a:pt x="551" y="9"/>
                  <a:pt x="551" y="9"/>
                </a:cubicBezTo>
                <a:cubicBezTo>
                  <a:pt x="526" y="76"/>
                  <a:pt x="526" y="76"/>
                  <a:pt x="526" y="76"/>
                </a:cubicBezTo>
                <a:cubicBezTo>
                  <a:pt x="519" y="75"/>
                  <a:pt x="511" y="74"/>
                  <a:pt x="504" y="73"/>
                </a:cubicBezTo>
                <a:cubicBezTo>
                  <a:pt x="504" y="0"/>
                  <a:pt x="504" y="0"/>
                  <a:pt x="504" y="0"/>
                </a:cubicBezTo>
                <a:cubicBezTo>
                  <a:pt x="395" y="0"/>
                  <a:pt x="395" y="0"/>
                  <a:pt x="395" y="0"/>
                </a:cubicBezTo>
                <a:cubicBezTo>
                  <a:pt x="395" y="73"/>
                  <a:pt x="395" y="73"/>
                  <a:pt x="395" y="73"/>
                </a:cubicBezTo>
                <a:cubicBezTo>
                  <a:pt x="387" y="74"/>
                  <a:pt x="380" y="75"/>
                  <a:pt x="372" y="76"/>
                </a:cubicBezTo>
                <a:cubicBezTo>
                  <a:pt x="348" y="9"/>
                  <a:pt x="348" y="9"/>
                  <a:pt x="348" y="9"/>
                </a:cubicBezTo>
                <a:cubicBezTo>
                  <a:pt x="245" y="46"/>
                  <a:pt x="245" y="46"/>
                  <a:pt x="245" y="46"/>
                </a:cubicBezTo>
                <a:cubicBezTo>
                  <a:pt x="270" y="114"/>
                  <a:pt x="270" y="114"/>
                  <a:pt x="270" y="114"/>
                </a:cubicBezTo>
                <a:cubicBezTo>
                  <a:pt x="263" y="117"/>
                  <a:pt x="257" y="121"/>
                  <a:pt x="250" y="125"/>
                </a:cubicBezTo>
                <a:cubicBezTo>
                  <a:pt x="204" y="70"/>
                  <a:pt x="204" y="70"/>
                  <a:pt x="204" y="70"/>
                </a:cubicBezTo>
                <a:cubicBezTo>
                  <a:pt x="120" y="140"/>
                  <a:pt x="120" y="140"/>
                  <a:pt x="120" y="140"/>
                </a:cubicBezTo>
                <a:cubicBezTo>
                  <a:pt x="167" y="195"/>
                  <a:pt x="167" y="195"/>
                  <a:pt x="167" y="195"/>
                </a:cubicBezTo>
                <a:cubicBezTo>
                  <a:pt x="162" y="201"/>
                  <a:pt x="157" y="207"/>
                  <a:pt x="152" y="213"/>
                </a:cubicBezTo>
                <a:cubicBezTo>
                  <a:pt x="90" y="177"/>
                  <a:pt x="90" y="177"/>
                  <a:pt x="90" y="177"/>
                </a:cubicBezTo>
                <a:cubicBezTo>
                  <a:pt x="35" y="271"/>
                  <a:pt x="35" y="271"/>
                  <a:pt x="35" y="271"/>
                </a:cubicBezTo>
                <a:cubicBezTo>
                  <a:pt x="97" y="307"/>
                  <a:pt x="97" y="307"/>
                  <a:pt x="97" y="307"/>
                </a:cubicBezTo>
                <a:cubicBezTo>
                  <a:pt x="95" y="314"/>
                  <a:pt x="92" y="321"/>
                  <a:pt x="90" y="328"/>
                </a:cubicBezTo>
                <a:cubicBezTo>
                  <a:pt x="19" y="316"/>
                  <a:pt x="19" y="316"/>
                  <a:pt x="19" y="316"/>
                </a:cubicBezTo>
                <a:cubicBezTo>
                  <a:pt x="0" y="423"/>
                  <a:pt x="0" y="423"/>
                  <a:pt x="0" y="423"/>
                </a:cubicBezTo>
                <a:cubicBezTo>
                  <a:pt x="71" y="436"/>
                  <a:pt x="71" y="436"/>
                  <a:pt x="71" y="436"/>
                </a:cubicBezTo>
                <a:cubicBezTo>
                  <a:pt x="71" y="440"/>
                  <a:pt x="71" y="443"/>
                  <a:pt x="71" y="447"/>
                </a:cubicBezTo>
                <a:cubicBezTo>
                  <a:pt x="71" y="451"/>
                  <a:pt x="71" y="455"/>
                  <a:pt x="71" y="459"/>
                </a:cubicBezTo>
                <a:cubicBezTo>
                  <a:pt x="0" y="471"/>
                  <a:pt x="0" y="471"/>
                  <a:pt x="0" y="471"/>
                </a:cubicBezTo>
                <a:cubicBezTo>
                  <a:pt x="19" y="579"/>
                  <a:pt x="19" y="579"/>
                  <a:pt x="19" y="579"/>
                </a:cubicBezTo>
                <a:cubicBezTo>
                  <a:pt x="90" y="566"/>
                  <a:pt x="90" y="566"/>
                  <a:pt x="90" y="566"/>
                </a:cubicBezTo>
                <a:cubicBezTo>
                  <a:pt x="92" y="573"/>
                  <a:pt x="95" y="580"/>
                  <a:pt x="97" y="587"/>
                </a:cubicBezTo>
                <a:cubicBezTo>
                  <a:pt x="35" y="623"/>
                  <a:pt x="35" y="623"/>
                  <a:pt x="35" y="623"/>
                </a:cubicBezTo>
                <a:cubicBezTo>
                  <a:pt x="90" y="718"/>
                  <a:pt x="90" y="718"/>
                  <a:pt x="90" y="718"/>
                </a:cubicBezTo>
                <a:cubicBezTo>
                  <a:pt x="152" y="682"/>
                  <a:pt x="152" y="682"/>
                  <a:pt x="152" y="682"/>
                </a:cubicBezTo>
                <a:cubicBezTo>
                  <a:pt x="157" y="688"/>
                  <a:pt x="162" y="694"/>
                  <a:pt x="167" y="699"/>
                </a:cubicBezTo>
                <a:cubicBezTo>
                  <a:pt x="120" y="754"/>
                  <a:pt x="120" y="754"/>
                  <a:pt x="120" y="754"/>
                </a:cubicBezTo>
                <a:cubicBezTo>
                  <a:pt x="204" y="825"/>
                  <a:pt x="204" y="825"/>
                  <a:pt x="204" y="825"/>
                </a:cubicBezTo>
                <a:cubicBezTo>
                  <a:pt x="250" y="769"/>
                  <a:pt x="250" y="769"/>
                  <a:pt x="250" y="769"/>
                </a:cubicBezTo>
                <a:cubicBezTo>
                  <a:pt x="257" y="773"/>
                  <a:pt x="263" y="777"/>
                  <a:pt x="270" y="781"/>
                </a:cubicBezTo>
                <a:cubicBezTo>
                  <a:pt x="245" y="849"/>
                  <a:pt x="245" y="849"/>
                  <a:pt x="245" y="849"/>
                </a:cubicBezTo>
                <a:cubicBezTo>
                  <a:pt x="348" y="886"/>
                  <a:pt x="348" y="886"/>
                  <a:pt x="348" y="886"/>
                </a:cubicBezTo>
                <a:cubicBezTo>
                  <a:pt x="372" y="818"/>
                  <a:pt x="372" y="818"/>
                  <a:pt x="372" y="818"/>
                </a:cubicBezTo>
                <a:cubicBezTo>
                  <a:pt x="380" y="820"/>
                  <a:pt x="387" y="821"/>
                  <a:pt x="395" y="822"/>
                </a:cubicBezTo>
                <a:cubicBezTo>
                  <a:pt x="395" y="894"/>
                  <a:pt x="395" y="894"/>
                  <a:pt x="395" y="894"/>
                </a:cubicBezTo>
                <a:cubicBezTo>
                  <a:pt x="504" y="894"/>
                  <a:pt x="504" y="894"/>
                  <a:pt x="504" y="894"/>
                </a:cubicBezTo>
                <a:cubicBezTo>
                  <a:pt x="504" y="822"/>
                  <a:pt x="504" y="822"/>
                  <a:pt x="504" y="822"/>
                </a:cubicBezTo>
                <a:cubicBezTo>
                  <a:pt x="511" y="821"/>
                  <a:pt x="519" y="820"/>
                  <a:pt x="526" y="818"/>
                </a:cubicBezTo>
                <a:cubicBezTo>
                  <a:pt x="551" y="886"/>
                  <a:pt x="551" y="886"/>
                  <a:pt x="551" y="886"/>
                </a:cubicBezTo>
                <a:cubicBezTo>
                  <a:pt x="653" y="848"/>
                  <a:pt x="653" y="848"/>
                  <a:pt x="653" y="848"/>
                </a:cubicBezTo>
                <a:cubicBezTo>
                  <a:pt x="629" y="781"/>
                  <a:pt x="629" y="781"/>
                  <a:pt x="629" y="781"/>
                </a:cubicBezTo>
                <a:cubicBezTo>
                  <a:pt x="635" y="777"/>
                  <a:pt x="642" y="773"/>
                  <a:pt x="648" y="769"/>
                </a:cubicBezTo>
                <a:cubicBezTo>
                  <a:pt x="695" y="825"/>
                  <a:pt x="695" y="825"/>
                  <a:pt x="695" y="825"/>
                </a:cubicBezTo>
                <a:cubicBezTo>
                  <a:pt x="778" y="754"/>
                  <a:pt x="778" y="754"/>
                  <a:pt x="778" y="754"/>
                </a:cubicBezTo>
                <a:cubicBezTo>
                  <a:pt x="732" y="699"/>
                  <a:pt x="732" y="699"/>
                  <a:pt x="732" y="699"/>
                </a:cubicBezTo>
                <a:cubicBezTo>
                  <a:pt x="737" y="694"/>
                  <a:pt x="742" y="688"/>
                  <a:pt x="746" y="682"/>
                </a:cubicBezTo>
                <a:cubicBezTo>
                  <a:pt x="809" y="718"/>
                  <a:pt x="809" y="718"/>
                  <a:pt x="809" y="718"/>
                </a:cubicBezTo>
                <a:cubicBezTo>
                  <a:pt x="864" y="623"/>
                  <a:pt x="864" y="623"/>
                  <a:pt x="864" y="623"/>
                </a:cubicBezTo>
                <a:cubicBezTo>
                  <a:pt x="801" y="587"/>
                  <a:pt x="801" y="587"/>
                  <a:pt x="801" y="587"/>
                </a:cubicBezTo>
                <a:cubicBezTo>
                  <a:pt x="804" y="580"/>
                  <a:pt x="806" y="573"/>
                  <a:pt x="809" y="566"/>
                </a:cubicBezTo>
                <a:cubicBezTo>
                  <a:pt x="880" y="579"/>
                  <a:pt x="880" y="579"/>
                  <a:pt x="880" y="579"/>
                </a:cubicBezTo>
                <a:cubicBezTo>
                  <a:pt x="899" y="471"/>
                  <a:pt x="899" y="471"/>
                  <a:pt x="899" y="471"/>
                </a:cubicBezTo>
                <a:cubicBezTo>
                  <a:pt x="828" y="459"/>
                  <a:pt x="828" y="459"/>
                  <a:pt x="828" y="459"/>
                </a:cubicBezTo>
                <a:cubicBezTo>
                  <a:pt x="828" y="455"/>
                  <a:pt x="828" y="451"/>
                  <a:pt x="828" y="447"/>
                </a:cubicBezTo>
                <a:close/>
                <a:moveTo>
                  <a:pt x="499" y="149"/>
                </a:moveTo>
                <a:cubicBezTo>
                  <a:pt x="572" y="161"/>
                  <a:pt x="637" y="200"/>
                  <a:pt x="683" y="255"/>
                </a:cubicBezTo>
                <a:cubicBezTo>
                  <a:pt x="586" y="311"/>
                  <a:pt x="586" y="311"/>
                  <a:pt x="586" y="311"/>
                </a:cubicBezTo>
                <a:cubicBezTo>
                  <a:pt x="562" y="287"/>
                  <a:pt x="532" y="270"/>
                  <a:pt x="499" y="261"/>
                </a:cubicBezTo>
                <a:lnTo>
                  <a:pt x="499" y="149"/>
                </a:lnTo>
                <a:close/>
                <a:moveTo>
                  <a:pt x="566" y="357"/>
                </a:moveTo>
                <a:cubicBezTo>
                  <a:pt x="562" y="352"/>
                  <a:pt x="558" y="348"/>
                  <a:pt x="554" y="343"/>
                </a:cubicBezTo>
                <a:cubicBezTo>
                  <a:pt x="564" y="333"/>
                  <a:pt x="564" y="333"/>
                  <a:pt x="564" y="333"/>
                </a:cubicBezTo>
                <a:cubicBezTo>
                  <a:pt x="568" y="338"/>
                  <a:pt x="573" y="343"/>
                  <a:pt x="577" y="348"/>
                </a:cubicBezTo>
                <a:lnTo>
                  <a:pt x="566" y="357"/>
                </a:lnTo>
                <a:close/>
                <a:moveTo>
                  <a:pt x="568" y="558"/>
                </a:moveTo>
                <a:cubicBezTo>
                  <a:pt x="563" y="562"/>
                  <a:pt x="558" y="567"/>
                  <a:pt x="553" y="571"/>
                </a:cubicBezTo>
                <a:cubicBezTo>
                  <a:pt x="544" y="560"/>
                  <a:pt x="544" y="560"/>
                  <a:pt x="544" y="560"/>
                </a:cubicBezTo>
                <a:cubicBezTo>
                  <a:pt x="548" y="556"/>
                  <a:pt x="553" y="552"/>
                  <a:pt x="557" y="548"/>
                </a:cubicBezTo>
                <a:lnTo>
                  <a:pt x="568" y="558"/>
                </a:lnTo>
                <a:close/>
                <a:moveTo>
                  <a:pt x="584" y="389"/>
                </a:moveTo>
                <a:cubicBezTo>
                  <a:pt x="582" y="383"/>
                  <a:pt x="579" y="377"/>
                  <a:pt x="576" y="372"/>
                </a:cubicBezTo>
                <a:cubicBezTo>
                  <a:pt x="588" y="365"/>
                  <a:pt x="588" y="365"/>
                  <a:pt x="588" y="365"/>
                </a:cubicBezTo>
                <a:cubicBezTo>
                  <a:pt x="592" y="371"/>
                  <a:pt x="595" y="377"/>
                  <a:pt x="598" y="383"/>
                </a:cubicBezTo>
                <a:lnTo>
                  <a:pt x="584" y="389"/>
                </a:lnTo>
                <a:close/>
                <a:moveTo>
                  <a:pt x="605" y="402"/>
                </a:moveTo>
                <a:cubicBezTo>
                  <a:pt x="606" y="408"/>
                  <a:pt x="608" y="415"/>
                  <a:pt x="609" y="422"/>
                </a:cubicBezTo>
                <a:cubicBezTo>
                  <a:pt x="595" y="424"/>
                  <a:pt x="595" y="424"/>
                  <a:pt x="595" y="424"/>
                </a:cubicBezTo>
                <a:cubicBezTo>
                  <a:pt x="594" y="418"/>
                  <a:pt x="592" y="412"/>
                  <a:pt x="591" y="406"/>
                </a:cubicBezTo>
                <a:lnTo>
                  <a:pt x="605" y="402"/>
                </a:lnTo>
                <a:close/>
                <a:moveTo>
                  <a:pt x="579" y="518"/>
                </a:moveTo>
                <a:cubicBezTo>
                  <a:pt x="591" y="525"/>
                  <a:pt x="591" y="525"/>
                  <a:pt x="591" y="525"/>
                </a:cubicBezTo>
                <a:cubicBezTo>
                  <a:pt x="588" y="531"/>
                  <a:pt x="584" y="536"/>
                  <a:pt x="580" y="542"/>
                </a:cubicBezTo>
                <a:cubicBezTo>
                  <a:pt x="569" y="533"/>
                  <a:pt x="569" y="533"/>
                  <a:pt x="569" y="533"/>
                </a:cubicBezTo>
                <a:cubicBezTo>
                  <a:pt x="572" y="528"/>
                  <a:pt x="576" y="523"/>
                  <a:pt x="579" y="518"/>
                </a:cubicBezTo>
                <a:close/>
                <a:moveTo>
                  <a:pt x="586" y="501"/>
                </a:moveTo>
                <a:cubicBezTo>
                  <a:pt x="589" y="495"/>
                  <a:pt x="590" y="490"/>
                  <a:pt x="592" y="484"/>
                </a:cubicBezTo>
                <a:cubicBezTo>
                  <a:pt x="606" y="487"/>
                  <a:pt x="606" y="487"/>
                  <a:pt x="606" y="487"/>
                </a:cubicBezTo>
                <a:cubicBezTo>
                  <a:pt x="604" y="494"/>
                  <a:pt x="602" y="500"/>
                  <a:pt x="600" y="507"/>
                </a:cubicBezTo>
                <a:lnTo>
                  <a:pt x="586" y="501"/>
                </a:lnTo>
                <a:close/>
                <a:moveTo>
                  <a:pt x="595" y="466"/>
                </a:moveTo>
                <a:cubicBezTo>
                  <a:pt x="596" y="460"/>
                  <a:pt x="597" y="453"/>
                  <a:pt x="597" y="447"/>
                </a:cubicBezTo>
                <a:cubicBezTo>
                  <a:pt x="597" y="446"/>
                  <a:pt x="596" y="444"/>
                  <a:pt x="596" y="442"/>
                </a:cubicBezTo>
                <a:cubicBezTo>
                  <a:pt x="611" y="442"/>
                  <a:pt x="611" y="442"/>
                  <a:pt x="611" y="442"/>
                </a:cubicBezTo>
                <a:cubicBezTo>
                  <a:pt x="611" y="444"/>
                  <a:pt x="611" y="445"/>
                  <a:pt x="611" y="447"/>
                </a:cubicBezTo>
                <a:cubicBezTo>
                  <a:pt x="611" y="454"/>
                  <a:pt x="611" y="461"/>
                  <a:pt x="610" y="467"/>
                </a:cubicBezTo>
                <a:lnTo>
                  <a:pt x="595" y="466"/>
                </a:lnTo>
                <a:close/>
                <a:moveTo>
                  <a:pt x="549" y="320"/>
                </a:moveTo>
                <a:cubicBezTo>
                  <a:pt x="540" y="331"/>
                  <a:pt x="540" y="331"/>
                  <a:pt x="540" y="331"/>
                </a:cubicBezTo>
                <a:cubicBezTo>
                  <a:pt x="535" y="327"/>
                  <a:pt x="530" y="324"/>
                  <a:pt x="525" y="321"/>
                </a:cubicBezTo>
                <a:cubicBezTo>
                  <a:pt x="532" y="308"/>
                  <a:pt x="532" y="308"/>
                  <a:pt x="532" y="308"/>
                </a:cubicBezTo>
                <a:cubicBezTo>
                  <a:pt x="538" y="312"/>
                  <a:pt x="543" y="315"/>
                  <a:pt x="549" y="320"/>
                </a:cubicBezTo>
                <a:close/>
                <a:moveTo>
                  <a:pt x="495" y="292"/>
                </a:moveTo>
                <a:cubicBezTo>
                  <a:pt x="501" y="294"/>
                  <a:pt x="508" y="296"/>
                  <a:pt x="514" y="299"/>
                </a:cubicBezTo>
                <a:cubicBezTo>
                  <a:pt x="508" y="312"/>
                  <a:pt x="508" y="312"/>
                  <a:pt x="508" y="312"/>
                </a:cubicBezTo>
                <a:cubicBezTo>
                  <a:pt x="503" y="310"/>
                  <a:pt x="497" y="308"/>
                  <a:pt x="491" y="306"/>
                </a:cubicBezTo>
                <a:lnTo>
                  <a:pt x="495" y="292"/>
                </a:lnTo>
                <a:close/>
                <a:moveTo>
                  <a:pt x="455" y="286"/>
                </a:moveTo>
                <a:cubicBezTo>
                  <a:pt x="462" y="286"/>
                  <a:pt x="469" y="286"/>
                  <a:pt x="475" y="288"/>
                </a:cubicBezTo>
                <a:cubicBezTo>
                  <a:pt x="473" y="302"/>
                  <a:pt x="473" y="302"/>
                  <a:pt x="473" y="302"/>
                </a:cubicBezTo>
                <a:cubicBezTo>
                  <a:pt x="467" y="301"/>
                  <a:pt x="461" y="300"/>
                  <a:pt x="455" y="300"/>
                </a:cubicBezTo>
                <a:lnTo>
                  <a:pt x="455" y="286"/>
                </a:lnTo>
                <a:close/>
                <a:moveTo>
                  <a:pt x="554" y="447"/>
                </a:moveTo>
                <a:cubicBezTo>
                  <a:pt x="554" y="505"/>
                  <a:pt x="507" y="552"/>
                  <a:pt x="449" y="552"/>
                </a:cubicBezTo>
                <a:cubicBezTo>
                  <a:pt x="391" y="552"/>
                  <a:pt x="344" y="505"/>
                  <a:pt x="344" y="447"/>
                </a:cubicBezTo>
                <a:cubicBezTo>
                  <a:pt x="344" y="389"/>
                  <a:pt x="391" y="342"/>
                  <a:pt x="449" y="342"/>
                </a:cubicBezTo>
                <a:cubicBezTo>
                  <a:pt x="507" y="342"/>
                  <a:pt x="554" y="389"/>
                  <a:pt x="554" y="447"/>
                </a:cubicBezTo>
                <a:close/>
                <a:moveTo>
                  <a:pt x="537" y="583"/>
                </a:moveTo>
                <a:cubicBezTo>
                  <a:pt x="531" y="587"/>
                  <a:pt x="525" y="590"/>
                  <a:pt x="519" y="593"/>
                </a:cubicBezTo>
                <a:cubicBezTo>
                  <a:pt x="513" y="580"/>
                  <a:pt x="513" y="580"/>
                  <a:pt x="513" y="580"/>
                </a:cubicBezTo>
                <a:cubicBezTo>
                  <a:pt x="518" y="578"/>
                  <a:pt x="524" y="575"/>
                  <a:pt x="529" y="571"/>
                </a:cubicBezTo>
                <a:lnTo>
                  <a:pt x="537" y="583"/>
                </a:lnTo>
                <a:close/>
                <a:moveTo>
                  <a:pt x="388" y="581"/>
                </a:moveTo>
                <a:cubicBezTo>
                  <a:pt x="382" y="594"/>
                  <a:pt x="382" y="594"/>
                  <a:pt x="382" y="594"/>
                </a:cubicBezTo>
                <a:cubicBezTo>
                  <a:pt x="376" y="592"/>
                  <a:pt x="370" y="588"/>
                  <a:pt x="364" y="585"/>
                </a:cubicBezTo>
                <a:cubicBezTo>
                  <a:pt x="372" y="573"/>
                  <a:pt x="372" y="573"/>
                  <a:pt x="372" y="573"/>
                </a:cubicBezTo>
                <a:cubicBezTo>
                  <a:pt x="377" y="576"/>
                  <a:pt x="382" y="579"/>
                  <a:pt x="388" y="581"/>
                </a:cubicBezTo>
                <a:close/>
                <a:moveTo>
                  <a:pt x="306" y="413"/>
                </a:moveTo>
                <a:cubicBezTo>
                  <a:pt x="305" y="419"/>
                  <a:pt x="303" y="425"/>
                  <a:pt x="303" y="431"/>
                </a:cubicBezTo>
                <a:cubicBezTo>
                  <a:pt x="288" y="430"/>
                  <a:pt x="288" y="430"/>
                  <a:pt x="288" y="430"/>
                </a:cubicBezTo>
                <a:cubicBezTo>
                  <a:pt x="289" y="423"/>
                  <a:pt x="290" y="416"/>
                  <a:pt x="292" y="410"/>
                </a:cubicBezTo>
                <a:lnTo>
                  <a:pt x="306" y="413"/>
                </a:lnTo>
                <a:close/>
                <a:moveTo>
                  <a:pt x="298" y="391"/>
                </a:moveTo>
                <a:cubicBezTo>
                  <a:pt x="300" y="384"/>
                  <a:pt x="303" y="378"/>
                  <a:pt x="306" y="372"/>
                </a:cubicBezTo>
                <a:cubicBezTo>
                  <a:pt x="319" y="379"/>
                  <a:pt x="319" y="379"/>
                  <a:pt x="319" y="379"/>
                </a:cubicBezTo>
                <a:cubicBezTo>
                  <a:pt x="316" y="384"/>
                  <a:pt x="313" y="390"/>
                  <a:pt x="311" y="396"/>
                </a:cubicBezTo>
                <a:lnTo>
                  <a:pt x="298" y="391"/>
                </a:lnTo>
                <a:close/>
                <a:moveTo>
                  <a:pt x="302" y="450"/>
                </a:moveTo>
                <a:cubicBezTo>
                  <a:pt x="302" y="456"/>
                  <a:pt x="303" y="462"/>
                  <a:pt x="303" y="468"/>
                </a:cubicBezTo>
                <a:cubicBezTo>
                  <a:pt x="289" y="470"/>
                  <a:pt x="289" y="470"/>
                  <a:pt x="289" y="470"/>
                </a:cubicBezTo>
                <a:cubicBezTo>
                  <a:pt x="288" y="464"/>
                  <a:pt x="288" y="457"/>
                  <a:pt x="288" y="450"/>
                </a:cubicBezTo>
                <a:lnTo>
                  <a:pt x="302" y="450"/>
                </a:lnTo>
                <a:close/>
                <a:moveTo>
                  <a:pt x="307" y="486"/>
                </a:moveTo>
                <a:cubicBezTo>
                  <a:pt x="309" y="492"/>
                  <a:pt x="311" y="498"/>
                  <a:pt x="313" y="504"/>
                </a:cubicBezTo>
                <a:cubicBezTo>
                  <a:pt x="300" y="509"/>
                  <a:pt x="300" y="509"/>
                  <a:pt x="300" y="509"/>
                </a:cubicBezTo>
                <a:cubicBezTo>
                  <a:pt x="297" y="503"/>
                  <a:pt x="295" y="496"/>
                  <a:pt x="293" y="490"/>
                </a:cubicBezTo>
                <a:lnTo>
                  <a:pt x="307" y="486"/>
                </a:lnTo>
                <a:close/>
                <a:moveTo>
                  <a:pt x="321" y="520"/>
                </a:moveTo>
                <a:cubicBezTo>
                  <a:pt x="324" y="525"/>
                  <a:pt x="328" y="531"/>
                  <a:pt x="331" y="535"/>
                </a:cubicBezTo>
                <a:cubicBezTo>
                  <a:pt x="320" y="544"/>
                  <a:pt x="320" y="544"/>
                  <a:pt x="320" y="544"/>
                </a:cubicBezTo>
                <a:cubicBezTo>
                  <a:pt x="316" y="539"/>
                  <a:pt x="312" y="533"/>
                  <a:pt x="309" y="527"/>
                </a:cubicBezTo>
                <a:lnTo>
                  <a:pt x="321" y="520"/>
                </a:lnTo>
                <a:close/>
                <a:moveTo>
                  <a:pt x="328" y="363"/>
                </a:moveTo>
                <a:cubicBezTo>
                  <a:pt x="316" y="355"/>
                  <a:pt x="316" y="355"/>
                  <a:pt x="316" y="355"/>
                </a:cubicBezTo>
                <a:cubicBezTo>
                  <a:pt x="320" y="349"/>
                  <a:pt x="325" y="344"/>
                  <a:pt x="329" y="339"/>
                </a:cubicBezTo>
                <a:cubicBezTo>
                  <a:pt x="340" y="349"/>
                  <a:pt x="340" y="349"/>
                  <a:pt x="340" y="349"/>
                </a:cubicBezTo>
                <a:cubicBezTo>
                  <a:pt x="336" y="353"/>
                  <a:pt x="332" y="358"/>
                  <a:pt x="328" y="363"/>
                </a:cubicBezTo>
                <a:close/>
                <a:moveTo>
                  <a:pt x="343" y="549"/>
                </a:moveTo>
                <a:cubicBezTo>
                  <a:pt x="347" y="554"/>
                  <a:pt x="352" y="558"/>
                  <a:pt x="357" y="562"/>
                </a:cubicBezTo>
                <a:cubicBezTo>
                  <a:pt x="348" y="573"/>
                  <a:pt x="348" y="573"/>
                  <a:pt x="348" y="573"/>
                </a:cubicBezTo>
                <a:cubicBezTo>
                  <a:pt x="342" y="569"/>
                  <a:pt x="337" y="564"/>
                  <a:pt x="333" y="559"/>
                </a:cubicBezTo>
                <a:lnTo>
                  <a:pt x="343" y="549"/>
                </a:lnTo>
                <a:close/>
                <a:moveTo>
                  <a:pt x="343" y="325"/>
                </a:moveTo>
                <a:cubicBezTo>
                  <a:pt x="349" y="320"/>
                  <a:pt x="354" y="316"/>
                  <a:pt x="359" y="313"/>
                </a:cubicBezTo>
                <a:cubicBezTo>
                  <a:pt x="368" y="325"/>
                  <a:pt x="368" y="325"/>
                  <a:pt x="368" y="325"/>
                </a:cubicBezTo>
                <a:cubicBezTo>
                  <a:pt x="362" y="328"/>
                  <a:pt x="358" y="332"/>
                  <a:pt x="353" y="336"/>
                </a:cubicBezTo>
                <a:lnTo>
                  <a:pt x="343" y="325"/>
                </a:lnTo>
                <a:close/>
                <a:moveTo>
                  <a:pt x="435" y="286"/>
                </a:moveTo>
                <a:cubicBezTo>
                  <a:pt x="436" y="301"/>
                  <a:pt x="436" y="301"/>
                  <a:pt x="436" y="301"/>
                </a:cubicBezTo>
                <a:cubicBezTo>
                  <a:pt x="430" y="301"/>
                  <a:pt x="424" y="302"/>
                  <a:pt x="418" y="303"/>
                </a:cubicBezTo>
                <a:cubicBezTo>
                  <a:pt x="415" y="289"/>
                  <a:pt x="415" y="289"/>
                  <a:pt x="415" y="289"/>
                </a:cubicBezTo>
                <a:cubicBezTo>
                  <a:pt x="422" y="288"/>
                  <a:pt x="428" y="287"/>
                  <a:pt x="435" y="286"/>
                </a:cubicBezTo>
                <a:close/>
                <a:moveTo>
                  <a:pt x="383" y="315"/>
                </a:moveTo>
                <a:cubicBezTo>
                  <a:pt x="377" y="302"/>
                  <a:pt x="377" y="302"/>
                  <a:pt x="377" y="302"/>
                </a:cubicBezTo>
                <a:cubicBezTo>
                  <a:pt x="383" y="299"/>
                  <a:pt x="389" y="297"/>
                  <a:pt x="396" y="295"/>
                </a:cubicBezTo>
                <a:cubicBezTo>
                  <a:pt x="400" y="308"/>
                  <a:pt x="400" y="308"/>
                  <a:pt x="400" y="308"/>
                </a:cubicBezTo>
                <a:cubicBezTo>
                  <a:pt x="395" y="310"/>
                  <a:pt x="389" y="313"/>
                  <a:pt x="383" y="315"/>
                </a:cubicBezTo>
                <a:close/>
                <a:moveTo>
                  <a:pt x="400" y="149"/>
                </a:moveTo>
                <a:cubicBezTo>
                  <a:pt x="400" y="261"/>
                  <a:pt x="400" y="261"/>
                  <a:pt x="400" y="261"/>
                </a:cubicBezTo>
                <a:cubicBezTo>
                  <a:pt x="366" y="270"/>
                  <a:pt x="336" y="287"/>
                  <a:pt x="312" y="311"/>
                </a:cubicBezTo>
                <a:cubicBezTo>
                  <a:pt x="216" y="255"/>
                  <a:pt x="216" y="255"/>
                  <a:pt x="216" y="255"/>
                </a:cubicBezTo>
                <a:cubicBezTo>
                  <a:pt x="261" y="200"/>
                  <a:pt x="326" y="161"/>
                  <a:pt x="400" y="149"/>
                </a:cubicBezTo>
                <a:close/>
                <a:moveTo>
                  <a:pt x="166" y="554"/>
                </a:moveTo>
                <a:cubicBezTo>
                  <a:pt x="154" y="520"/>
                  <a:pt x="147" y="485"/>
                  <a:pt x="147" y="447"/>
                </a:cubicBezTo>
                <a:cubicBezTo>
                  <a:pt x="147" y="410"/>
                  <a:pt x="154" y="374"/>
                  <a:pt x="166" y="341"/>
                </a:cubicBezTo>
                <a:cubicBezTo>
                  <a:pt x="263" y="397"/>
                  <a:pt x="263" y="397"/>
                  <a:pt x="263" y="397"/>
                </a:cubicBezTo>
                <a:cubicBezTo>
                  <a:pt x="259" y="413"/>
                  <a:pt x="256" y="430"/>
                  <a:pt x="256" y="447"/>
                </a:cubicBezTo>
                <a:cubicBezTo>
                  <a:pt x="256" y="465"/>
                  <a:pt x="259" y="482"/>
                  <a:pt x="263" y="498"/>
                </a:cubicBezTo>
                <a:lnTo>
                  <a:pt x="166" y="554"/>
                </a:lnTo>
                <a:close/>
                <a:moveTo>
                  <a:pt x="400" y="745"/>
                </a:moveTo>
                <a:cubicBezTo>
                  <a:pt x="326" y="733"/>
                  <a:pt x="261" y="695"/>
                  <a:pt x="216" y="639"/>
                </a:cubicBezTo>
                <a:cubicBezTo>
                  <a:pt x="312" y="583"/>
                  <a:pt x="312" y="583"/>
                  <a:pt x="312" y="583"/>
                </a:cubicBezTo>
                <a:cubicBezTo>
                  <a:pt x="336" y="607"/>
                  <a:pt x="366" y="625"/>
                  <a:pt x="400" y="634"/>
                </a:cubicBezTo>
                <a:lnTo>
                  <a:pt x="400" y="745"/>
                </a:lnTo>
                <a:close/>
                <a:moveTo>
                  <a:pt x="420" y="606"/>
                </a:moveTo>
                <a:cubicBezTo>
                  <a:pt x="414" y="605"/>
                  <a:pt x="407" y="604"/>
                  <a:pt x="401" y="602"/>
                </a:cubicBezTo>
                <a:cubicBezTo>
                  <a:pt x="405" y="588"/>
                  <a:pt x="405" y="588"/>
                  <a:pt x="405" y="588"/>
                </a:cubicBezTo>
                <a:cubicBezTo>
                  <a:pt x="411" y="590"/>
                  <a:pt x="417" y="591"/>
                  <a:pt x="423" y="592"/>
                </a:cubicBezTo>
                <a:lnTo>
                  <a:pt x="420" y="606"/>
                </a:lnTo>
                <a:close/>
                <a:moveTo>
                  <a:pt x="449" y="609"/>
                </a:moveTo>
                <a:cubicBezTo>
                  <a:pt x="446" y="609"/>
                  <a:pt x="443" y="609"/>
                  <a:pt x="441" y="609"/>
                </a:cubicBezTo>
                <a:cubicBezTo>
                  <a:pt x="441" y="594"/>
                  <a:pt x="441" y="594"/>
                  <a:pt x="441" y="594"/>
                </a:cubicBezTo>
                <a:cubicBezTo>
                  <a:pt x="447" y="595"/>
                  <a:pt x="454" y="595"/>
                  <a:pt x="460" y="594"/>
                </a:cubicBezTo>
                <a:cubicBezTo>
                  <a:pt x="461" y="609"/>
                  <a:pt x="461" y="609"/>
                  <a:pt x="461" y="609"/>
                </a:cubicBezTo>
                <a:cubicBezTo>
                  <a:pt x="457" y="609"/>
                  <a:pt x="453" y="609"/>
                  <a:pt x="449" y="609"/>
                </a:cubicBezTo>
                <a:close/>
                <a:moveTo>
                  <a:pt x="478" y="592"/>
                </a:moveTo>
                <a:cubicBezTo>
                  <a:pt x="484" y="591"/>
                  <a:pt x="490" y="589"/>
                  <a:pt x="496" y="587"/>
                </a:cubicBezTo>
                <a:cubicBezTo>
                  <a:pt x="500" y="601"/>
                  <a:pt x="500" y="601"/>
                  <a:pt x="500" y="601"/>
                </a:cubicBezTo>
                <a:cubicBezTo>
                  <a:pt x="494" y="603"/>
                  <a:pt x="487" y="605"/>
                  <a:pt x="481" y="606"/>
                </a:cubicBezTo>
                <a:lnTo>
                  <a:pt x="478" y="592"/>
                </a:lnTo>
                <a:close/>
                <a:moveTo>
                  <a:pt x="499" y="745"/>
                </a:moveTo>
                <a:cubicBezTo>
                  <a:pt x="499" y="634"/>
                  <a:pt x="499" y="634"/>
                  <a:pt x="499" y="634"/>
                </a:cubicBezTo>
                <a:cubicBezTo>
                  <a:pt x="532" y="625"/>
                  <a:pt x="562" y="607"/>
                  <a:pt x="586" y="583"/>
                </a:cubicBezTo>
                <a:cubicBezTo>
                  <a:pt x="683" y="639"/>
                  <a:pt x="683" y="639"/>
                  <a:pt x="683" y="639"/>
                </a:cubicBezTo>
                <a:cubicBezTo>
                  <a:pt x="637" y="695"/>
                  <a:pt x="572" y="733"/>
                  <a:pt x="499" y="745"/>
                </a:cubicBezTo>
                <a:close/>
                <a:moveTo>
                  <a:pt x="732" y="554"/>
                </a:moveTo>
                <a:cubicBezTo>
                  <a:pt x="636" y="498"/>
                  <a:pt x="636" y="498"/>
                  <a:pt x="636" y="498"/>
                </a:cubicBezTo>
                <a:cubicBezTo>
                  <a:pt x="640" y="482"/>
                  <a:pt x="642" y="465"/>
                  <a:pt x="642" y="447"/>
                </a:cubicBezTo>
                <a:cubicBezTo>
                  <a:pt x="642" y="430"/>
                  <a:pt x="640" y="413"/>
                  <a:pt x="636" y="397"/>
                </a:cubicBezTo>
                <a:cubicBezTo>
                  <a:pt x="732" y="341"/>
                  <a:pt x="732" y="341"/>
                  <a:pt x="732" y="341"/>
                </a:cubicBezTo>
                <a:cubicBezTo>
                  <a:pt x="745" y="374"/>
                  <a:pt x="752" y="410"/>
                  <a:pt x="752" y="447"/>
                </a:cubicBezTo>
                <a:cubicBezTo>
                  <a:pt x="752" y="485"/>
                  <a:pt x="745" y="520"/>
                  <a:pt x="732" y="554"/>
                </a:cubicBezTo>
                <a:close/>
              </a:path>
            </a:pathLst>
          </a:cu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37" name="Content Placeholder 2"/>
          <p:cNvSpPr txBox="1">
            <a:spLocks/>
          </p:cNvSpPr>
          <p:nvPr/>
        </p:nvSpPr>
        <p:spPr bwMode="auto">
          <a:xfrm>
            <a:off x="9858552" y="1809914"/>
            <a:ext cx="2333447" cy="119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92" tIns="60947" rIns="121892" bIns="60947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defTabSz="914194">
              <a:spcBef>
                <a:spcPct val="20000"/>
              </a:spcBef>
              <a:defRPr/>
            </a:pPr>
            <a:r>
              <a:rPr lang="zh-CN" altLang="en-US" sz="2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"/>
                <a:sym typeface="Arial"/>
              </a:rPr>
              <a:t>胡琳琳</a:t>
            </a:r>
            <a:endParaRPr lang="en-US" altLang="zh-CN" sz="2400" b="1" kern="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"/>
              <a:sym typeface="Arial"/>
            </a:endParaRPr>
          </a:p>
          <a:p>
            <a:pPr defTabSz="914194">
              <a:spcBef>
                <a:spcPct val="20000"/>
              </a:spcBef>
              <a:defRPr/>
            </a:pPr>
            <a:r>
              <a:rPr lang="zh-CN" altLang="en-US" sz="20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 Light"/>
                <a:sym typeface="Arial"/>
              </a:rPr>
              <a:t>文档撰写</a:t>
            </a:r>
            <a:endParaRPr lang="en-US" altLang="zh-CN" sz="2000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 Light"/>
              <a:sym typeface="Arial"/>
            </a:endParaRPr>
          </a:p>
          <a:p>
            <a:pPr defTabSz="914194">
              <a:spcBef>
                <a:spcPct val="20000"/>
              </a:spcBef>
              <a:defRPr/>
            </a:pPr>
            <a:r>
              <a:rPr lang="zh-CN" altLang="en-US" sz="20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Raleway Light"/>
                <a:sym typeface="Arial"/>
              </a:rPr>
              <a:t>协助完成后台开发</a:t>
            </a:r>
            <a:endParaRPr lang="en-US" altLang="zh-CN" sz="2000" kern="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Raleway Light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1130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  <p:bldP spid="17" grpId="0" animBg="1"/>
      <p:bldP spid="18" grpId="0" animBg="1"/>
      <p:bldP spid="19" grpId="0" animBg="1"/>
      <p:bldP spid="33" grpId="0"/>
      <p:bldP spid="34" grpId="0"/>
      <p:bldP spid="35" grpId="0"/>
      <p:bldP spid="36" grpId="0"/>
      <p:bldP spid="31" grpId="0" animBg="1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921869" y="2006606"/>
            <a:ext cx="2031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72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rPr>
              <a:t>目录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58207" y="180364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 smtClean="0">
                <a:solidFill>
                  <a:schemeClr val="tx2">
                    <a:lumMod val="7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rPr>
              <a:t>项目概况</a:t>
            </a:r>
            <a:endParaRPr kumimoji="1" lang="zh-CN" altLang="en-US" sz="2800" dirty="0">
              <a:solidFill>
                <a:schemeClr val="tx2">
                  <a:lumMod val="75000"/>
                </a:schemeClr>
              </a:solidFill>
              <a:latin typeface="Arial"/>
              <a:ea typeface="微软雅黑"/>
              <a:cs typeface="DFPShaoNvW5-GB" charset="-122"/>
              <a:sym typeface="Arial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84649" y="1355250"/>
            <a:ext cx="26516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rPr>
              <a:t>Contents</a:t>
            </a:r>
            <a:endParaRPr kumimoji="1"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cs typeface="DFPShaoNvW5-GB" charset="-122"/>
              <a:sym typeface="Arial"/>
            </a:endParaRPr>
          </a:p>
        </p:txBody>
      </p:sp>
      <p:grpSp>
        <p:nvGrpSpPr>
          <p:cNvPr id="68" name="组 67"/>
          <p:cNvGrpSpPr/>
          <p:nvPr/>
        </p:nvGrpSpPr>
        <p:grpSpPr>
          <a:xfrm>
            <a:off x="6776735" y="1717949"/>
            <a:ext cx="714896" cy="842464"/>
            <a:chOff x="6528664" y="1618363"/>
            <a:chExt cx="714896" cy="842464"/>
          </a:xfrm>
        </p:grpSpPr>
        <p:sp>
          <p:nvSpPr>
            <p:cNvPr id="27" name="chenying0907 232"/>
            <p:cNvSpPr/>
            <p:nvPr/>
          </p:nvSpPr>
          <p:spPr>
            <a:xfrm>
              <a:off x="6528664" y="1618363"/>
              <a:ext cx="714896" cy="84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919"/>
                  </a:moveTo>
                  <a:cubicBezTo>
                    <a:pt x="5348" y="11844"/>
                    <a:pt x="8764" y="3907"/>
                    <a:pt x="11380" y="0"/>
                  </a:cubicBezTo>
                  <a:cubicBezTo>
                    <a:pt x="11376" y="5932"/>
                    <a:pt x="16649" y="9489"/>
                    <a:pt x="21600" y="13177"/>
                  </a:cubicBezTo>
                  <a:cubicBezTo>
                    <a:pt x="16544" y="13853"/>
                    <a:pt x="13668" y="17355"/>
                    <a:pt x="11962" y="21600"/>
                  </a:cubicBezTo>
                  <a:cubicBezTo>
                    <a:pt x="10717" y="16355"/>
                    <a:pt x="5962" y="13260"/>
                    <a:pt x="0" y="12019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722231" y="1808762"/>
              <a:ext cx="365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>
                  <a:latin typeface="Arial"/>
                  <a:ea typeface="微软雅黑"/>
                  <a:cs typeface="DFPShaoNvW5-GB" charset="-122"/>
                  <a:sym typeface="Arial"/>
                </a:rPr>
                <a:t>1</a:t>
              </a:r>
              <a:endParaRPr kumimoji="1" lang="zh-CN" altLang="en-US" sz="2400" dirty="0">
                <a:latin typeface="Arial"/>
                <a:ea typeface="微软雅黑"/>
                <a:cs typeface="DFPShaoNvW5-GB" charset="-122"/>
                <a:sym typeface="Arial"/>
              </a:endParaRPr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8202522" y="290620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 smtClean="0">
                <a:solidFill>
                  <a:schemeClr val="tx2">
                    <a:lumMod val="7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rPr>
              <a:t>核心技术</a:t>
            </a:r>
            <a:endParaRPr kumimoji="1" lang="zh-CN" altLang="en-US" sz="2800" dirty="0">
              <a:solidFill>
                <a:schemeClr val="tx2">
                  <a:lumMod val="75000"/>
                </a:schemeClr>
              </a:solidFill>
              <a:latin typeface="Arial"/>
              <a:ea typeface="微软雅黑"/>
              <a:cs typeface="DFPShaoNvW5-GB" charset="-122"/>
              <a:sym typeface="Arial"/>
            </a:endParaRPr>
          </a:p>
        </p:txBody>
      </p:sp>
      <p:grpSp>
        <p:nvGrpSpPr>
          <p:cNvPr id="73" name="组 72"/>
          <p:cNvGrpSpPr/>
          <p:nvPr/>
        </p:nvGrpSpPr>
        <p:grpSpPr>
          <a:xfrm>
            <a:off x="7321050" y="2817795"/>
            <a:ext cx="714896" cy="842464"/>
            <a:chOff x="6528664" y="1618363"/>
            <a:chExt cx="714896" cy="842464"/>
          </a:xfrm>
        </p:grpSpPr>
        <p:sp>
          <p:nvSpPr>
            <p:cNvPr id="74" name="chenying0907 232"/>
            <p:cNvSpPr/>
            <p:nvPr/>
          </p:nvSpPr>
          <p:spPr>
            <a:xfrm>
              <a:off x="6528664" y="1618363"/>
              <a:ext cx="714896" cy="84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919"/>
                  </a:moveTo>
                  <a:cubicBezTo>
                    <a:pt x="5348" y="11844"/>
                    <a:pt x="8764" y="3907"/>
                    <a:pt x="11380" y="0"/>
                  </a:cubicBezTo>
                  <a:cubicBezTo>
                    <a:pt x="11376" y="5932"/>
                    <a:pt x="16649" y="9489"/>
                    <a:pt x="21600" y="13177"/>
                  </a:cubicBezTo>
                  <a:cubicBezTo>
                    <a:pt x="16544" y="13853"/>
                    <a:pt x="13668" y="17355"/>
                    <a:pt x="11962" y="21600"/>
                  </a:cubicBezTo>
                  <a:cubicBezTo>
                    <a:pt x="10717" y="16355"/>
                    <a:pt x="5962" y="13260"/>
                    <a:pt x="0" y="12019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6722231" y="1808762"/>
              <a:ext cx="365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>
                  <a:latin typeface="Arial"/>
                  <a:ea typeface="微软雅黑"/>
                  <a:cs typeface="DFPShaoNvW5-GB" charset="-122"/>
                  <a:sym typeface="Arial"/>
                </a:rPr>
                <a:t>2</a:t>
              </a:r>
              <a:endParaRPr kumimoji="1" lang="zh-CN" altLang="en-US" sz="2400">
                <a:latin typeface="Arial"/>
                <a:ea typeface="微软雅黑"/>
                <a:cs typeface="DFPShaoNvW5-GB" charset="-122"/>
                <a:sym typeface="Arial"/>
              </a:endParaRPr>
            </a:p>
          </p:txBody>
        </p:sp>
      </p:grpSp>
      <p:sp>
        <p:nvSpPr>
          <p:cNvPr id="76" name="文本框 75"/>
          <p:cNvSpPr txBox="1"/>
          <p:nvPr/>
        </p:nvSpPr>
        <p:spPr>
          <a:xfrm>
            <a:off x="7708184" y="425559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 smtClean="0">
                <a:solidFill>
                  <a:schemeClr val="tx2">
                    <a:lumMod val="7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rPr>
              <a:t>特色功能</a:t>
            </a:r>
            <a:endParaRPr kumimoji="1" lang="zh-CN" altLang="en-US" sz="2800" dirty="0">
              <a:solidFill>
                <a:schemeClr val="tx2">
                  <a:lumMod val="75000"/>
                </a:schemeClr>
              </a:solidFill>
              <a:latin typeface="Arial"/>
              <a:ea typeface="微软雅黑"/>
              <a:cs typeface="DFPShaoNvW5-GB" charset="-122"/>
              <a:sym typeface="Arial"/>
            </a:endParaRPr>
          </a:p>
        </p:txBody>
      </p:sp>
      <p:grpSp>
        <p:nvGrpSpPr>
          <p:cNvPr id="77" name="组 76"/>
          <p:cNvGrpSpPr/>
          <p:nvPr/>
        </p:nvGrpSpPr>
        <p:grpSpPr>
          <a:xfrm>
            <a:off x="6826712" y="4095976"/>
            <a:ext cx="714896" cy="842464"/>
            <a:chOff x="6528664" y="1618363"/>
            <a:chExt cx="714896" cy="842464"/>
          </a:xfrm>
        </p:grpSpPr>
        <p:sp>
          <p:nvSpPr>
            <p:cNvPr id="78" name="chenying0907 232"/>
            <p:cNvSpPr/>
            <p:nvPr/>
          </p:nvSpPr>
          <p:spPr>
            <a:xfrm>
              <a:off x="6528664" y="1618363"/>
              <a:ext cx="714896" cy="84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919"/>
                  </a:moveTo>
                  <a:cubicBezTo>
                    <a:pt x="5348" y="11844"/>
                    <a:pt x="8764" y="3907"/>
                    <a:pt x="11380" y="0"/>
                  </a:cubicBezTo>
                  <a:cubicBezTo>
                    <a:pt x="11376" y="5932"/>
                    <a:pt x="16649" y="9489"/>
                    <a:pt x="21600" y="13177"/>
                  </a:cubicBezTo>
                  <a:cubicBezTo>
                    <a:pt x="16544" y="13853"/>
                    <a:pt x="13668" y="17355"/>
                    <a:pt x="11962" y="21600"/>
                  </a:cubicBezTo>
                  <a:cubicBezTo>
                    <a:pt x="10717" y="16355"/>
                    <a:pt x="5962" y="13260"/>
                    <a:pt x="0" y="12019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6722231" y="1808762"/>
              <a:ext cx="365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>
                  <a:latin typeface="Arial"/>
                  <a:ea typeface="微软雅黑"/>
                  <a:cs typeface="DFPShaoNvW5-GB" charset="-122"/>
                  <a:sym typeface="Arial"/>
                </a:rPr>
                <a:t>3</a:t>
              </a:r>
              <a:endParaRPr kumimoji="1" lang="zh-CN" altLang="en-US" sz="2400" dirty="0">
                <a:latin typeface="Arial"/>
                <a:ea typeface="微软雅黑"/>
                <a:cs typeface="DFPShaoNvW5-GB" charset="-122"/>
                <a:sym typeface="Arial"/>
              </a:endParaRPr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8396089" y="538471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 smtClean="0">
                <a:solidFill>
                  <a:schemeClr val="tx2">
                    <a:lumMod val="7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rPr>
              <a:t>项目总结</a:t>
            </a:r>
            <a:endParaRPr kumimoji="1" lang="zh-CN" altLang="en-US" sz="2800" dirty="0">
              <a:solidFill>
                <a:schemeClr val="tx2">
                  <a:lumMod val="75000"/>
                </a:schemeClr>
              </a:solidFill>
              <a:latin typeface="Arial"/>
              <a:ea typeface="微软雅黑"/>
              <a:cs typeface="DFPShaoNvW5-GB" charset="-122"/>
              <a:sym typeface="Arial"/>
            </a:endParaRPr>
          </a:p>
        </p:txBody>
      </p:sp>
      <p:grpSp>
        <p:nvGrpSpPr>
          <p:cNvPr id="81" name="组 80"/>
          <p:cNvGrpSpPr/>
          <p:nvPr/>
        </p:nvGrpSpPr>
        <p:grpSpPr>
          <a:xfrm>
            <a:off x="7514617" y="5299019"/>
            <a:ext cx="714896" cy="842464"/>
            <a:chOff x="6528664" y="1618363"/>
            <a:chExt cx="714896" cy="842464"/>
          </a:xfrm>
        </p:grpSpPr>
        <p:sp>
          <p:nvSpPr>
            <p:cNvPr id="82" name="chenying0907 232"/>
            <p:cNvSpPr/>
            <p:nvPr/>
          </p:nvSpPr>
          <p:spPr>
            <a:xfrm>
              <a:off x="6528664" y="1618363"/>
              <a:ext cx="714896" cy="84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919"/>
                  </a:moveTo>
                  <a:cubicBezTo>
                    <a:pt x="5348" y="11844"/>
                    <a:pt x="8764" y="3907"/>
                    <a:pt x="11380" y="0"/>
                  </a:cubicBezTo>
                  <a:cubicBezTo>
                    <a:pt x="11376" y="5932"/>
                    <a:pt x="16649" y="9489"/>
                    <a:pt x="21600" y="13177"/>
                  </a:cubicBezTo>
                  <a:cubicBezTo>
                    <a:pt x="16544" y="13853"/>
                    <a:pt x="13668" y="17355"/>
                    <a:pt x="11962" y="21600"/>
                  </a:cubicBezTo>
                  <a:cubicBezTo>
                    <a:pt x="10717" y="16355"/>
                    <a:pt x="5962" y="13260"/>
                    <a:pt x="0" y="12019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6722231" y="1808762"/>
              <a:ext cx="365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>
                  <a:latin typeface="Arial"/>
                  <a:ea typeface="微软雅黑"/>
                  <a:cs typeface="DFPShaoNvW5-GB" charset="-122"/>
                  <a:sym typeface="Arial"/>
                </a:rPr>
                <a:t>4</a:t>
              </a:r>
              <a:endParaRPr kumimoji="1" lang="zh-CN" altLang="en-US" sz="2400" dirty="0">
                <a:latin typeface="Arial"/>
                <a:ea typeface="微软雅黑"/>
                <a:cs typeface="DFPShaoNvW5-GB" charset="-122"/>
                <a:sym typeface="Arial"/>
              </a:endParaRPr>
            </a:p>
          </p:txBody>
        </p:sp>
      </p:grpSp>
      <p:pic>
        <p:nvPicPr>
          <p:cNvPr id="113" name="PA_图片 25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1152" y="2889730"/>
            <a:ext cx="6278727" cy="395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381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72" grpId="0"/>
      <p:bldP spid="76" grpId="0"/>
      <p:bldP spid="8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_任意多边形 5"/>
          <p:cNvSpPr>
            <a:spLocks noEditPoints="1" noChangeArrowheads="1"/>
          </p:cNvSpPr>
          <p:nvPr>
            <p:custDataLst>
              <p:tags r:id="rId1"/>
            </p:custDataLst>
          </p:nvPr>
        </p:nvSpPr>
        <p:spPr bwMode="auto">
          <a:xfrm>
            <a:off x="3734536" y="1677440"/>
            <a:ext cx="4337233" cy="2102713"/>
          </a:xfrm>
          <a:custGeom>
            <a:avLst/>
            <a:gdLst>
              <a:gd name="T0" fmla="*/ 342 w 2787"/>
              <a:gd name="T1" fmla="*/ 280 h 1349"/>
              <a:gd name="T2" fmla="*/ 170 w 2787"/>
              <a:gd name="T3" fmla="*/ 344 h 1349"/>
              <a:gd name="T4" fmla="*/ 143 w 2787"/>
              <a:gd name="T5" fmla="*/ 698 h 1349"/>
              <a:gd name="T6" fmla="*/ 214 w 2787"/>
              <a:gd name="T7" fmla="*/ 912 h 1349"/>
              <a:gd name="T8" fmla="*/ 230 w 2787"/>
              <a:gd name="T9" fmla="*/ 1199 h 1349"/>
              <a:gd name="T10" fmla="*/ 506 w 2787"/>
              <a:gd name="T11" fmla="*/ 1115 h 1349"/>
              <a:gd name="T12" fmla="*/ 727 w 2787"/>
              <a:gd name="T13" fmla="*/ 1124 h 1349"/>
              <a:gd name="T14" fmla="*/ 944 w 2787"/>
              <a:gd name="T15" fmla="*/ 1141 h 1349"/>
              <a:gd name="T16" fmla="*/ 1129 w 2787"/>
              <a:gd name="T17" fmla="*/ 1226 h 1349"/>
              <a:gd name="T18" fmla="*/ 1335 w 2787"/>
              <a:gd name="T19" fmla="*/ 1185 h 1349"/>
              <a:gd name="T20" fmla="*/ 1521 w 2787"/>
              <a:gd name="T21" fmla="*/ 1247 h 1349"/>
              <a:gd name="T22" fmla="*/ 1690 w 2787"/>
              <a:gd name="T23" fmla="*/ 1203 h 1349"/>
              <a:gd name="T24" fmla="*/ 1912 w 2787"/>
              <a:gd name="T25" fmla="*/ 1176 h 1349"/>
              <a:gd name="T26" fmla="*/ 2077 w 2787"/>
              <a:gd name="T27" fmla="*/ 1212 h 1349"/>
              <a:gd name="T28" fmla="*/ 2177 w 2787"/>
              <a:gd name="T29" fmla="*/ 1253 h 1349"/>
              <a:gd name="T30" fmla="*/ 2397 w 2787"/>
              <a:gd name="T31" fmla="*/ 1269 h 1349"/>
              <a:gd name="T32" fmla="*/ 2570 w 2787"/>
              <a:gd name="T33" fmla="*/ 1313 h 1349"/>
              <a:gd name="T34" fmla="*/ 2721 w 2787"/>
              <a:gd name="T35" fmla="*/ 1127 h 1349"/>
              <a:gd name="T36" fmla="*/ 2731 w 2787"/>
              <a:gd name="T37" fmla="*/ 940 h 1349"/>
              <a:gd name="T38" fmla="*/ 2713 w 2787"/>
              <a:gd name="T39" fmla="*/ 775 h 1349"/>
              <a:gd name="T40" fmla="*/ 2754 w 2787"/>
              <a:gd name="T41" fmla="*/ 619 h 1349"/>
              <a:gd name="T42" fmla="*/ 2679 w 2787"/>
              <a:gd name="T43" fmla="*/ 606 h 1349"/>
              <a:gd name="T44" fmla="*/ 2628 w 2787"/>
              <a:gd name="T45" fmla="*/ 456 h 1349"/>
              <a:gd name="T46" fmla="*/ 2656 w 2787"/>
              <a:gd name="T47" fmla="*/ 409 h 1349"/>
              <a:gd name="T48" fmla="*/ 2663 w 2787"/>
              <a:gd name="T49" fmla="*/ 320 h 1349"/>
              <a:gd name="T50" fmla="*/ 2553 w 2787"/>
              <a:gd name="T51" fmla="*/ 287 h 1349"/>
              <a:gd name="T52" fmla="*/ 2432 w 2787"/>
              <a:gd name="T53" fmla="*/ 203 h 1349"/>
              <a:gd name="T54" fmla="*/ 2270 w 2787"/>
              <a:gd name="T55" fmla="*/ 177 h 1349"/>
              <a:gd name="T56" fmla="*/ 2019 w 2787"/>
              <a:gd name="T57" fmla="*/ 176 h 1349"/>
              <a:gd name="T58" fmla="*/ 1872 w 2787"/>
              <a:gd name="T59" fmla="*/ 84 h 1349"/>
              <a:gd name="T60" fmla="*/ 1773 w 2787"/>
              <a:gd name="T61" fmla="*/ 58 h 1349"/>
              <a:gd name="T62" fmla="*/ 1403 w 2787"/>
              <a:gd name="T63" fmla="*/ 190 h 1349"/>
              <a:gd name="T64" fmla="*/ 1482 w 2787"/>
              <a:gd name="T65" fmla="*/ 56 h 1349"/>
              <a:gd name="T66" fmla="*/ 922 w 2787"/>
              <a:gd name="T67" fmla="*/ 148 h 1349"/>
              <a:gd name="T68" fmla="*/ 311 w 2787"/>
              <a:gd name="T69" fmla="*/ 791 h 1349"/>
              <a:gd name="T70" fmla="*/ 784 w 2787"/>
              <a:gd name="T71" fmla="*/ 160 h 1349"/>
              <a:gd name="T72" fmla="*/ 404 w 2787"/>
              <a:gd name="T73" fmla="*/ 437 h 1349"/>
              <a:gd name="T74" fmla="*/ 758 w 2787"/>
              <a:gd name="T75" fmla="*/ 62 h 1349"/>
              <a:gd name="T76" fmla="*/ 1093 w 2787"/>
              <a:gd name="T77" fmla="*/ 148 h 1349"/>
              <a:gd name="T78" fmla="*/ 1230 w 2787"/>
              <a:gd name="T79" fmla="*/ 120 h 1349"/>
              <a:gd name="T80" fmla="*/ 494 w 2787"/>
              <a:gd name="T81" fmla="*/ 771 h 1349"/>
              <a:gd name="T82" fmla="*/ 665 w 2787"/>
              <a:gd name="T83" fmla="*/ 689 h 1349"/>
              <a:gd name="T84" fmla="*/ 633 w 2787"/>
              <a:gd name="T85" fmla="*/ 1098 h 1349"/>
              <a:gd name="T86" fmla="*/ 1051 w 2787"/>
              <a:gd name="T87" fmla="*/ 834 h 1349"/>
              <a:gd name="T88" fmla="*/ 1129 w 2787"/>
              <a:gd name="T89" fmla="*/ 605 h 1349"/>
              <a:gd name="T90" fmla="*/ 1207 w 2787"/>
              <a:gd name="T91" fmla="*/ 805 h 1349"/>
              <a:gd name="T92" fmla="*/ 1880 w 2787"/>
              <a:gd name="T93" fmla="*/ 220 h 1349"/>
              <a:gd name="T94" fmla="*/ 1469 w 2787"/>
              <a:gd name="T95" fmla="*/ 729 h 1349"/>
              <a:gd name="T96" fmla="*/ 1829 w 2787"/>
              <a:gd name="T97" fmla="*/ 257 h 1349"/>
              <a:gd name="T98" fmla="*/ 1600 w 2787"/>
              <a:gd name="T99" fmla="*/ 706 h 1349"/>
              <a:gd name="T100" fmla="*/ 2342 w 2787"/>
              <a:gd name="T101" fmla="*/ 327 h 1349"/>
              <a:gd name="T102" fmla="*/ 2264 w 2787"/>
              <a:gd name="T103" fmla="*/ 375 h 1349"/>
              <a:gd name="T104" fmla="*/ 1893 w 2787"/>
              <a:gd name="T105" fmla="*/ 989 h 1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787" h="1349">
                <a:moveTo>
                  <a:pt x="573" y="70"/>
                </a:moveTo>
                <a:cubicBezTo>
                  <a:pt x="569" y="74"/>
                  <a:pt x="565" y="78"/>
                  <a:pt x="561" y="82"/>
                </a:cubicBezTo>
                <a:cubicBezTo>
                  <a:pt x="556" y="85"/>
                  <a:pt x="552" y="88"/>
                  <a:pt x="548" y="92"/>
                </a:cubicBezTo>
                <a:cubicBezTo>
                  <a:pt x="537" y="102"/>
                  <a:pt x="527" y="112"/>
                  <a:pt x="517" y="123"/>
                </a:cubicBezTo>
                <a:cubicBezTo>
                  <a:pt x="494" y="144"/>
                  <a:pt x="472" y="163"/>
                  <a:pt x="450" y="183"/>
                </a:cubicBezTo>
                <a:cubicBezTo>
                  <a:pt x="415" y="213"/>
                  <a:pt x="379" y="245"/>
                  <a:pt x="342" y="280"/>
                </a:cubicBezTo>
                <a:cubicBezTo>
                  <a:pt x="387" y="230"/>
                  <a:pt x="436" y="183"/>
                  <a:pt x="486" y="135"/>
                </a:cubicBezTo>
                <a:cubicBezTo>
                  <a:pt x="495" y="127"/>
                  <a:pt x="500" y="115"/>
                  <a:pt x="500" y="103"/>
                </a:cubicBezTo>
                <a:cubicBezTo>
                  <a:pt x="500" y="92"/>
                  <a:pt x="496" y="81"/>
                  <a:pt x="488" y="72"/>
                </a:cubicBezTo>
                <a:cubicBezTo>
                  <a:pt x="471" y="54"/>
                  <a:pt x="442" y="53"/>
                  <a:pt x="424" y="70"/>
                </a:cubicBezTo>
                <a:cubicBezTo>
                  <a:pt x="345" y="144"/>
                  <a:pt x="270" y="218"/>
                  <a:pt x="206" y="304"/>
                </a:cubicBezTo>
                <a:cubicBezTo>
                  <a:pt x="200" y="312"/>
                  <a:pt x="185" y="328"/>
                  <a:pt x="170" y="344"/>
                </a:cubicBezTo>
                <a:cubicBezTo>
                  <a:pt x="98" y="420"/>
                  <a:pt x="0" y="524"/>
                  <a:pt x="52" y="605"/>
                </a:cubicBezTo>
                <a:cubicBezTo>
                  <a:pt x="60" y="617"/>
                  <a:pt x="74" y="625"/>
                  <a:pt x="89" y="626"/>
                </a:cubicBezTo>
                <a:cubicBezTo>
                  <a:pt x="136" y="627"/>
                  <a:pt x="166" y="586"/>
                  <a:pt x="186" y="558"/>
                </a:cubicBezTo>
                <a:cubicBezTo>
                  <a:pt x="190" y="552"/>
                  <a:pt x="194" y="547"/>
                  <a:pt x="197" y="544"/>
                </a:cubicBezTo>
                <a:cubicBezTo>
                  <a:pt x="216" y="522"/>
                  <a:pt x="237" y="501"/>
                  <a:pt x="259" y="479"/>
                </a:cubicBezTo>
                <a:cubicBezTo>
                  <a:pt x="211" y="547"/>
                  <a:pt x="167" y="621"/>
                  <a:pt x="143" y="698"/>
                </a:cubicBezTo>
                <a:cubicBezTo>
                  <a:pt x="142" y="703"/>
                  <a:pt x="138" y="712"/>
                  <a:pt x="134" y="720"/>
                </a:cubicBezTo>
                <a:cubicBezTo>
                  <a:pt x="122" y="746"/>
                  <a:pt x="105" y="785"/>
                  <a:pt x="105" y="822"/>
                </a:cubicBezTo>
                <a:cubicBezTo>
                  <a:pt x="105" y="847"/>
                  <a:pt x="113" y="872"/>
                  <a:pt x="136" y="890"/>
                </a:cubicBezTo>
                <a:cubicBezTo>
                  <a:pt x="151" y="901"/>
                  <a:pt x="168" y="905"/>
                  <a:pt x="187" y="901"/>
                </a:cubicBezTo>
                <a:cubicBezTo>
                  <a:pt x="191" y="900"/>
                  <a:pt x="196" y="899"/>
                  <a:pt x="200" y="897"/>
                </a:cubicBezTo>
                <a:cubicBezTo>
                  <a:pt x="204" y="903"/>
                  <a:pt x="208" y="908"/>
                  <a:pt x="214" y="912"/>
                </a:cubicBezTo>
                <a:cubicBezTo>
                  <a:pt x="229" y="924"/>
                  <a:pt x="247" y="929"/>
                  <a:pt x="267" y="926"/>
                </a:cubicBezTo>
                <a:cubicBezTo>
                  <a:pt x="273" y="925"/>
                  <a:pt x="280" y="924"/>
                  <a:pt x="287" y="921"/>
                </a:cubicBezTo>
                <a:cubicBezTo>
                  <a:pt x="274" y="955"/>
                  <a:pt x="262" y="989"/>
                  <a:pt x="251" y="1024"/>
                </a:cubicBezTo>
                <a:cubicBezTo>
                  <a:pt x="251" y="1024"/>
                  <a:pt x="244" y="1044"/>
                  <a:pt x="244" y="1044"/>
                </a:cubicBezTo>
                <a:cubicBezTo>
                  <a:pt x="233" y="1075"/>
                  <a:pt x="219" y="1115"/>
                  <a:pt x="219" y="1151"/>
                </a:cubicBezTo>
                <a:cubicBezTo>
                  <a:pt x="219" y="1168"/>
                  <a:pt x="222" y="1184"/>
                  <a:pt x="230" y="1199"/>
                </a:cubicBezTo>
                <a:cubicBezTo>
                  <a:pt x="236" y="1209"/>
                  <a:pt x="246" y="1216"/>
                  <a:pt x="258" y="1219"/>
                </a:cubicBezTo>
                <a:cubicBezTo>
                  <a:pt x="270" y="1222"/>
                  <a:pt x="282" y="1220"/>
                  <a:pt x="293" y="1214"/>
                </a:cubicBezTo>
                <a:cubicBezTo>
                  <a:pt x="310" y="1203"/>
                  <a:pt x="326" y="1188"/>
                  <a:pt x="340" y="1172"/>
                </a:cubicBezTo>
                <a:cubicBezTo>
                  <a:pt x="340" y="1180"/>
                  <a:pt x="342" y="1188"/>
                  <a:pt x="345" y="1196"/>
                </a:cubicBezTo>
                <a:cubicBezTo>
                  <a:pt x="353" y="1216"/>
                  <a:pt x="374" y="1228"/>
                  <a:pt x="396" y="1223"/>
                </a:cubicBezTo>
                <a:cubicBezTo>
                  <a:pt x="447" y="1213"/>
                  <a:pt x="481" y="1156"/>
                  <a:pt x="506" y="1115"/>
                </a:cubicBezTo>
                <a:cubicBezTo>
                  <a:pt x="506" y="1115"/>
                  <a:pt x="508" y="1112"/>
                  <a:pt x="508" y="1111"/>
                </a:cubicBezTo>
                <a:cubicBezTo>
                  <a:pt x="514" y="1118"/>
                  <a:pt x="521" y="1124"/>
                  <a:pt x="529" y="1127"/>
                </a:cubicBezTo>
                <a:cubicBezTo>
                  <a:pt x="526" y="1142"/>
                  <a:pt x="524" y="1156"/>
                  <a:pt x="524" y="1169"/>
                </a:cubicBezTo>
                <a:cubicBezTo>
                  <a:pt x="524" y="1195"/>
                  <a:pt x="531" y="1216"/>
                  <a:pt x="549" y="1231"/>
                </a:cubicBezTo>
                <a:cubicBezTo>
                  <a:pt x="560" y="1241"/>
                  <a:pt x="575" y="1244"/>
                  <a:pt x="590" y="1241"/>
                </a:cubicBezTo>
                <a:cubicBezTo>
                  <a:pt x="649" y="1225"/>
                  <a:pt x="694" y="1167"/>
                  <a:pt x="727" y="1124"/>
                </a:cubicBezTo>
                <a:cubicBezTo>
                  <a:pt x="740" y="1107"/>
                  <a:pt x="740" y="1107"/>
                  <a:pt x="740" y="1107"/>
                </a:cubicBezTo>
                <a:cubicBezTo>
                  <a:pt x="763" y="1079"/>
                  <a:pt x="784" y="1050"/>
                  <a:pt x="806" y="1021"/>
                </a:cubicBezTo>
                <a:cubicBezTo>
                  <a:pt x="790" y="1064"/>
                  <a:pt x="778" y="1106"/>
                  <a:pt x="778" y="1142"/>
                </a:cubicBezTo>
                <a:cubicBezTo>
                  <a:pt x="778" y="1166"/>
                  <a:pt x="783" y="1187"/>
                  <a:pt x="796" y="1204"/>
                </a:cubicBezTo>
                <a:cubicBezTo>
                  <a:pt x="807" y="1217"/>
                  <a:pt x="824" y="1223"/>
                  <a:pt x="840" y="1220"/>
                </a:cubicBezTo>
                <a:cubicBezTo>
                  <a:pt x="883" y="1212"/>
                  <a:pt x="917" y="1176"/>
                  <a:pt x="944" y="1141"/>
                </a:cubicBezTo>
                <a:cubicBezTo>
                  <a:pt x="944" y="1156"/>
                  <a:pt x="947" y="1169"/>
                  <a:pt x="952" y="1181"/>
                </a:cubicBezTo>
                <a:cubicBezTo>
                  <a:pt x="959" y="1199"/>
                  <a:pt x="977" y="1210"/>
                  <a:pt x="997" y="1208"/>
                </a:cubicBezTo>
                <a:cubicBezTo>
                  <a:pt x="1015" y="1207"/>
                  <a:pt x="1032" y="1200"/>
                  <a:pt x="1046" y="1190"/>
                </a:cubicBezTo>
                <a:cubicBezTo>
                  <a:pt x="1051" y="1191"/>
                  <a:pt x="1056" y="1191"/>
                  <a:pt x="1062" y="1191"/>
                </a:cubicBezTo>
                <a:cubicBezTo>
                  <a:pt x="1075" y="1190"/>
                  <a:pt x="1088" y="1186"/>
                  <a:pt x="1100" y="1180"/>
                </a:cubicBezTo>
                <a:cubicBezTo>
                  <a:pt x="1103" y="1199"/>
                  <a:pt x="1112" y="1215"/>
                  <a:pt x="1129" y="1226"/>
                </a:cubicBezTo>
                <a:cubicBezTo>
                  <a:pt x="1146" y="1237"/>
                  <a:pt x="1163" y="1238"/>
                  <a:pt x="1180" y="1233"/>
                </a:cubicBezTo>
                <a:cubicBezTo>
                  <a:pt x="1182" y="1239"/>
                  <a:pt x="1185" y="1244"/>
                  <a:pt x="1190" y="1248"/>
                </a:cubicBezTo>
                <a:cubicBezTo>
                  <a:pt x="1200" y="1258"/>
                  <a:pt x="1214" y="1262"/>
                  <a:pt x="1228" y="1260"/>
                </a:cubicBezTo>
                <a:cubicBezTo>
                  <a:pt x="1275" y="1253"/>
                  <a:pt x="1308" y="1210"/>
                  <a:pt x="1331" y="1179"/>
                </a:cubicBezTo>
                <a:cubicBezTo>
                  <a:pt x="1331" y="1179"/>
                  <a:pt x="1332" y="1179"/>
                  <a:pt x="1332" y="1179"/>
                </a:cubicBezTo>
                <a:cubicBezTo>
                  <a:pt x="1333" y="1181"/>
                  <a:pt x="1334" y="1183"/>
                  <a:pt x="1335" y="1185"/>
                </a:cubicBezTo>
                <a:cubicBezTo>
                  <a:pt x="1339" y="1190"/>
                  <a:pt x="1343" y="1194"/>
                  <a:pt x="1349" y="1198"/>
                </a:cubicBezTo>
                <a:cubicBezTo>
                  <a:pt x="1343" y="1218"/>
                  <a:pt x="1339" y="1238"/>
                  <a:pt x="1339" y="1258"/>
                </a:cubicBezTo>
                <a:cubicBezTo>
                  <a:pt x="1339" y="1259"/>
                  <a:pt x="1339" y="1260"/>
                  <a:pt x="1339" y="1262"/>
                </a:cubicBezTo>
                <a:cubicBezTo>
                  <a:pt x="1340" y="1284"/>
                  <a:pt x="1357" y="1303"/>
                  <a:pt x="1379" y="1305"/>
                </a:cubicBezTo>
                <a:cubicBezTo>
                  <a:pt x="1426" y="1311"/>
                  <a:pt x="1465" y="1273"/>
                  <a:pt x="1506" y="1222"/>
                </a:cubicBezTo>
                <a:cubicBezTo>
                  <a:pt x="1508" y="1232"/>
                  <a:pt x="1513" y="1240"/>
                  <a:pt x="1521" y="1247"/>
                </a:cubicBezTo>
                <a:cubicBezTo>
                  <a:pt x="1532" y="1256"/>
                  <a:pt x="1547" y="1259"/>
                  <a:pt x="1561" y="1256"/>
                </a:cubicBezTo>
                <a:cubicBezTo>
                  <a:pt x="1597" y="1246"/>
                  <a:pt x="1622" y="1213"/>
                  <a:pt x="1639" y="1189"/>
                </a:cubicBezTo>
                <a:cubicBezTo>
                  <a:pt x="1648" y="1177"/>
                  <a:pt x="1648" y="1177"/>
                  <a:pt x="1648" y="1177"/>
                </a:cubicBezTo>
                <a:cubicBezTo>
                  <a:pt x="1673" y="1147"/>
                  <a:pt x="1698" y="1117"/>
                  <a:pt x="1722" y="1088"/>
                </a:cubicBezTo>
                <a:cubicBezTo>
                  <a:pt x="1722" y="1089"/>
                  <a:pt x="1721" y="1091"/>
                  <a:pt x="1721" y="1092"/>
                </a:cubicBezTo>
                <a:cubicBezTo>
                  <a:pt x="1707" y="1126"/>
                  <a:pt x="1690" y="1166"/>
                  <a:pt x="1690" y="1203"/>
                </a:cubicBezTo>
                <a:cubicBezTo>
                  <a:pt x="1690" y="1217"/>
                  <a:pt x="1692" y="1230"/>
                  <a:pt x="1698" y="1243"/>
                </a:cubicBezTo>
                <a:cubicBezTo>
                  <a:pt x="1703" y="1255"/>
                  <a:pt x="1713" y="1264"/>
                  <a:pt x="1726" y="1268"/>
                </a:cubicBezTo>
                <a:cubicBezTo>
                  <a:pt x="1738" y="1272"/>
                  <a:pt x="1752" y="1270"/>
                  <a:pt x="1763" y="1263"/>
                </a:cubicBezTo>
                <a:cubicBezTo>
                  <a:pt x="1784" y="1249"/>
                  <a:pt x="1803" y="1231"/>
                  <a:pt x="1821" y="1211"/>
                </a:cubicBezTo>
                <a:cubicBezTo>
                  <a:pt x="1823" y="1212"/>
                  <a:pt x="1826" y="1212"/>
                  <a:pt x="1829" y="1213"/>
                </a:cubicBezTo>
                <a:cubicBezTo>
                  <a:pt x="1862" y="1216"/>
                  <a:pt x="1889" y="1196"/>
                  <a:pt x="1912" y="1176"/>
                </a:cubicBezTo>
                <a:cubicBezTo>
                  <a:pt x="1913" y="1183"/>
                  <a:pt x="1916" y="1190"/>
                  <a:pt x="1921" y="1196"/>
                </a:cubicBezTo>
                <a:cubicBezTo>
                  <a:pt x="1933" y="1210"/>
                  <a:pt x="1952" y="1216"/>
                  <a:pt x="1969" y="1210"/>
                </a:cubicBezTo>
                <a:cubicBezTo>
                  <a:pt x="1992" y="1203"/>
                  <a:pt x="2012" y="1188"/>
                  <a:pt x="2029" y="1172"/>
                </a:cubicBezTo>
                <a:cubicBezTo>
                  <a:pt x="2038" y="1184"/>
                  <a:pt x="2052" y="1191"/>
                  <a:pt x="2067" y="1190"/>
                </a:cubicBezTo>
                <a:cubicBezTo>
                  <a:pt x="2072" y="1190"/>
                  <a:pt x="2078" y="1189"/>
                  <a:pt x="2083" y="1188"/>
                </a:cubicBezTo>
                <a:cubicBezTo>
                  <a:pt x="2080" y="1196"/>
                  <a:pt x="2078" y="1204"/>
                  <a:pt x="2077" y="1212"/>
                </a:cubicBezTo>
                <a:cubicBezTo>
                  <a:pt x="2077" y="1214"/>
                  <a:pt x="2077" y="1215"/>
                  <a:pt x="2077" y="1216"/>
                </a:cubicBezTo>
                <a:cubicBezTo>
                  <a:pt x="2077" y="1231"/>
                  <a:pt x="2084" y="1245"/>
                  <a:pt x="2096" y="1253"/>
                </a:cubicBezTo>
                <a:cubicBezTo>
                  <a:pt x="2110" y="1263"/>
                  <a:pt x="2127" y="1264"/>
                  <a:pt x="2142" y="1257"/>
                </a:cubicBezTo>
                <a:cubicBezTo>
                  <a:pt x="2157" y="1249"/>
                  <a:pt x="2171" y="1240"/>
                  <a:pt x="2183" y="1229"/>
                </a:cubicBezTo>
                <a:cubicBezTo>
                  <a:pt x="2181" y="1233"/>
                  <a:pt x="2180" y="1237"/>
                  <a:pt x="2179" y="1241"/>
                </a:cubicBezTo>
                <a:cubicBezTo>
                  <a:pt x="2178" y="1245"/>
                  <a:pt x="2177" y="1249"/>
                  <a:pt x="2177" y="1253"/>
                </a:cubicBezTo>
                <a:cubicBezTo>
                  <a:pt x="2177" y="1264"/>
                  <a:pt x="2182" y="1276"/>
                  <a:pt x="2190" y="1284"/>
                </a:cubicBezTo>
                <a:cubicBezTo>
                  <a:pt x="2201" y="1296"/>
                  <a:pt x="2218" y="1300"/>
                  <a:pt x="2233" y="1296"/>
                </a:cubicBezTo>
                <a:cubicBezTo>
                  <a:pt x="2235" y="1296"/>
                  <a:pt x="2237" y="1295"/>
                  <a:pt x="2239" y="1295"/>
                </a:cubicBezTo>
                <a:cubicBezTo>
                  <a:pt x="2239" y="1297"/>
                  <a:pt x="2240" y="1300"/>
                  <a:pt x="2242" y="1303"/>
                </a:cubicBezTo>
                <a:cubicBezTo>
                  <a:pt x="2250" y="1317"/>
                  <a:pt x="2264" y="1325"/>
                  <a:pt x="2280" y="1326"/>
                </a:cubicBezTo>
                <a:cubicBezTo>
                  <a:pt x="2319" y="1326"/>
                  <a:pt x="2357" y="1304"/>
                  <a:pt x="2397" y="1269"/>
                </a:cubicBezTo>
                <a:cubicBezTo>
                  <a:pt x="2397" y="1281"/>
                  <a:pt x="2402" y="1292"/>
                  <a:pt x="2411" y="1301"/>
                </a:cubicBezTo>
                <a:cubicBezTo>
                  <a:pt x="2428" y="1316"/>
                  <a:pt x="2454" y="1316"/>
                  <a:pt x="2471" y="1301"/>
                </a:cubicBezTo>
                <a:cubicBezTo>
                  <a:pt x="2472" y="1301"/>
                  <a:pt x="2473" y="1300"/>
                  <a:pt x="2473" y="1300"/>
                </a:cubicBezTo>
                <a:cubicBezTo>
                  <a:pt x="2473" y="1311"/>
                  <a:pt x="2477" y="1322"/>
                  <a:pt x="2485" y="1330"/>
                </a:cubicBezTo>
                <a:cubicBezTo>
                  <a:pt x="2502" y="1348"/>
                  <a:pt x="2530" y="1349"/>
                  <a:pt x="2548" y="1333"/>
                </a:cubicBezTo>
                <a:cubicBezTo>
                  <a:pt x="2570" y="1313"/>
                  <a:pt x="2570" y="1313"/>
                  <a:pt x="2570" y="1313"/>
                </a:cubicBezTo>
                <a:cubicBezTo>
                  <a:pt x="2595" y="1290"/>
                  <a:pt x="2628" y="1260"/>
                  <a:pt x="2660" y="1239"/>
                </a:cubicBezTo>
                <a:cubicBezTo>
                  <a:pt x="2675" y="1254"/>
                  <a:pt x="2698" y="1258"/>
                  <a:pt x="2716" y="1247"/>
                </a:cubicBezTo>
                <a:cubicBezTo>
                  <a:pt x="2744" y="1230"/>
                  <a:pt x="2762" y="1203"/>
                  <a:pt x="2763" y="1174"/>
                </a:cubicBezTo>
                <a:cubicBezTo>
                  <a:pt x="2763" y="1174"/>
                  <a:pt x="2763" y="1173"/>
                  <a:pt x="2763" y="1172"/>
                </a:cubicBezTo>
                <a:cubicBezTo>
                  <a:pt x="2763" y="1160"/>
                  <a:pt x="2759" y="1149"/>
                  <a:pt x="2751" y="1140"/>
                </a:cubicBezTo>
                <a:cubicBezTo>
                  <a:pt x="2743" y="1132"/>
                  <a:pt x="2732" y="1127"/>
                  <a:pt x="2721" y="1127"/>
                </a:cubicBezTo>
                <a:cubicBezTo>
                  <a:pt x="2741" y="1097"/>
                  <a:pt x="2759" y="1065"/>
                  <a:pt x="2766" y="1032"/>
                </a:cubicBezTo>
                <a:cubicBezTo>
                  <a:pt x="2766" y="1029"/>
                  <a:pt x="2767" y="1025"/>
                  <a:pt x="2767" y="1022"/>
                </a:cubicBezTo>
                <a:cubicBezTo>
                  <a:pt x="2767" y="1011"/>
                  <a:pt x="2763" y="1001"/>
                  <a:pt x="2755" y="992"/>
                </a:cubicBezTo>
                <a:cubicBezTo>
                  <a:pt x="2747" y="984"/>
                  <a:pt x="2737" y="979"/>
                  <a:pt x="2725" y="978"/>
                </a:cubicBezTo>
                <a:cubicBezTo>
                  <a:pt x="2729" y="967"/>
                  <a:pt x="2731" y="956"/>
                  <a:pt x="2731" y="945"/>
                </a:cubicBezTo>
                <a:cubicBezTo>
                  <a:pt x="2731" y="944"/>
                  <a:pt x="2731" y="942"/>
                  <a:pt x="2731" y="940"/>
                </a:cubicBezTo>
                <a:cubicBezTo>
                  <a:pt x="2731" y="928"/>
                  <a:pt x="2725" y="917"/>
                  <a:pt x="2716" y="909"/>
                </a:cubicBezTo>
                <a:cubicBezTo>
                  <a:pt x="2716" y="909"/>
                  <a:pt x="2716" y="909"/>
                  <a:pt x="2715" y="909"/>
                </a:cubicBezTo>
                <a:cubicBezTo>
                  <a:pt x="2737" y="885"/>
                  <a:pt x="2758" y="862"/>
                  <a:pt x="2777" y="837"/>
                </a:cubicBezTo>
                <a:cubicBezTo>
                  <a:pt x="2784" y="829"/>
                  <a:pt x="2787" y="819"/>
                  <a:pt x="2787" y="809"/>
                </a:cubicBezTo>
                <a:cubicBezTo>
                  <a:pt x="2787" y="797"/>
                  <a:pt x="2783" y="785"/>
                  <a:pt x="2774" y="777"/>
                </a:cubicBezTo>
                <a:cubicBezTo>
                  <a:pt x="2757" y="760"/>
                  <a:pt x="2731" y="760"/>
                  <a:pt x="2713" y="775"/>
                </a:cubicBezTo>
                <a:cubicBezTo>
                  <a:pt x="2663" y="818"/>
                  <a:pt x="2609" y="858"/>
                  <a:pt x="2556" y="896"/>
                </a:cubicBezTo>
                <a:cubicBezTo>
                  <a:pt x="2552" y="899"/>
                  <a:pt x="2548" y="902"/>
                  <a:pt x="2544" y="905"/>
                </a:cubicBezTo>
                <a:cubicBezTo>
                  <a:pt x="2595" y="839"/>
                  <a:pt x="2648" y="771"/>
                  <a:pt x="2709" y="715"/>
                </a:cubicBezTo>
                <a:cubicBezTo>
                  <a:pt x="2722" y="704"/>
                  <a:pt x="2735" y="693"/>
                  <a:pt x="2748" y="682"/>
                </a:cubicBezTo>
                <a:cubicBezTo>
                  <a:pt x="2759" y="673"/>
                  <a:pt x="2764" y="660"/>
                  <a:pt x="2764" y="647"/>
                </a:cubicBezTo>
                <a:cubicBezTo>
                  <a:pt x="2764" y="637"/>
                  <a:pt x="2761" y="627"/>
                  <a:pt x="2754" y="619"/>
                </a:cubicBezTo>
                <a:cubicBezTo>
                  <a:pt x="2738" y="600"/>
                  <a:pt x="2711" y="597"/>
                  <a:pt x="2691" y="612"/>
                </a:cubicBezTo>
                <a:cubicBezTo>
                  <a:pt x="2691" y="612"/>
                  <a:pt x="2690" y="613"/>
                  <a:pt x="2690" y="613"/>
                </a:cubicBezTo>
                <a:cubicBezTo>
                  <a:pt x="2690" y="613"/>
                  <a:pt x="2690" y="613"/>
                  <a:pt x="2690" y="613"/>
                </a:cubicBezTo>
                <a:cubicBezTo>
                  <a:pt x="2690" y="614"/>
                  <a:pt x="2689" y="614"/>
                  <a:pt x="2689" y="614"/>
                </a:cubicBezTo>
                <a:cubicBezTo>
                  <a:pt x="2684" y="618"/>
                  <a:pt x="2678" y="623"/>
                  <a:pt x="2673" y="627"/>
                </a:cubicBezTo>
                <a:cubicBezTo>
                  <a:pt x="2677" y="621"/>
                  <a:pt x="2679" y="614"/>
                  <a:pt x="2679" y="606"/>
                </a:cubicBezTo>
                <a:cubicBezTo>
                  <a:pt x="2679" y="598"/>
                  <a:pt x="2676" y="589"/>
                  <a:pt x="2671" y="582"/>
                </a:cubicBezTo>
                <a:cubicBezTo>
                  <a:pt x="2662" y="568"/>
                  <a:pt x="2647" y="561"/>
                  <a:pt x="2631" y="562"/>
                </a:cubicBezTo>
                <a:cubicBezTo>
                  <a:pt x="2645" y="551"/>
                  <a:pt x="2660" y="542"/>
                  <a:pt x="2674" y="533"/>
                </a:cubicBezTo>
                <a:cubicBezTo>
                  <a:pt x="2688" y="524"/>
                  <a:pt x="2696" y="509"/>
                  <a:pt x="2696" y="494"/>
                </a:cubicBezTo>
                <a:cubicBezTo>
                  <a:pt x="2696" y="486"/>
                  <a:pt x="2694" y="478"/>
                  <a:pt x="2689" y="471"/>
                </a:cubicBezTo>
                <a:cubicBezTo>
                  <a:pt x="2676" y="450"/>
                  <a:pt x="2649" y="443"/>
                  <a:pt x="2628" y="456"/>
                </a:cubicBezTo>
                <a:cubicBezTo>
                  <a:pt x="2628" y="456"/>
                  <a:pt x="2627" y="456"/>
                  <a:pt x="2627" y="456"/>
                </a:cubicBezTo>
                <a:cubicBezTo>
                  <a:pt x="2627" y="456"/>
                  <a:pt x="2627" y="456"/>
                  <a:pt x="2627" y="456"/>
                </a:cubicBezTo>
                <a:cubicBezTo>
                  <a:pt x="2627" y="456"/>
                  <a:pt x="2627" y="456"/>
                  <a:pt x="2627" y="456"/>
                </a:cubicBezTo>
                <a:cubicBezTo>
                  <a:pt x="2624" y="458"/>
                  <a:pt x="2620" y="460"/>
                  <a:pt x="2617" y="462"/>
                </a:cubicBezTo>
                <a:cubicBezTo>
                  <a:pt x="2625" y="456"/>
                  <a:pt x="2632" y="450"/>
                  <a:pt x="2640" y="443"/>
                </a:cubicBezTo>
                <a:cubicBezTo>
                  <a:pt x="2650" y="435"/>
                  <a:pt x="2656" y="422"/>
                  <a:pt x="2656" y="409"/>
                </a:cubicBezTo>
                <a:cubicBezTo>
                  <a:pt x="2656" y="400"/>
                  <a:pt x="2654" y="392"/>
                  <a:pt x="2649" y="384"/>
                </a:cubicBezTo>
                <a:cubicBezTo>
                  <a:pt x="2644" y="376"/>
                  <a:pt x="2636" y="371"/>
                  <a:pt x="2628" y="367"/>
                </a:cubicBezTo>
                <a:cubicBezTo>
                  <a:pt x="2633" y="364"/>
                  <a:pt x="2638" y="360"/>
                  <a:pt x="2643" y="357"/>
                </a:cubicBezTo>
                <a:cubicBezTo>
                  <a:pt x="2643" y="357"/>
                  <a:pt x="2642" y="357"/>
                  <a:pt x="2642" y="358"/>
                </a:cubicBezTo>
                <a:cubicBezTo>
                  <a:pt x="2643" y="357"/>
                  <a:pt x="2644" y="357"/>
                  <a:pt x="2644" y="356"/>
                </a:cubicBezTo>
                <a:cubicBezTo>
                  <a:pt x="2657" y="348"/>
                  <a:pt x="2663" y="334"/>
                  <a:pt x="2663" y="320"/>
                </a:cubicBezTo>
                <a:cubicBezTo>
                  <a:pt x="2663" y="311"/>
                  <a:pt x="2661" y="302"/>
                  <a:pt x="2656" y="294"/>
                </a:cubicBezTo>
                <a:cubicBezTo>
                  <a:pt x="2642" y="274"/>
                  <a:pt x="2614" y="269"/>
                  <a:pt x="2594" y="282"/>
                </a:cubicBezTo>
                <a:cubicBezTo>
                  <a:pt x="2593" y="282"/>
                  <a:pt x="2593" y="283"/>
                  <a:pt x="2592" y="283"/>
                </a:cubicBezTo>
                <a:cubicBezTo>
                  <a:pt x="2572" y="298"/>
                  <a:pt x="2547" y="309"/>
                  <a:pt x="2521" y="321"/>
                </a:cubicBezTo>
                <a:cubicBezTo>
                  <a:pt x="2516" y="323"/>
                  <a:pt x="2512" y="325"/>
                  <a:pt x="2508" y="327"/>
                </a:cubicBezTo>
                <a:cubicBezTo>
                  <a:pt x="2524" y="315"/>
                  <a:pt x="2540" y="302"/>
                  <a:pt x="2553" y="287"/>
                </a:cubicBezTo>
                <a:cubicBezTo>
                  <a:pt x="2561" y="278"/>
                  <a:pt x="2566" y="267"/>
                  <a:pt x="2566" y="256"/>
                </a:cubicBezTo>
                <a:cubicBezTo>
                  <a:pt x="2566" y="249"/>
                  <a:pt x="2564" y="241"/>
                  <a:pt x="2560" y="234"/>
                </a:cubicBezTo>
                <a:cubicBezTo>
                  <a:pt x="2550" y="217"/>
                  <a:pt x="2531" y="208"/>
                  <a:pt x="2512" y="212"/>
                </a:cubicBezTo>
                <a:cubicBezTo>
                  <a:pt x="2484" y="218"/>
                  <a:pt x="2457" y="232"/>
                  <a:pt x="2431" y="249"/>
                </a:cubicBezTo>
                <a:cubicBezTo>
                  <a:pt x="2436" y="242"/>
                  <a:pt x="2438" y="234"/>
                  <a:pt x="2438" y="226"/>
                </a:cubicBezTo>
                <a:cubicBezTo>
                  <a:pt x="2438" y="218"/>
                  <a:pt x="2436" y="210"/>
                  <a:pt x="2432" y="203"/>
                </a:cubicBezTo>
                <a:cubicBezTo>
                  <a:pt x="2421" y="184"/>
                  <a:pt x="2399" y="176"/>
                  <a:pt x="2378" y="183"/>
                </a:cubicBezTo>
                <a:cubicBezTo>
                  <a:pt x="2301" y="211"/>
                  <a:pt x="2231" y="266"/>
                  <a:pt x="2175" y="310"/>
                </a:cubicBezTo>
                <a:cubicBezTo>
                  <a:pt x="2086" y="380"/>
                  <a:pt x="2003" y="462"/>
                  <a:pt x="1913" y="568"/>
                </a:cubicBezTo>
                <a:cubicBezTo>
                  <a:pt x="1982" y="478"/>
                  <a:pt x="2056" y="390"/>
                  <a:pt x="2141" y="311"/>
                </a:cubicBezTo>
                <a:cubicBezTo>
                  <a:pt x="2148" y="305"/>
                  <a:pt x="2159" y="296"/>
                  <a:pt x="2172" y="286"/>
                </a:cubicBezTo>
                <a:cubicBezTo>
                  <a:pt x="2213" y="255"/>
                  <a:pt x="2259" y="219"/>
                  <a:pt x="2270" y="177"/>
                </a:cubicBezTo>
                <a:cubicBezTo>
                  <a:pt x="2271" y="174"/>
                  <a:pt x="2271" y="170"/>
                  <a:pt x="2271" y="166"/>
                </a:cubicBezTo>
                <a:cubicBezTo>
                  <a:pt x="2271" y="154"/>
                  <a:pt x="2266" y="142"/>
                  <a:pt x="2257" y="133"/>
                </a:cubicBezTo>
                <a:cubicBezTo>
                  <a:pt x="2246" y="122"/>
                  <a:pt x="2228" y="118"/>
                  <a:pt x="2213" y="123"/>
                </a:cubicBezTo>
                <a:cubicBezTo>
                  <a:pt x="2201" y="127"/>
                  <a:pt x="2189" y="132"/>
                  <a:pt x="2177" y="138"/>
                </a:cubicBezTo>
                <a:cubicBezTo>
                  <a:pt x="2175" y="136"/>
                  <a:pt x="2173" y="135"/>
                  <a:pt x="2170" y="135"/>
                </a:cubicBezTo>
                <a:cubicBezTo>
                  <a:pt x="2126" y="119"/>
                  <a:pt x="2074" y="143"/>
                  <a:pt x="2019" y="176"/>
                </a:cubicBezTo>
                <a:cubicBezTo>
                  <a:pt x="2025" y="160"/>
                  <a:pt x="2029" y="145"/>
                  <a:pt x="2029" y="130"/>
                </a:cubicBezTo>
                <a:cubicBezTo>
                  <a:pt x="2029" y="126"/>
                  <a:pt x="2028" y="122"/>
                  <a:pt x="2028" y="119"/>
                </a:cubicBezTo>
                <a:cubicBezTo>
                  <a:pt x="2025" y="98"/>
                  <a:pt x="2009" y="82"/>
                  <a:pt x="1988" y="80"/>
                </a:cubicBezTo>
                <a:cubicBezTo>
                  <a:pt x="1970" y="78"/>
                  <a:pt x="1952" y="81"/>
                  <a:pt x="1934" y="86"/>
                </a:cubicBezTo>
                <a:cubicBezTo>
                  <a:pt x="1934" y="86"/>
                  <a:pt x="1934" y="86"/>
                  <a:pt x="1934" y="86"/>
                </a:cubicBezTo>
                <a:cubicBezTo>
                  <a:pt x="1918" y="69"/>
                  <a:pt x="1890" y="68"/>
                  <a:pt x="1872" y="84"/>
                </a:cubicBezTo>
                <a:cubicBezTo>
                  <a:pt x="1866" y="88"/>
                  <a:pt x="1861" y="94"/>
                  <a:pt x="1856" y="99"/>
                </a:cubicBezTo>
                <a:cubicBezTo>
                  <a:pt x="1845" y="108"/>
                  <a:pt x="1833" y="117"/>
                  <a:pt x="1821" y="126"/>
                </a:cubicBezTo>
                <a:cubicBezTo>
                  <a:pt x="1823" y="121"/>
                  <a:pt x="1824" y="115"/>
                  <a:pt x="1825" y="109"/>
                </a:cubicBezTo>
                <a:cubicBezTo>
                  <a:pt x="1825" y="107"/>
                  <a:pt x="1825" y="105"/>
                  <a:pt x="1825" y="102"/>
                </a:cubicBezTo>
                <a:cubicBezTo>
                  <a:pt x="1825" y="90"/>
                  <a:pt x="1821" y="79"/>
                  <a:pt x="1812" y="70"/>
                </a:cubicBezTo>
                <a:cubicBezTo>
                  <a:pt x="1802" y="60"/>
                  <a:pt x="1787" y="56"/>
                  <a:pt x="1773" y="58"/>
                </a:cubicBezTo>
                <a:cubicBezTo>
                  <a:pt x="1714" y="68"/>
                  <a:pt x="1657" y="106"/>
                  <a:pt x="1611" y="136"/>
                </a:cubicBezTo>
                <a:cubicBezTo>
                  <a:pt x="1611" y="136"/>
                  <a:pt x="1610" y="137"/>
                  <a:pt x="1610" y="137"/>
                </a:cubicBezTo>
                <a:cubicBezTo>
                  <a:pt x="1610" y="135"/>
                  <a:pt x="1610" y="134"/>
                  <a:pt x="1610" y="132"/>
                </a:cubicBezTo>
                <a:cubicBezTo>
                  <a:pt x="1610" y="124"/>
                  <a:pt x="1608" y="116"/>
                  <a:pt x="1603" y="109"/>
                </a:cubicBezTo>
                <a:cubicBezTo>
                  <a:pt x="1593" y="91"/>
                  <a:pt x="1571" y="83"/>
                  <a:pt x="1551" y="89"/>
                </a:cubicBezTo>
                <a:cubicBezTo>
                  <a:pt x="1495" y="108"/>
                  <a:pt x="1446" y="151"/>
                  <a:pt x="1403" y="190"/>
                </a:cubicBezTo>
                <a:cubicBezTo>
                  <a:pt x="1405" y="183"/>
                  <a:pt x="1407" y="176"/>
                  <a:pt x="1408" y="169"/>
                </a:cubicBezTo>
                <a:cubicBezTo>
                  <a:pt x="1408" y="167"/>
                  <a:pt x="1408" y="165"/>
                  <a:pt x="1408" y="163"/>
                </a:cubicBezTo>
                <a:cubicBezTo>
                  <a:pt x="1408" y="162"/>
                  <a:pt x="1408" y="160"/>
                  <a:pt x="1408" y="159"/>
                </a:cubicBezTo>
                <a:cubicBezTo>
                  <a:pt x="1429" y="143"/>
                  <a:pt x="1450" y="127"/>
                  <a:pt x="1470" y="110"/>
                </a:cubicBezTo>
                <a:cubicBezTo>
                  <a:pt x="1481" y="101"/>
                  <a:pt x="1486" y="88"/>
                  <a:pt x="1486" y="76"/>
                </a:cubicBezTo>
                <a:cubicBezTo>
                  <a:pt x="1486" y="69"/>
                  <a:pt x="1485" y="62"/>
                  <a:pt x="1482" y="56"/>
                </a:cubicBezTo>
                <a:cubicBezTo>
                  <a:pt x="1472" y="37"/>
                  <a:pt x="1452" y="27"/>
                  <a:pt x="1431" y="32"/>
                </a:cubicBezTo>
                <a:cubicBezTo>
                  <a:pt x="1397" y="39"/>
                  <a:pt x="1365" y="56"/>
                  <a:pt x="1334" y="77"/>
                </a:cubicBezTo>
                <a:cubicBezTo>
                  <a:pt x="1321" y="43"/>
                  <a:pt x="1293" y="22"/>
                  <a:pt x="1254" y="17"/>
                </a:cubicBezTo>
                <a:cubicBezTo>
                  <a:pt x="1228" y="13"/>
                  <a:pt x="1202" y="17"/>
                  <a:pt x="1180" y="21"/>
                </a:cubicBezTo>
                <a:cubicBezTo>
                  <a:pt x="1084" y="39"/>
                  <a:pt x="1001" y="92"/>
                  <a:pt x="927" y="156"/>
                </a:cubicBezTo>
                <a:cubicBezTo>
                  <a:pt x="926" y="153"/>
                  <a:pt x="924" y="151"/>
                  <a:pt x="922" y="148"/>
                </a:cubicBezTo>
                <a:cubicBezTo>
                  <a:pt x="911" y="134"/>
                  <a:pt x="892" y="128"/>
                  <a:pt x="874" y="133"/>
                </a:cubicBezTo>
                <a:cubicBezTo>
                  <a:pt x="800" y="155"/>
                  <a:pt x="699" y="288"/>
                  <a:pt x="540" y="502"/>
                </a:cubicBezTo>
                <a:cubicBezTo>
                  <a:pt x="538" y="506"/>
                  <a:pt x="535" y="509"/>
                  <a:pt x="533" y="512"/>
                </a:cubicBezTo>
                <a:cubicBezTo>
                  <a:pt x="510" y="542"/>
                  <a:pt x="487" y="573"/>
                  <a:pt x="466" y="603"/>
                </a:cubicBezTo>
                <a:cubicBezTo>
                  <a:pt x="430" y="651"/>
                  <a:pt x="394" y="696"/>
                  <a:pt x="363" y="734"/>
                </a:cubicBezTo>
                <a:cubicBezTo>
                  <a:pt x="342" y="758"/>
                  <a:pt x="325" y="777"/>
                  <a:pt x="311" y="791"/>
                </a:cubicBezTo>
                <a:cubicBezTo>
                  <a:pt x="353" y="736"/>
                  <a:pt x="406" y="656"/>
                  <a:pt x="474" y="545"/>
                </a:cubicBezTo>
                <a:cubicBezTo>
                  <a:pt x="490" y="519"/>
                  <a:pt x="505" y="495"/>
                  <a:pt x="509" y="489"/>
                </a:cubicBezTo>
                <a:cubicBezTo>
                  <a:pt x="576" y="398"/>
                  <a:pt x="634" y="324"/>
                  <a:pt x="705" y="260"/>
                </a:cubicBezTo>
                <a:cubicBezTo>
                  <a:pt x="717" y="249"/>
                  <a:pt x="717" y="249"/>
                  <a:pt x="717" y="249"/>
                </a:cubicBezTo>
                <a:cubicBezTo>
                  <a:pt x="739" y="231"/>
                  <a:pt x="763" y="210"/>
                  <a:pt x="778" y="182"/>
                </a:cubicBezTo>
                <a:cubicBezTo>
                  <a:pt x="782" y="175"/>
                  <a:pt x="784" y="167"/>
                  <a:pt x="784" y="160"/>
                </a:cubicBezTo>
                <a:cubicBezTo>
                  <a:pt x="784" y="148"/>
                  <a:pt x="779" y="136"/>
                  <a:pt x="770" y="127"/>
                </a:cubicBezTo>
                <a:cubicBezTo>
                  <a:pt x="755" y="113"/>
                  <a:pt x="732" y="111"/>
                  <a:pt x="715" y="122"/>
                </a:cubicBezTo>
                <a:cubicBezTo>
                  <a:pt x="605" y="192"/>
                  <a:pt x="514" y="303"/>
                  <a:pt x="433" y="402"/>
                </a:cubicBezTo>
                <a:cubicBezTo>
                  <a:pt x="420" y="418"/>
                  <a:pt x="420" y="418"/>
                  <a:pt x="420" y="418"/>
                </a:cubicBezTo>
                <a:cubicBezTo>
                  <a:pt x="376" y="472"/>
                  <a:pt x="332" y="529"/>
                  <a:pt x="293" y="590"/>
                </a:cubicBezTo>
                <a:cubicBezTo>
                  <a:pt x="327" y="536"/>
                  <a:pt x="367" y="484"/>
                  <a:pt x="404" y="437"/>
                </a:cubicBezTo>
                <a:cubicBezTo>
                  <a:pt x="433" y="400"/>
                  <a:pt x="459" y="360"/>
                  <a:pt x="484" y="321"/>
                </a:cubicBezTo>
                <a:cubicBezTo>
                  <a:pt x="515" y="272"/>
                  <a:pt x="545" y="226"/>
                  <a:pt x="580" y="187"/>
                </a:cubicBezTo>
                <a:cubicBezTo>
                  <a:pt x="592" y="177"/>
                  <a:pt x="603" y="166"/>
                  <a:pt x="615" y="155"/>
                </a:cubicBezTo>
                <a:cubicBezTo>
                  <a:pt x="625" y="150"/>
                  <a:pt x="640" y="146"/>
                  <a:pt x="651" y="143"/>
                </a:cubicBezTo>
                <a:cubicBezTo>
                  <a:pt x="687" y="134"/>
                  <a:pt x="732" y="122"/>
                  <a:pt x="753" y="82"/>
                </a:cubicBezTo>
                <a:cubicBezTo>
                  <a:pt x="756" y="76"/>
                  <a:pt x="758" y="69"/>
                  <a:pt x="758" y="62"/>
                </a:cubicBezTo>
                <a:cubicBezTo>
                  <a:pt x="758" y="56"/>
                  <a:pt x="757" y="50"/>
                  <a:pt x="754" y="44"/>
                </a:cubicBezTo>
                <a:cubicBezTo>
                  <a:pt x="749" y="32"/>
                  <a:pt x="739" y="23"/>
                  <a:pt x="726" y="19"/>
                </a:cubicBezTo>
                <a:cubicBezTo>
                  <a:pt x="669" y="0"/>
                  <a:pt x="594" y="50"/>
                  <a:pt x="573" y="70"/>
                </a:cubicBezTo>
                <a:close/>
                <a:moveTo>
                  <a:pt x="1117" y="136"/>
                </a:moveTo>
                <a:cubicBezTo>
                  <a:pt x="1109" y="140"/>
                  <a:pt x="1102" y="144"/>
                  <a:pt x="1095" y="149"/>
                </a:cubicBezTo>
                <a:cubicBezTo>
                  <a:pt x="1094" y="149"/>
                  <a:pt x="1094" y="148"/>
                  <a:pt x="1093" y="148"/>
                </a:cubicBezTo>
                <a:cubicBezTo>
                  <a:pt x="1101" y="143"/>
                  <a:pt x="1109" y="139"/>
                  <a:pt x="1117" y="136"/>
                </a:cubicBezTo>
                <a:close/>
                <a:moveTo>
                  <a:pt x="1249" y="107"/>
                </a:moveTo>
                <a:cubicBezTo>
                  <a:pt x="1250" y="108"/>
                  <a:pt x="1250" y="108"/>
                  <a:pt x="1250" y="108"/>
                </a:cubicBezTo>
                <a:cubicBezTo>
                  <a:pt x="1250" y="108"/>
                  <a:pt x="1250" y="109"/>
                  <a:pt x="1250" y="110"/>
                </a:cubicBezTo>
                <a:cubicBezTo>
                  <a:pt x="1250" y="115"/>
                  <a:pt x="1249" y="125"/>
                  <a:pt x="1240" y="146"/>
                </a:cubicBezTo>
                <a:cubicBezTo>
                  <a:pt x="1239" y="137"/>
                  <a:pt x="1236" y="128"/>
                  <a:pt x="1230" y="120"/>
                </a:cubicBezTo>
                <a:cubicBezTo>
                  <a:pt x="1225" y="114"/>
                  <a:pt x="1218" y="110"/>
                  <a:pt x="1211" y="107"/>
                </a:cubicBezTo>
                <a:cubicBezTo>
                  <a:pt x="1237" y="104"/>
                  <a:pt x="1246" y="105"/>
                  <a:pt x="1249" y="107"/>
                </a:cubicBezTo>
                <a:close/>
                <a:moveTo>
                  <a:pt x="590" y="586"/>
                </a:moveTo>
                <a:cubicBezTo>
                  <a:pt x="580" y="605"/>
                  <a:pt x="569" y="624"/>
                  <a:pt x="559" y="643"/>
                </a:cubicBezTo>
                <a:cubicBezTo>
                  <a:pt x="543" y="673"/>
                  <a:pt x="543" y="673"/>
                  <a:pt x="543" y="673"/>
                </a:cubicBezTo>
                <a:cubicBezTo>
                  <a:pt x="527" y="702"/>
                  <a:pt x="509" y="735"/>
                  <a:pt x="494" y="771"/>
                </a:cubicBezTo>
                <a:cubicBezTo>
                  <a:pt x="473" y="803"/>
                  <a:pt x="452" y="836"/>
                  <a:pt x="432" y="869"/>
                </a:cubicBezTo>
                <a:cubicBezTo>
                  <a:pt x="409" y="905"/>
                  <a:pt x="385" y="942"/>
                  <a:pt x="361" y="979"/>
                </a:cubicBezTo>
                <a:cubicBezTo>
                  <a:pt x="395" y="888"/>
                  <a:pt x="440" y="801"/>
                  <a:pt x="496" y="717"/>
                </a:cubicBezTo>
                <a:cubicBezTo>
                  <a:pt x="510" y="695"/>
                  <a:pt x="526" y="674"/>
                  <a:pt x="541" y="652"/>
                </a:cubicBezTo>
                <a:cubicBezTo>
                  <a:pt x="557" y="631"/>
                  <a:pt x="573" y="609"/>
                  <a:pt x="590" y="586"/>
                </a:cubicBezTo>
                <a:close/>
                <a:moveTo>
                  <a:pt x="665" y="689"/>
                </a:moveTo>
                <a:cubicBezTo>
                  <a:pt x="675" y="674"/>
                  <a:pt x="684" y="659"/>
                  <a:pt x="694" y="645"/>
                </a:cubicBezTo>
                <a:cubicBezTo>
                  <a:pt x="667" y="690"/>
                  <a:pt x="642" y="734"/>
                  <a:pt x="620" y="775"/>
                </a:cubicBezTo>
                <a:cubicBezTo>
                  <a:pt x="615" y="779"/>
                  <a:pt x="611" y="783"/>
                  <a:pt x="606" y="787"/>
                </a:cubicBezTo>
                <a:cubicBezTo>
                  <a:pt x="625" y="755"/>
                  <a:pt x="645" y="722"/>
                  <a:pt x="665" y="689"/>
                </a:cubicBezTo>
                <a:close/>
                <a:moveTo>
                  <a:pt x="636" y="1095"/>
                </a:moveTo>
                <a:cubicBezTo>
                  <a:pt x="635" y="1096"/>
                  <a:pt x="634" y="1097"/>
                  <a:pt x="633" y="1098"/>
                </a:cubicBezTo>
                <a:cubicBezTo>
                  <a:pt x="633" y="1098"/>
                  <a:pt x="633" y="1097"/>
                  <a:pt x="633" y="1097"/>
                </a:cubicBezTo>
                <a:cubicBezTo>
                  <a:pt x="634" y="1096"/>
                  <a:pt x="635" y="1095"/>
                  <a:pt x="636" y="1095"/>
                </a:cubicBezTo>
                <a:close/>
                <a:moveTo>
                  <a:pt x="1275" y="453"/>
                </a:moveTo>
                <a:cubicBezTo>
                  <a:pt x="1244" y="495"/>
                  <a:pt x="1217" y="535"/>
                  <a:pt x="1196" y="569"/>
                </a:cubicBezTo>
                <a:cubicBezTo>
                  <a:pt x="1154" y="636"/>
                  <a:pt x="1115" y="711"/>
                  <a:pt x="1074" y="800"/>
                </a:cubicBezTo>
                <a:cubicBezTo>
                  <a:pt x="1066" y="811"/>
                  <a:pt x="1059" y="823"/>
                  <a:pt x="1051" y="834"/>
                </a:cubicBezTo>
                <a:cubicBezTo>
                  <a:pt x="1004" y="903"/>
                  <a:pt x="956" y="975"/>
                  <a:pt x="905" y="1042"/>
                </a:cubicBezTo>
                <a:cubicBezTo>
                  <a:pt x="891" y="1061"/>
                  <a:pt x="891" y="1061"/>
                  <a:pt x="891" y="1061"/>
                </a:cubicBezTo>
                <a:cubicBezTo>
                  <a:pt x="889" y="1064"/>
                  <a:pt x="886" y="1068"/>
                  <a:pt x="882" y="1073"/>
                </a:cubicBezTo>
                <a:cubicBezTo>
                  <a:pt x="893" y="1042"/>
                  <a:pt x="906" y="1011"/>
                  <a:pt x="916" y="988"/>
                </a:cubicBezTo>
                <a:cubicBezTo>
                  <a:pt x="926" y="964"/>
                  <a:pt x="926" y="964"/>
                  <a:pt x="926" y="964"/>
                </a:cubicBezTo>
                <a:cubicBezTo>
                  <a:pt x="974" y="842"/>
                  <a:pt x="1042" y="721"/>
                  <a:pt x="1129" y="605"/>
                </a:cubicBezTo>
                <a:cubicBezTo>
                  <a:pt x="1145" y="584"/>
                  <a:pt x="1162" y="563"/>
                  <a:pt x="1179" y="542"/>
                </a:cubicBezTo>
                <a:cubicBezTo>
                  <a:pt x="1210" y="511"/>
                  <a:pt x="1242" y="482"/>
                  <a:pt x="1275" y="453"/>
                </a:cubicBezTo>
                <a:close/>
                <a:moveTo>
                  <a:pt x="1253" y="701"/>
                </a:moveTo>
                <a:cubicBezTo>
                  <a:pt x="1290" y="652"/>
                  <a:pt x="1332" y="597"/>
                  <a:pt x="1378" y="541"/>
                </a:cubicBezTo>
                <a:cubicBezTo>
                  <a:pt x="1360" y="567"/>
                  <a:pt x="1341" y="594"/>
                  <a:pt x="1322" y="623"/>
                </a:cubicBezTo>
                <a:cubicBezTo>
                  <a:pt x="1282" y="683"/>
                  <a:pt x="1244" y="745"/>
                  <a:pt x="1207" y="805"/>
                </a:cubicBezTo>
                <a:cubicBezTo>
                  <a:pt x="1198" y="820"/>
                  <a:pt x="1188" y="836"/>
                  <a:pt x="1179" y="851"/>
                </a:cubicBezTo>
                <a:cubicBezTo>
                  <a:pt x="1190" y="819"/>
                  <a:pt x="1202" y="787"/>
                  <a:pt x="1214" y="755"/>
                </a:cubicBezTo>
                <a:cubicBezTo>
                  <a:pt x="1227" y="737"/>
                  <a:pt x="1240" y="719"/>
                  <a:pt x="1253" y="701"/>
                </a:cubicBezTo>
                <a:close/>
                <a:moveTo>
                  <a:pt x="1852" y="240"/>
                </a:moveTo>
                <a:cubicBezTo>
                  <a:pt x="1872" y="226"/>
                  <a:pt x="1872" y="226"/>
                  <a:pt x="1872" y="226"/>
                </a:cubicBezTo>
                <a:cubicBezTo>
                  <a:pt x="1874" y="224"/>
                  <a:pt x="1877" y="222"/>
                  <a:pt x="1880" y="220"/>
                </a:cubicBezTo>
                <a:cubicBezTo>
                  <a:pt x="1866" y="236"/>
                  <a:pt x="1852" y="251"/>
                  <a:pt x="1839" y="264"/>
                </a:cubicBezTo>
                <a:cubicBezTo>
                  <a:pt x="1825" y="279"/>
                  <a:pt x="1813" y="292"/>
                  <a:pt x="1805" y="302"/>
                </a:cubicBezTo>
                <a:cubicBezTo>
                  <a:pt x="1788" y="323"/>
                  <a:pt x="1771" y="345"/>
                  <a:pt x="1753" y="367"/>
                </a:cubicBezTo>
                <a:cubicBezTo>
                  <a:pt x="1683" y="431"/>
                  <a:pt x="1622" y="502"/>
                  <a:pt x="1572" y="578"/>
                </a:cubicBezTo>
                <a:cubicBezTo>
                  <a:pt x="1555" y="603"/>
                  <a:pt x="1539" y="629"/>
                  <a:pt x="1525" y="656"/>
                </a:cubicBezTo>
                <a:cubicBezTo>
                  <a:pt x="1506" y="680"/>
                  <a:pt x="1487" y="704"/>
                  <a:pt x="1469" y="729"/>
                </a:cubicBezTo>
                <a:cubicBezTo>
                  <a:pt x="1449" y="756"/>
                  <a:pt x="1429" y="783"/>
                  <a:pt x="1410" y="811"/>
                </a:cubicBezTo>
                <a:cubicBezTo>
                  <a:pt x="1419" y="788"/>
                  <a:pt x="1428" y="766"/>
                  <a:pt x="1438" y="743"/>
                </a:cubicBezTo>
                <a:cubicBezTo>
                  <a:pt x="1444" y="735"/>
                  <a:pt x="1450" y="727"/>
                  <a:pt x="1455" y="719"/>
                </a:cubicBezTo>
                <a:cubicBezTo>
                  <a:pt x="1549" y="587"/>
                  <a:pt x="1647" y="462"/>
                  <a:pt x="1749" y="349"/>
                </a:cubicBezTo>
                <a:cubicBezTo>
                  <a:pt x="1749" y="349"/>
                  <a:pt x="1797" y="294"/>
                  <a:pt x="1797" y="294"/>
                </a:cubicBezTo>
                <a:cubicBezTo>
                  <a:pt x="1807" y="281"/>
                  <a:pt x="1818" y="269"/>
                  <a:pt x="1829" y="257"/>
                </a:cubicBezTo>
                <a:cubicBezTo>
                  <a:pt x="1837" y="251"/>
                  <a:pt x="1844" y="245"/>
                  <a:pt x="1852" y="240"/>
                </a:cubicBezTo>
                <a:close/>
                <a:moveTo>
                  <a:pt x="1894" y="365"/>
                </a:moveTo>
                <a:cubicBezTo>
                  <a:pt x="1808" y="450"/>
                  <a:pt x="1732" y="541"/>
                  <a:pt x="1666" y="637"/>
                </a:cubicBezTo>
                <a:cubicBezTo>
                  <a:pt x="1654" y="654"/>
                  <a:pt x="1643" y="672"/>
                  <a:pt x="1632" y="689"/>
                </a:cubicBezTo>
                <a:cubicBezTo>
                  <a:pt x="1613" y="709"/>
                  <a:pt x="1595" y="729"/>
                  <a:pt x="1577" y="748"/>
                </a:cubicBezTo>
                <a:cubicBezTo>
                  <a:pt x="1584" y="734"/>
                  <a:pt x="1592" y="720"/>
                  <a:pt x="1600" y="706"/>
                </a:cubicBezTo>
                <a:cubicBezTo>
                  <a:pt x="1674" y="609"/>
                  <a:pt x="1749" y="515"/>
                  <a:pt x="1818" y="429"/>
                </a:cubicBezTo>
                <a:cubicBezTo>
                  <a:pt x="1842" y="407"/>
                  <a:pt x="1868" y="386"/>
                  <a:pt x="1894" y="365"/>
                </a:cubicBezTo>
                <a:close/>
                <a:moveTo>
                  <a:pt x="2264" y="375"/>
                </a:moveTo>
                <a:cubicBezTo>
                  <a:pt x="2282" y="361"/>
                  <a:pt x="2301" y="348"/>
                  <a:pt x="2321" y="335"/>
                </a:cubicBezTo>
                <a:cubicBezTo>
                  <a:pt x="2335" y="325"/>
                  <a:pt x="2350" y="315"/>
                  <a:pt x="2364" y="305"/>
                </a:cubicBezTo>
                <a:cubicBezTo>
                  <a:pt x="2357" y="312"/>
                  <a:pt x="2349" y="320"/>
                  <a:pt x="2342" y="327"/>
                </a:cubicBezTo>
                <a:cubicBezTo>
                  <a:pt x="2336" y="331"/>
                  <a:pt x="2329" y="335"/>
                  <a:pt x="2323" y="340"/>
                </a:cubicBezTo>
                <a:cubicBezTo>
                  <a:pt x="2134" y="479"/>
                  <a:pt x="1989" y="622"/>
                  <a:pt x="1879" y="775"/>
                </a:cubicBezTo>
                <a:cubicBezTo>
                  <a:pt x="1873" y="785"/>
                  <a:pt x="1866" y="795"/>
                  <a:pt x="1859" y="805"/>
                </a:cubicBezTo>
                <a:cubicBezTo>
                  <a:pt x="1837" y="827"/>
                  <a:pt x="1816" y="850"/>
                  <a:pt x="1794" y="873"/>
                </a:cubicBezTo>
                <a:cubicBezTo>
                  <a:pt x="1822" y="832"/>
                  <a:pt x="1852" y="791"/>
                  <a:pt x="1883" y="751"/>
                </a:cubicBezTo>
                <a:cubicBezTo>
                  <a:pt x="1979" y="634"/>
                  <a:pt x="2107" y="491"/>
                  <a:pt x="2264" y="375"/>
                </a:cubicBezTo>
                <a:close/>
                <a:moveTo>
                  <a:pt x="1932" y="859"/>
                </a:moveTo>
                <a:cubicBezTo>
                  <a:pt x="2029" y="762"/>
                  <a:pt x="2029" y="762"/>
                  <a:pt x="2029" y="762"/>
                </a:cubicBezTo>
                <a:cubicBezTo>
                  <a:pt x="2033" y="757"/>
                  <a:pt x="2038" y="752"/>
                  <a:pt x="2043" y="748"/>
                </a:cubicBezTo>
                <a:cubicBezTo>
                  <a:pt x="2009" y="799"/>
                  <a:pt x="1977" y="852"/>
                  <a:pt x="1946" y="903"/>
                </a:cubicBezTo>
                <a:cubicBezTo>
                  <a:pt x="1923" y="943"/>
                  <a:pt x="1923" y="943"/>
                  <a:pt x="1923" y="943"/>
                </a:cubicBezTo>
                <a:cubicBezTo>
                  <a:pt x="1914" y="958"/>
                  <a:pt x="1903" y="973"/>
                  <a:pt x="1893" y="989"/>
                </a:cubicBezTo>
                <a:cubicBezTo>
                  <a:pt x="1871" y="1013"/>
                  <a:pt x="1849" y="1037"/>
                  <a:pt x="1829" y="1060"/>
                </a:cubicBezTo>
                <a:cubicBezTo>
                  <a:pt x="1856" y="989"/>
                  <a:pt x="1889" y="923"/>
                  <a:pt x="1929" y="862"/>
                </a:cubicBezTo>
                <a:cubicBezTo>
                  <a:pt x="1930" y="861"/>
                  <a:pt x="1931" y="860"/>
                  <a:pt x="1932" y="85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77219" y="397749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3600" dirty="0" smtClean="0">
                <a:solidFill>
                  <a:schemeClr val="tx2">
                    <a:lumMod val="7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rPr>
              <a:t>项目概况</a:t>
            </a:r>
            <a:endParaRPr kumimoji="1" lang="zh-CN" altLang="en-US" sz="3600" dirty="0">
              <a:solidFill>
                <a:schemeClr val="tx2">
                  <a:lumMod val="75000"/>
                </a:schemeClr>
              </a:solidFill>
              <a:latin typeface="Arial"/>
              <a:ea typeface="微软雅黑"/>
              <a:cs typeface="DFPShaoNvW5-GB" charset="-122"/>
              <a:sym typeface="Arial"/>
            </a:endParaRPr>
          </a:p>
        </p:txBody>
      </p:sp>
      <p:grpSp>
        <p:nvGrpSpPr>
          <p:cNvPr id="31" name="Group 70"/>
          <p:cNvGrpSpPr/>
          <p:nvPr/>
        </p:nvGrpSpPr>
        <p:grpSpPr>
          <a:xfrm>
            <a:off x="2769610" y="795534"/>
            <a:ext cx="6600172" cy="5135635"/>
            <a:chOff x="-1" y="0"/>
            <a:chExt cx="2335461" cy="1802808"/>
          </a:xfrm>
        </p:grpSpPr>
        <p:sp>
          <p:nvSpPr>
            <p:cNvPr id="32" name="chenying0907 66"/>
            <p:cNvSpPr/>
            <p:nvPr/>
          </p:nvSpPr>
          <p:spPr>
            <a:xfrm>
              <a:off x="88900" y="177800"/>
              <a:ext cx="2125877" cy="1425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9" h="21550" extrusionOk="0">
                  <a:moveTo>
                    <a:pt x="21281" y="131"/>
                  </a:moveTo>
                  <a:cubicBezTo>
                    <a:pt x="20628" y="31"/>
                    <a:pt x="2649" y="215"/>
                    <a:pt x="166" y="0"/>
                  </a:cubicBezTo>
                  <a:cubicBezTo>
                    <a:pt x="70" y="3334"/>
                    <a:pt x="43" y="6398"/>
                    <a:pt x="99" y="9794"/>
                  </a:cubicBezTo>
                  <a:cubicBezTo>
                    <a:pt x="201" y="15985"/>
                    <a:pt x="-129" y="17592"/>
                    <a:pt x="60" y="21542"/>
                  </a:cubicBezTo>
                  <a:cubicBezTo>
                    <a:pt x="1560" y="21600"/>
                    <a:pt x="19091" y="21287"/>
                    <a:pt x="21090" y="21542"/>
                  </a:cubicBezTo>
                  <a:cubicBezTo>
                    <a:pt x="21175" y="18119"/>
                    <a:pt x="21202" y="17551"/>
                    <a:pt x="21175" y="14349"/>
                  </a:cubicBezTo>
                  <a:cubicBezTo>
                    <a:pt x="21134" y="9458"/>
                    <a:pt x="21471" y="5014"/>
                    <a:pt x="21281" y="131"/>
                  </a:cubicBezTo>
                  <a:close/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3" name="chenying0907 67"/>
            <p:cNvSpPr/>
            <p:nvPr/>
          </p:nvSpPr>
          <p:spPr>
            <a:xfrm>
              <a:off x="-1" y="0"/>
              <a:ext cx="2335461" cy="184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1" h="19061" extrusionOk="0">
                  <a:moveTo>
                    <a:pt x="902" y="18172"/>
                  </a:moveTo>
                  <a:cubicBezTo>
                    <a:pt x="357" y="17727"/>
                    <a:pt x="-200" y="12317"/>
                    <a:pt x="71" y="5707"/>
                  </a:cubicBezTo>
                  <a:cubicBezTo>
                    <a:pt x="379" y="-1823"/>
                    <a:pt x="1461" y="270"/>
                    <a:pt x="2010" y="259"/>
                  </a:cubicBezTo>
                  <a:cubicBezTo>
                    <a:pt x="7486" y="145"/>
                    <a:pt x="12959" y="733"/>
                    <a:pt x="18433" y="1907"/>
                  </a:cubicBezTo>
                  <a:cubicBezTo>
                    <a:pt x="19405" y="2115"/>
                    <a:pt x="21400" y="-2382"/>
                    <a:pt x="21308" y="14217"/>
                  </a:cubicBezTo>
                  <a:cubicBezTo>
                    <a:pt x="21311" y="19032"/>
                    <a:pt x="20486" y="19218"/>
                    <a:pt x="19999" y="19008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4" name="chenying0907 68"/>
            <p:cNvSpPr/>
            <p:nvPr/>
          </p:nvSpPr>
          <p:spPr>
            <a:xfrm>
              <a:off x="1130300" y="1600199"/>
              <a:ext cx="20498" cy="202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58" h="19845" extrusionOk="0">
                  <a:moveTo>
                    <a:pt x="0" y="0"/>
                  </a:moveTo>
                  <a:cubicBezTo>
                    <a:pt x="21600" y="4703"/>
                    <a:pt x="13319" y="10461"/>
                    <a:pt x="16331" y="15310"/>
                  </a:cubicBezTo>
                  <a:cubicBezTo>
                    <a:pt x="16793" y="16055"/>
                    <a:pt x="11256" y="21600"/>
                    <a:pt x="11542" y="19282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2" name="组 1"/>
          <p:cNvGrpSpPr/>
          <p:nvPr/>
        </p:nvGrpSpPr>
        <p:grpSpPr>
          <a:xfrm>
            <a:off x="5084257" y="1965052"/>
            <a:ext cx="1623568" cy="1509690"/>
            <a:chOff x="4431238" y="1508012"/>
            <a:chExt cx="2360904" cy="2195308"/>
          </a:xfrm>
        </p:grpSpPr>
        <p:sp>
          <p:nvSpPr>
            <p:cNvPr id="37" name="chenying0907 201"/>
            <p:cNvSpPr/>
            <p:nvPr/>
          </p:nvSpPr>
          <p:spPr>
            <a:xfrm>
              <a:off x="4431238" y="1508012"/>
              <a:ext cx="2360904" cy="2195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10" y="4955"/>
                  </a:moveTo>
                  <a:cubicBezTo>
                    <a:pt x="18465" y="9425"/>
                    <a:pt x="18297" y="14113"/>
                    <a:pt x="21600" y="18296"/>
                  </a:cubicBezTo>
                  <a:cubicBezTo>
                    <a:pt x="14274" y="17484"/>
                    <a:pt x="12639" y="14333"/>
                    <a:pt x="6691" y="21600"/>
                  </a:cubicBezTo>
                  <a:cubicBezTo>
                    <a:pt x="10802" y="16578"/>
                    <a:pt x="3281" y="10613"/>
                    <a:pt x="0" y="8990"/>
                  </a:cubicBezTo>
                  <a:cubicBezTo>
                    <a:pt x="4976" y="11451"/>
                    <a:pt x="9737" y="4157"/>
                    <a:pt x="10108" y="0"/>
                  </a:cubicBezTo>
                  <a:cubicBezTo>
                    <a:pt x="12265" y="4785"/>
                    <a:pt x="16387" y="6388"/>
                    <a:pt x="21010" y="495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434292" y="1860569"/>
              <a:ext cx="858274" cy="1342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1" lang="en-US" altLang="zh-CN" sz="5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微软雅黑"/>
                  <a:cs typeface="DFPShaoNvW5-GB" charset="-122"/>
                  <a:sym typeface="Arial"/>
                </a:rPr>
                <a:t>1</a:t>
              </a:r>
              <a:endParaRPr kumimoji="1" lang="zh-CN" altLang="en-US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425826" y="4118752"/>
            <a:ext cx="3876891" cy="646273"/>
            <a:chOff x="7637775" y="5530041"/>
            <a:chExt cx="4000129" cy="646029"/>
          </a:xfrm>
        </p:grpSpPr>
        <p:sp>
          <p:nvSpPr>
            <p:cNvPr id="22" name="任意多边形 21"/>
            <p:cNvSpPr/>
            <p:nvPr/>
          </p:nvSpPr>
          <p:spPr>
            <a:xfrm>
              <a:off x="7637775" y="6096678"/>
              <a:ext cx="2494104" cy="79392"/>
            </a:xfrm>
            <a:custGeom>
              <a:avLst/>
              <a:gdLst>
                <a:gd name="connsiteX0" fmla="*/ 2569580 w 2569580"/>
                <a:gd name="connsiteY0" fmla="*/ 13982 h 95004"/>
                <a:gd name="connsiteX1" fmla="*/ 2187616 w 2569580"/>
                <a:gd name="connsiteY1" fmla="*/ 13982 h 95004"/>
                <a:gd name="connsiteX2" fmla="*/ 2118167 w 2569580"/>
                <a:gd name="connsiteY2" fmla="*/ 37131 h 95004"/>
                <a:gd name="connsiteX3" fmla="*/ 1481560 w 2569580"/>
                <a:gd name="connsiteY3" fmla="*/ 60280 h 95004"/>
                <a:gd name="connsiteX4" fmla="*/ 1388962 w 2569580"/>
                <a:gd name="connsiteY4" fmla="*/ 71855 h 95004"/>
                <a:gd name="connsiteX5" fmla="*/ 1307940 w 2569580"/>
                <a:gd name="connsiteY5" fmla="*/ 83430 h 95004"/>
                <a:gd name="connsiteX6" fmla="*/ 844952 w 2569580"/>
                <a:gd name="connsiteY6" fmla="*/ 71855 h 95004"/>
                <a:gd name="connsiteX7" fmla="*/ 775504 w 2569580"/>
                <a:gd name="connsiteY7" fmla="*/ 48706 h 95004"/>
                <a:gd name="connsiteX8" fmla="*/ 740780 w 2569580"/>
                <a:gd name="connsiteY8" fmla="*/ 37131 h 95004"/>
                <a:gd name="connsiteX9" fmla="*/ 254643 w 2569580"/>
                <a:gd name="connsiteY9" fmla="*/ 48706 h 95004"/>
                <a:gd name="connsiteX10" fmla="*/ 219919 w 2569580"/>
                <a:gd name="connsiteY10" fmla="*/ 60280 h 95004"/>
                <a:gd name="connsiteX11" fmla="*/ 196770 w 2569580"/>
                <a:gd name="connsiteY11" fmla="*/ 95004 h 95004"/>
                <a:gd name="connsiteX12" fmla="*/ 0 w 2569580"/>
                <a:gd name="connsiteY12" fmla="*/ 83430 h 95004"/>
                <a:gd name="connsiteX0" fmla="*/ 2541747 w 2541747"/>
                <a:gd name="connsiteY0" fmla="*/ 13982 h 95004"/>
                <a:gd name="connsiteX1" fmla="*/ 2159783 w 2541747"/>
                <a:gd name="connsiteY1" fmla="*/ 13982 h 95004"/>
                <a:gd name="connsiteX2" fmla="*/ 2090334 w 2541747"/>
                <a:gd name="connsiteY2" fmla="*/ 37131 h 95004"/>
                <a:gd name="connsiteX3" fmla="*/ 1453727 w 2541747"/>
                <a:gd name="connsiteY3" fmla="*/ 60280 h 95004"/>
                <a:gd name="connsiteX4" fmla="*/ 1361129 w 2541747"/>
                <a:gd name="connsiteY4" fmla="*/ 71855 h 95004"/>
                <a:gd name="connsiteX5" fmla="*/ 1280107 w 2541747"/>
                <a:gd name="connsiteY5" fmla="*/ 83430 h 95004"/>
                <a:gd name="connsiteX6" fmla="*/ 817119 w 2541747"/>
                <a:gd name="connsiteY6" fmla="*/ 71855 h 95004"/>
                <a:gd name="connsiteX7" fmla="*/ 747671 w 2541747"/>
                <a:gd name="connsiteY7" fmla="*/ 48706 h 95004"/>
                <a:gd name="connsiteX8" fmla="*/ 712947 w 2541747"/>
                <a:gd name="connsiteY8" fmla="*/ 37131 h 95004"/>
                <a:gd name="connsiteX9" fmla="*/ 226810 w 2541747"/>
                <a:gd name="connsiteY9" fmla="*/ 48706 h 95004"/>
                <a:gd name="connsiteX10" fmla="*/ 192086 w 2541747"/>
                <a:gd name="connsiteY10" fmla="*/ 60280 h 95004"/>
                <a:gd name="connsiteX11" fmla="*/ 168937 w 2541747"/>
                <a:gd name="connsiteY11" fmla="*/ 95004 h 95004"/>
                <a:gd name="connsiteX12" fmla="*/ 0 w 2541747"/>
                <a:gd name="connsiteY12" fmla="*/ 24815 h 95004"/>
                <a:gd name="connsiteX0" fmla="*/ 2541747 w 2541747"/>
                <a:gd name="connsiteY0" fmla="*/ 13982 h 95004"/>
                <a:gd name="connsiteX1" fmla="*/ 2159783 w 2541747"/>
                <a:gd name="connsiteY1" fmla="*/ 13982 h 95004"/>
                <a:gd name="connsiteX2" fmla="*/ 2090334 w 2541747"/>
                <a:gd name="connsiteY2" fmla="*/ 37131 h 95004"/>
                <a:gd name="connsiteX3" fmla="*/ 1453727 w 2541747"/>
                <a:gd name="connsiteY3" fmla="*/ 60280 h 95004"/>
                <a:gd name="connsiteX4" fmla="*/ 1361129 w 2541747"/>
                <a:gd name="connsiteY4" fmla="*/ 71855 h 95004"/>
                <a:gd name="connsiteX5" fmla="*/ 1280107 w 2541747"/>
                <a:gd name="connsiteY5" fmla="*/ 83430 h 95004"/>
                <a:gd name="connsiteX6" fmla="*/ 817119 w 2541747"/>
                <a:gd name="connsiteY6" fmla="*/ 71855 h 95004"/>
                <a:gd name="connsiteX7" fmla="*/ 747671 w 2541747"/>
                <a:gd name="connsiteY7" fmla="*/ 48706 h 95004"/>
                <a:gd name="connsiteX8" fmla="*/ 712947 w 2541747"/>
                <a:gd name="connsiteY8" fmla="*/ 37131 h 95004"/>
                <a:gd name="connsiteX9" fmla="*/ 226810 w 2541747"/>
                <a:gd name="connsiteY9" fmla="*/ 48706 h 95004"/>
                <a:gd name="connsiteX10" fmla="*/ 192086 w 2541747"/>
                <a:gd name="connsiteY10" fmla="*/ 60280 h 95004"/>
                <a:gd name="connsiteX11" fmla="*/ 168937 w 2541747"/>
                <a:gd name="connsiteY11" fmla="*/ 95004 h 95004"/>
                <a:gd name="connsiteX12" fmla="*/ 0 w 2541747"/>
                <a:gd name="connsiteY12" fmla="*/ 24815 h 95004"/>
                <a:gd name="connsiteX0" fmla="*/ 2537771 w 2537771"/>
                <a:gd name="connsiteY0" fmla="*/ 13982 h 95004"/>
                <a:gd name="connsiteX1" fmla="*/ 2155807 w 2537771"/>
                <a:gd name="connsiteY1" fmla="*/ 13982 h 95004"/>
                <a:gd name="connsiteX2" fmla="*/ 2086358 w 2537771"/>
                <a:gd name="connsiteY2" fmla="*/ 37131 h 95004"/>
                <a:gd name="connsiteX3" fmla="*/ 1449751 w 2537771"/>
                <a:gd name="connsiteY3" fmla="*/ 60280 h 95004"/>
                <a:gd name="connsiteX4" fmla="*/ 1357153 w 2537771"/>
                <a:gd name="connsiteY4" fmla="*/ 71855 h 95004"/>
                <a:gd name="connsiteX5" fmla="*/ 1276131 w 2537771"/>
                <a:gd name="connsiteY5" fmla="*/ 83430 h 95004"/>
                <a:gd name="connsiteX6" fmla="*/ 813143 w 2537771"/>
                <a:gd name="connsiteY6" fmla="*/ 71855 h 95004"/>
                <a:gd name="connsiteX7" fmla="*/ 743695 w 2537771"/>
                <a:gd name="connsiteY7" fmla="*/ 48706 h 95004"/>
                <a:gd name="connsiteX8" fmla="*/ 708971 w 2537771"/>
                <a:gd name="connsiteY8" fmla="*/ 37131 h 95004"/>
                <a:gd name="connsiteX9" fmla="*/ 222834 w 2537771"/>
                <a:gd name="connsiteY9" fmla="*/ 48706 h 95004"/>
                <a:gd name="connsiteX10" fmla="*/ 188110 w 2537771"/>
                <a:gd name="connsiteY10" fmla="*/ 60280 h 95004"/>
                <a:gd name="connsiteX11" fmla="*/ 164961 w 2537771"/>
                <a:gd name="connsiteY11" fmla="*/ 95004 h 95004"/>
                <a:gd name="connsiteX12" fmla="*/ 0 w 2537771"/>
                <a:gd name="connsiteY12" fmla="*/ 1369 h 95004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22834 w 2537771"/>
                <a:gd name="connsiteY9" fmla="*/ 48706 h 83430"/>
                <a:gd name="connsiteX10" fmla="*/ 188110 w 2537771"/>
                <a:gd name="connsiteY10" fmla="*/ 60280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54643 w 2537771"/>
                <a:gd name="connsiteY9" fmla="*/ 72152 h 83430"/>
                <a:gd name="connsiteX10" fmla="*/ 188110 w 2537771"/>
                <a:gd name="connsiteY10" fmla="*/ 60280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605592 w 2537771"/>
                <a:gd name="connsiteY8" fmla="*/ 60577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7671 w 2537771"/>
                <a:gd name="connsiteY7" fmla="*/ 60429 h 83430"/>
                <a:gd name="connsiteX8" fmla="*/ 605592 w 2537771"/>
                <a:gd name="connsiteY8" fmla="*/ 60577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7671 w 2537771"/>
                <a:gd name="connsiteY7" fmla="*/ 60429 h 83430"/>
                <a:gd name="connsiteX8" fmla="*/ 526070 w 2537771"/>
                <a:gd name="connsiteY8" fmla="*/ 33224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934"/>
                <a:gd name="connsiteX1" fmla="*/ 2155807 w 2537771"/>
                <a:gd name="connsiteY1" fmla="*/ 13982 h 83934"/>
                <a:gd name="connsiteX2" fmla="*/ 2086358 w 2537771"/>
                <a:gd name="connsiteY2" fmla="*/ 37131 h 83934"/>
                <a:gd name="connsiteX3" fmla="*/ 1449751 w 2537771"/>
                <a:gd name="connsiteY3" fmla="*/ 60280 h 83934"/>
                <a:gd name="connsiteX4" fmla="*/ 1357153 w 2537771"/>
                <a:gd name="connsiteY4" fmla="*/ 71855 h 83934"/>
                <a:gd name="connsiteX5" fmla="*/ 1276131 w 2537771"/>
                <a:gd name="connsiteY5" fmla="*/ 83430 h 83934"/>
                <a:gd name="connsiteX6" fmla="*/ 960259 w 2537771"/>
                <a:gd name="connsiteY6" fmla="*/ 79670 h 83934"/>
                <a:gd name="connsiteX7" fmla="*/ 747671 w 2537771"/>
                <a:gd name="connsiteY7" fmla="*/ 60429 h 83934"/>
                <a:gd name="connsiteX8" fmla="*/ 526070 w 2537771"/>
                <a:gd name="connsiteY8" fmla="*/ 33224 h 83934"/>
                <a:gd name="connsiteX9" fmla="*/ 254643 w 2537771"/>
                <a:gd name="connsiteY9" fmla="*/ 72152 h 83934"/>
                <a:gd name="connsiteX10" fmla="*/ 180158 w 2537771"/>
                <a:gd name="connsiteY10" fmla="*/ 48557 h 83934"/>
                <a:gd name="connsiteX11" fmla="*/ 93392 w 2537771"/>
                <a:gd name="connsiteY11" fmla="*/ 83281 h 83934"/>
                <a:gd name="connsiteX12" fmla="*/ 0 w 2537771"/>
                <a:gd name="connsiteY12" fmla="*/ 1369 h 83934"/>
                <a:gd name="connsiteX0" fmla="*/ 2537771 w 2537771"/>
                <a:gd name="connsiteY0" fmla="*/ 13982 h 83934"/>
                <a:gd name="connsiteX1" fmla="*/ 2155807 w 2537771"/>
                <a:gd name="connsiteY1" fmla="*/ 13982 h 83934"/>
                <a:gd name="connsiteX2" fmla="*/ 2086358 w 2537771"/>
                <a:gd name="connsiteY2" fmla="*/ 37131 h 83934"/>
                <a:gd name="connsiteX3" fmla="*/ 1449751 w 2537771"/>
                <a:gd name="connsiteY3" fmla="*/ 60280 h 83934"/>
                <a:gd name="connsiteX4" fmla="*/ 1357153 w 2537771"/>
                <a:gd name="connsiteY4" fmla="*/ 71855 h 83934"/>
                <a:gd name="connsiteX5" fmla="*/ 1276131 w 2537771"/>
                <a:gd name="connsiteY5" fmla="*/ 83430 h 83934"/>
                <a:gd name="connsiteX6" fmla="*/ 960259 w 2537771"/>
                <a:gd name="connsiteY6" fmla="*/ 79670 h 83934"/>
                <a:gd name="connsiteX7" fmla="*/ 747671 w 2537771"/>
                <a:gd name="connsiteY7" fmla="*/ 60429 h 83934"/>
                <a:gd name="connsiteX8" fmla="*/ 526070 w 2537771"/>
                <a:gd name="connsiteY8" fmla="*/ 33224 h 83934"/>
                <a:gd name="connsiteX9" fmla="*/ 254643 w 2537771"/>
                <a:gd name="connsiteY9" fmla="*/ 72152 h 83934"/>
                <a:gd name="connsiteX10" fmla="*/ 180158 w 2537771"/>
                <a:gd name="connsiteY10" fmla="*/ 48557 h 83934"/>
                <a:gd name="connsiteX11" fmla="*/ 93392 w 2537771"/>
                <a:gd name="connsiteY11" fmla="*/ 83281 h 83934"/>
                <a:gd name="connsiteX12" fmla="*/ 0 w 2537771"/>
                <a:gd name="connsiteY12" fmla="*/ 1369 h 83934"/>
                <a:gd name="connsiteX0" fmla="*/ 2537771 w 2537771"/>
                <a:gd name="connsiteY0" fmla="*/ 13982 h 85357"/>
                <a:gd name="connsiteX1" fmla="*/ 2155807 w 2537771"/>
                <a:gd name="connsiteY1" fmla="*/ 13982 h 85357"/>
                <a:gd name="connsiteX2" fmla="*/ 2086358 w 2537771"/>
                <a:gd name="connsiteY2" fmla="*/ 37131 h 85357"/>
                <a:gd name="connsiteX3" fmla="*/ 1449751 w 2537771"/>
                <a:gd name="connsiteY3" fmla="*/ 60280 h 85357"/>
                <a:gd name="connsiteX4" fmla="*/ 1365106 w 2537771"/>
                <a:gd name="connsiteY4" fmla="*/ 52317 h 85357"/>
                <a:gd name="connsiteX5" fmla="*/ 1276131 w 2537771"/>
                <a:gd name="connsiteY5" fmla="*/ 83430 h 85357"/>
                <a:gd name="connsiteX6" fmla="*/ 960259 w 2537771"/>
                <a:gd name="connsiteY6" fmla="*/ 79670 h 85357"/>
                <a:gd name="connsiteX7" fmla="*/ 747671 w 2537771"/>
                <a:gd name="connsiteY7" fmla="*/ 60429 h 85357"/>
                <a:gd name="connsiteX8" fmla="*/ 526070 w 2537771"/>
                <a:gd name="connsiteY8" fmla="*/ 33224 h 85357"/>
                <a:gd name="connsiteX9" fmla="*/ 254643 w 2537771"/>
                <a:gd name="connsiteY9" fmla="*/ 72152 h 85357"/>
                <a:gd name="connsiteX10" fmla="*/ 180158 w 2537771"/>
                <a:gd name="connsiteY10" fmla="*/ 48557 h 85357"/>
                <a:gd name="connsiteX11" fmla="*/ 93392 w 2537771"/>
                <a:gd name="connsiteY11" fmla="*/ 83281 h 85357"/>
                <a:gd name="connsiteX12" fmla="*/ 0 w 2537771"/>
                <a:gd name="connsiteY12" fmla="*/ 1369 h 85357"/>
                <a:gd name="connsiteX0" fmla="*/ 2537771 w 2537771"/>
                <a:gd name="connsiteY0" fmla="*/ 13982 h 85357"/>
                <a:gd name="connsiteX1" fmla="*/ 2155807 w 2537771"/>
                <a:gd name="connsiteY1" fmla="*/ 13982 h 85357"/>
                <a:gd name="connsiteX2" fmla="*/ 2086358 w 2537771"/>
                <a:gd name="connsiteY2" fmla="*/ 37131 h 85357"/>
                <a:gd name="connsiteX3" fmla="*/ 1604819 w 2537771"/>
                <a:gd name="connsiteY3" fmla="*/ 72003 h 85357"/>
                <a:gd name="connsiteX4" fmla="*/ 1365106 w 2537771"/>
                <a:gd name="connsiteY4" fmla="*/ 52317 h 85357"/>
                <a:gd name="connsiteX5" fmla="*/ 1276131 w 2537771"/>
                <a:gd name="connsiteY5" fmla="*/ 83430 h 85357"/>
                <a:gd name="connsiteX6" fmla="*/ 960259 w 2537771"/>
                <a:gd name="connsiteY6" fmla="*/ 79670 h 85357"/>
                <a:gd name="connsiteX7" fmla="*/ 747671 w 2537771"/>
                <a:gd name="connsiteY7" fmla="*/ 60429 h 85357"/>
                <a:gd name="connsiteX8" fmla="*/ 526070 w 2537771"/>
                <a:gd name="connsiteY8" fmla="*/ 33224 h 85357"/>
                <a:gd name="connsiteX9" fmla="*/ 254643 w 2537771"/>
                <a:gd name="connsiteY9" fmla="*/ 72152 h 85357"/>
                <a:gd name="connsiteX10" fmla="*/ 180158 w 2537771"/>
                <a:gd name="connsiteY10" fmla="*/ 48557 h 85357"/>
                <a:gd name="connsiteX11" fmla="*/ 93392 w 2537771"/>
                <a:gd name="connsiteY11" fmla="*/ 83281 h 85357"/>
                <a:gd name="connsiteX12" fmla="*/ 0 w 2537771"/>
                <a:gd name="connsiteY12" fmla="*/ 1369 h 85357"/>
                <a:gd name="connsiteX0" fmla="*/ 2537771 w 2537771"/>
                <a:gd name="connsiteY0" fmla="*/ 13982 h 83281"/>
                <a:gd name="connsiteX1" fmla="*/ 2155807 w 2537771"/>
                <a:gd name="connsiteY1" fmla="*/ 13982 h 83281"/>
                <a:gd name="connsiteX2" fmla="*/ 2086358 w 2537771"/>
                <a:gd name="connsiteY2" fmla="*/ 37131 h 83281"/>
                <a:gd name="connsiteX3" fmla="*/ 1604819 w 2537771"/>
                <a:gd name="connsiteY3" fmla="*/ 72003 h 83281"/>
                <a:gd name="connsiteX4" fmla="*/ 1365106 w 2537771"/>
                <a:gd name="connsiteY4" fmla="*/ 52317 h 83281"/>
                <a:gd name="connsiteX5" fmla="*/ 1188657 w 2537771"/>
                <a:gd name="connsiteY5" fmla="*/ 71707 h 83281"/>
                <a:gd name="connsiteX6" fmla="*/ 960259 w 2537771"/>
                <a:gd name="connsiteY6" fmla="*/ 79670 h 83281"/>
                <a:gd name="connsiteX7" fmla="*/ 747671 w 2537771"/>
                <a:gd name="connsiteY7" fmla="*/ 60429 h 83281"/>
                <a:gd name="connsiteX8" fmla="*/ 526070 w 2537771"/>
                <a:gd name="connsiteY8" fmla="*/ 33224 h 83281"/>
                <a:gd name="connsiteX9" fmla="*/ 254643 w 2537771"/>
                <a:gd name="connsiteY9" fmla="*/ 72152 h 83281"/>
                <a:gd name="connsiteX10" fmla="*/ 180158 w 2537771"/>
                <a:gd name="connsiteY10" fmla="*/ 48557 h 83281"/>
                <a:gd name="connsiteX11" fmla="*/ 93392 w 2537771"/>
                <a:gd name="connsiteY11" fmla="*/ 83281 h 83281"/>
                <a:gd name="connsiteX12" fmla="*/ 0 w 2537771"/>
                <a:gd name="connsiteY12" fmla="*/ 1369 h 83281"/>
                <a:gd name="connsiteX0" fmla="*/ 2537771 w 2537771"/>
                <a:gd name="connsiteY0" fmla="*/ 12613 h 81912"/>
                <a:gd name="connsiteX1" fmla="*/ 2191592 w 2537771"/>
                <a:gd name="connsiteY1" fmla="*/ 39967 h 81912"/>
                <a:gd name="connsiteX2" fmla="*/ 2086358 w 2537771"/>
                <a:gd name="connsiteY2" fmla="*/ 35762 h 81912"/>
                <a:gd name="connsiteX3" fmla="*/ 1604819 w 2537771"/>
                <a:gd name="connsiteY3" fmla="*/ 70634 h 81912"/>
                <a:gd name="connsiteX4" fmla="*/ 1365106 w 2537771"/>
                <a:gd name="connsiteY4" fmla="*/ 50948 h 81912"/>
                <a:gd name="connsiteX5" fmla="*/ 1188657 w 2537771"/>
                <a:gd name="connsiteY5" fmla="*/ 70338 h 81912"/>
                <a:gd name="connsiteX6" fmla="*/ 960259 w 2537771"/>
                <a:gd name="connsiteY6" fmla="*/ 78301 h 81912"/>
                <a:gd name="connsiteX7" fmla="*/ 747671 w 2537771"/>
                <a:gd name="connsiteY7" fmla="*/ 59060 h 81912"/>
                <a:gd name="connsiteX8" fmla="*/ 526070 w 2537771"/>
                <a:gd name="connsiteY8" fmla="*/ 31855 h 81912"/>
                <a:gd name="connsiteX9" fmla="*/ 254643 w 2537771"/>
                <a:gd name="connsiteY9" fmla="*/ 70783 h 81912"/>
                <a:gd name="connsiteX10" fmla="*/ 180158 w 2537771"/>
                <a:gd name="connsiteY10" fmla="*/ 47188 h 81912"/>
                <a:gd name="connsiteX11" fmla="*/ 93392 w 2537771"/>
                <a:gd name="connsiteY11" fmla="*/ 81912 h 81912"/>
                <a:gd name="connsiteX12" fmla="*/ 0 w 2537771"/>
                <a:gd name="connsiteY12" fmla="*/ 0 h 81912"/>
                <a:gd name="connsiteX0" fmla="*/ 2537771 w 2537771"/>
                <a:gd name="connsiteY0" fmla="*/ 12613 h 81912"/>
                <a:gd name="connsiteX1" fmla="*/ 2191592 w 2537771"/>
                <a:gd name="connsiteY1" fmla="*/ 39967 h 81912"/>
                <a:gd name="connsiteX2" fmla="*/ 2054548 w 2537771"/>
                <a:gd name="connsiteY2" fmla="*/ 27946 h 81912"/>
                <a:gd name="connsiteX3" fmla="*/ 1604819 w 2537771"/>
                <a:gd name="connsiteY3" fmla="*/ 70634 h 81912"/>
                <a:gd name="connsiteX4" fmla="*/ 1365106 w 2537771"/>
                <a:gd name="connsiteY4" fmla="*/ 50948 h 81912"/>
                <a:gd name="connsiteX5" fmla="*/ 1188657 w 2537771"/>
                <a:gd name="connsiteY5" fmla="*/ 70338 h 81912"/>
                <a:gd name="connsiteX6" fmla="*/ 960259 w 2537771"/>
                <a:gd name="connsiteY6" fmla="*/ 78301 h 81912"/>
                <a:gd name="connsiteX7" fmla="*/ 747671 w 2537771"/>
                <a:gd name="connsiteY7" fmla="*/ 59060 h 81912"/>
                <a:gd name="connsiteX8" fmla="*/ 526070 w 2537771"/>
                <a:gd name="connsiteY8" fmla="*/ 31855 h 81912"/>
                <a:gd name="connsiteX9" fmla="*/ 254643 w 2537771"/>
                <a:gd name="connsiteY9" fmla="*/ 70783 h 81912"/>
                <a:gd name="connsiteX10" fmla="*/ 180158 w 2537771"/>
                <a:gd name="connsiteY10" fmla="*/ 47188 h 81912"/>
                <a:gd name="connsiteX11" fmla="*/ 93392 w 2537771"/>
                <a:gd name="connsiteY11" fmla="*/ 81912 h 81912"/>
                <a:gd name="connsiteX12" fmla="*/ 0 w 2537771"/>
                <a:gd name="connsiteY12" fmla="*/ 0 h 81912"/>
                <a:gd name="connsiteX0" fmla="*/ 2537771 w 2537771"/>
                <a:gd name="connsiteY0" fmla="*/ 12613 h 79392"/>
                <a:gd name="connsiteX1" fmla="*/ 2191592 w 2537771"/>
                <a:gd name="connsiteY1" fmla="*/ 39967 h 79392"/>
                <a:gd name="connsiteX2" fmla="*/ 2054548 w 2537771"/>
                <a:gd name="connsiteY2" fmla="*/ 27946 h 79392"/>
                <a:gd name="connsiteX3" fmla="*/ 1604819 w 2537771"/>
                <a:gd name="connsiteY3" fmla="*/ 70634 h 79392"/>
                <a:gd name="connsiteX4" fmla="*/ 1365106 w 2537771"/>
                <a:gd name="connsiteY4" fmla="*/ 50948 h 79392"/>
                <a:gd name="connsiteX5" fmla="*/ 1188657 w 2537771"/>
                <a:gd name="connsiteY5" fmla="*/ 70338 h 79392"/>
                <a:gd name="connsiteX6" fmla="*/ 960259 w 2537771"/>
                <a:gd name="connsiteY6" fmla="*/ 78301 h 79392"/>
                <a:gd name="connsiteX7" fmla="*/ 747671 w 2537771"/>
                <a:gd name="connsiteY7" fmla="*/ 59060 h 79392"/>
                <a:gd name="connsiteX8" fmla="*/ 526070 w 2537771"/>
                <a:gd name="connsiteY8" fmla="*/ 31855 h 79392"/>
                <a:gd name="connsiteX9" fmla="*/ 254643 w 2537771"/>
                <a:gd name="connsiteY9" fmla="*/ 70783 h 79392"/>
                <a:gd name="connsiteX10" fmla="*/ 180158 w 2537771"/>
                <a:gd name="connsiteY10" fmla="*/ 47188 h 79392"/>
                <a:gd name="connsiteX11" fmla="*/ 105320 w 2537771"/>
                <a:gd name="connsiteY11" fmla="*/ 62373 h 79392"/>
                <a:gd name="connsiteX12" fmla="*/ 0 w 2537771"/>
                <a:gd name="connsiteY12" fmla="*/ 0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7771" h="79392">
                  <a:moveTo>
                    <a:pt x="2537771" y="12613"/>
                  </a:moveTo>
                  <a:cubicBezTo>
                    <a:pt x="2372259" y="-2434"/>
                    <a:pt x="2272129" y="37412"/>
                    <a:pt x="2191592" y="39967"/>
                  </a:cubicBezTo>
                  <a:cubicBezTo>
                    <a:pt x="2111055" y="42522"/>
                    <a:pt x="2152344" y="22835"/>
                    <a:pt x="2054548" y="27946"/>
                  </a:cubicBezTo>
                  <a:cubicBezTo>
                    <a:pt x="1956753" y="33057"/>
                    <a:pt x="2056264" y="56072"/>
                    <a:pt x="1604819" y="70634"/>
                  </a:cubicBezTo>
                  <a:cubicBezTo>
                    <a:pt x="1524915" y="64072"/>
                    <a:pt x="1434466" y="50997"/>
                    <a:pt x="1365106" y="50948"/>
                  </a:cubicBezTo>
                  <a:cubicBezTo>
                    <a:pt x="1295746" y="50899"/>
                    <a:pt x="1256132" y="65779"/>
                    <a:pt x="1188657" y="70338"/>
                  </a:cubicBezTo>
                  <a:cubicBezTo>
                    <a:pt x="1121183" y="74897"/>
                    <a:pt x="1114588" y="82159"/>
                    <a:pt x="960259" y="78301"/>
                  </a:cubicBezTo>
                  <a:cubicBezTo>
                    <a:pt x="937110" y="70585"/>
                    <a:pt x="820036" y="66801"/>
                    <a:pt x="747671" y="59060"/>
                  </a:cubicBezTo>
                  <a:cubicBezTo>
                    <a:pt x="675306" y="51319"/>
                    <a:pt x="608241" y="29901"/>
                    <a:pt x="526070" y="31855"/>
                  </a:cubicBezTo>
                  <a:cubicBezTo>
                    <a:pt x="443899" y="33809"/>
                    <a:pt x="312295" y="68228"/>
                    <a:pt x="254643" y="70783"/>
                  </a:cubicBezTo>
                  <a:cubicBezTo>
                    <a:pt x="196991" y="73338"/>
                    <a:pt x="205045" y="48590"/>
                    <a:pt x="180158" y="47188"/>
                  </a:cubicBezTo>
                  <a:cubicBezTo>
                    <a:pt x="155271" y="45786"/>
                    <a:pt x="113036" y="50798"/>
                    <a:pt x="105320" y="62373"/>
                  </a:cubicBezTo>
                  <a:cubicBezTo>
                    <a:pt x="49008" y="38977"/>
                    <a:pt x="8599" y="82012"/>
                    <a:pt x="0" y="0"/>
                  </a:cubicBezTo>
                </a:path>
              </a:pathLst>
            </a:custGeom>
            <a:noFill/>
            <a:ln w="34925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3" name="Freeform 118"/>
            <p:cNvSpPr>
              <a:spLocks noEditPoints="1"/>
            </p:cNvSpPr>
            <p:nvPr/>
          </p:nvSpPr>
          <p:spPr bwMode="auto">
            <a:xfrm flipH="1">
              <a:off x="10124063" y="5530041"/>
              <a:ext cx="1513841" cy="619089"/>
            </a:xfrm>
            <a:custGeom>
              <a:avLst/>
              <a:gdLst>
                <a:gd name="T0" fmla="*/ 250 w 257"/>
                <a:gd name="T1" fmla="*/ 87 h 92"/>
                <a:gd name="T2" fmla="*/ 215 w 257"/>
                <a:gd name="T3" fmla="*/ 84 h 92"/>
                <a:gd name="T4" fmla="*/ 204 w 257"/>
                <a:gd name="T5" fmla="*/ 87 h 92"/>
                <a:gd name="T6" fmla="*/ 146 w 257"/>
                <a:gd name="T7" fmla="*/ 88 h 92"/>
                <a:gd name="T8" fmla="*/ 116 w 257"/>
                <a:gd name="T9" fmla="*/ 85 h 92"/>
                <a:gd name="T10" fmla="*/ 54 w 257"/>
                <a:gd name="T11" fmla="*/ 54 h 92"/>
                <a:gd name="T12" fmla="*/ 2 w 257"/>
                <a:gd name="T13" fmla="*/ 30 h 92"/>
                <a:gd name="T14" fmla="*/ 16 w 257"/>
                <a:gd name="T15" fmla="*/ 0 h 92"/>
                <a:gd name="T16" fmla="*/ 42 w 257"/>
                <a:gd name="T17" fmla="*/ 12 h 92"/>
                <a:gd name="T18" fmla="*/ 78 w 257"/>
                <a:gd name="T19" fmla="*/ 31 h 92"/>
                <a:gd name="T20" fmla="*/ 134 w 257"/>
                <a:gd name="T21" fmla="*/ 61 h 92"/>
                <a:gd name="T22" fmla="*/ 171 w 257"/>
                <a:gd name="T23" fmla="*/ 84 h 92"/>
                <a:gd name="T24" fmla="*/ 186 w 257"/>
                <a:gd name="T25" fmla="*/ 72 h 92"/>
                <a:gd name="T26" fmla="*/ 206 w 257"/>
                <a:gd name="T27" fmla="*/ 71 h 92"/>
                <a:gd name="T28" fmla="*/ 225 w 257"/>
                <a:gd name="T29" fmla="*/ 79 h 92"/>
                <a:gd name="T30" fmla="*/ 254 w 257"/>
                <a:gd name="T31" fmla="*/ 82 h 92"/>
                <a:gd name="T32" fmla="*/ 237 w 257"/>
                <a:gd name="T33" fmla="*/ 80 h 92"/>
                <a:gd name="T34" fmla="*/ 217 w 257"/>
                <a:gd name="T35" fmla="*/ 82 h 92"/>
                <a:gd name="T36" fmla="*/ 244 w 257"/>
                <a:gd name="T37" fmla="*/ 82 h 92"/>
                <a:gd name="T38" fmla="*/ 187 w 257"/>
                <a:gd name="T39" fmla="*/ 70 h 92"/>
                <a:gd name="T40" fmla="*/ 188 w 257"/>
                <a:gd name="T41" fmla="*/ 86 h 92"/>
                <a:gd name="T42" fmla="*/ 158 w 257"/>
                <a:gd name="T43" fmla="*/ 84 h 92"/>
                <a:gd name="T44" fmla="*/ 172 w 257"/>
                <a:gd name="T45" fmla="*/ 87 h 92"/>
                <a:gd name="T46" fmla="*/ 195 w 257"/>
                <a:gd name="T47" fmla="*/ 74 h 92"/>
                <a:gd name="T48" fmla="*/ 202 w 257"/>
                <a:gd name="T49" fmla="*/ 72 h 92"/>
                <a:gd name="T50" fmla="*/ 211 w 257"/>
                <a:gd name="T51" fmla="*/ 78 h 92"/>
                <a:gd name="T52" fmla="*/ 148 w 257"/>
                <a:gd name="T53" fmla="*/ 85 h 92"/>
                <a:gd name="T54" fmla="*/ 132 w 257"/>
                <a:gd name="T55" fmla="*/ 72 h 92"/>
                <a:gd name="T56" fmla="*/ 139 w 257"/>
                <a:gd name="T57" fmla="*/ 85 h 92"/>
                <a:gd name="T58" fmla="*/ 122 w 257"/>
                <a:gd name="T59" fmla="*/ 58 h 92"/>
                <a:gd name="T60" fmla="*/ 130 w 257"/>
                <a:gd name="T61" fmla="*/ 71 h 92"/>
                <a:gd name="T62" fmla="*/ 70 w 257"/>
                <a:gd name="T63" fmla="*/ 56 h 92"/>
                <a:gd name="T64" fmla="*/ 110 w 257"/>
                <a:gd name="T65" fmla="*/ 76 h 92"/>
                <a:gd name="T66" fmla="*/ 120 w 257"/>
                <a:gd name="T67" fmla="*/ 57 h 92"/>
                <a:gd name="T68" fmla="*/ 74 w 257"/>
                <a:gd name="T69" fmla="*/ 31 h 92"/>
                <a:gd name="T70" fmla="*/ 111 w 257"/>
                <a:gd name="T71" fmla="*/ 55 h 92"/>
                <a:gd name="T72" fmla="*/ 91 w 257"/>
                <a:gd name="T73" fmla="*/ 60 h 92"/>
                <a:gd name="T74" fmla="*/ 53 w 257"/>
                <a:gd name="T75" fmla="*/ 37 h 92"/>
                <a:gd name="T76" fmla="*/ 34 w 257"/>
                <a:gd name="T77" fmla="*/ 10 h 92"/>
                <a:gd name="T78" fmla="*/ 112 w 257"/>
                <a:gd name="T79" fmla="*/ 59 h 92"/>
                <a:gd name="T80" fmla="*/ 77 w 257"/>
                <a:gd name="T81" fmla="*/ 39 h 92"/>
                <a:gd name="T82" fmla="*/ 49 w 257"/>
                <a:gd name="T83" fmla="*/ 22 h 92"/>
                <a:gd name="T84" fmla="*/ 58 w 257"/>
                <a:gd name="T85" fmla="*/ 39 h 92"/>
                <a:gd name="T86" fmla="*/ 113 w 257"/>
                <a:gd name="T87" fmla="*/ 60 h 92"/>
                <a:gd name="T88" fmla="*/ 110 w 257"/>
                <a:gd name="T89" fmla="*/ 78 h 92"/>
                <a:gd name="T90" fmla="*/ 67 w 257"/>
                <a:gd name="T91" fmla="*/ 57 h 92"/>
                <a:gd name="T92" fmla="*/ 21 w 257"/>
                <a:gd name="T93" fmla="*/ 38 h 92"/>
                <a:gd name="T94" fmla="*/ 102 w 257"/>
                <a:gd name="T95" fmla="*/ 75 h 92"/>
                <a:gd name="T96" fmla="*/ 32 w 257"/>
                <a:gd name="T97" fmla="*/ 8 h 92"/>
                <a:gd name="T98" fmla="*/ 18 w 257"/>
                <a:gd name="T99" fmla="*/ 37 h 92"/>
                <a:gd name="T100" fmla="*/ 8 w 257"/>
                <a:gd name="T101" fmla="*/ 9 h 92"/>
                <a:gd name="T102" fmla="*/ 7 w 257"/>
                <a:gd name="T103" fmla="*/ 28 h 92"/>
                <a:gd name="T104" fmla="*/ 20 w 257"/>
                <a:gd name="T105" fmla="*/ 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57" h="92">
                  <a:moveTo>
                    <a:pt x="256" y="83"/>
                  </a:moveTo>
                  <a:cubicBezTo>
                    <a:pt x="256" y="84"/>
                    <a:pt x="257" y="87"/>
                    <a:pt x="256" y="89"/>
                  </a:cubicBezTo>
                  <a:cubicBezTo>
                    <a:pt x="253" y="89"/>
                    <a:pt x="253" y="88"/>
                    <a:pt x="250" y="87"/>
                  </a:cubicBezTo>
                  <a:cubicBezTo>
                    <a:pt x="244" y="86"/>
                    <a:pt x="238" y="83"/>
                    <a:pt x="231" y="84"/>
                  </a:cubicBezTo>
                  <a:cubicBezTo>
                    <a:pt x="229" y="84"/>
                    <a:pt x="227" y="86"/>
                    <a:pt x="225" y="86"/>
                  </a:cubicBezTo>
                  <a:cubicBezTo>
                    <a:pt x="221" y="86"/>
                    <a:pt x="219" y="84"/>
                    <a:pt x="215" y="84"/>
                  </a:cubicBezTo>
                  <a:cubicBezTo>
                    <a:pt x="212" y="82"/>
                    <a:pt x="208" y="79"/>
                    <a:pt x="205" y="76"/>
                  </a:cubicBezTo>
                  <a:cubicBezTo>
                    <a:pt x="206" y="79"/>
                    <a:pt x="208" y="81"/>
                    <a:pt x="208" y="84"/>
                  </a:cubicBezTo>
                  <a:cubicBezTo>
                    <a:pt x="207" y="86"/>
                    <a:pt x="205" y="86"/>
                    <a:pt x="204" y="87"/>
                  </a:cubicBezTo>
                  <a:cubicBezTo>
                    <a:pt x="196" y="87"/>
                    <a:pt x="189" y="90"/>
                    <a:pt x="183" y="91"/>
                  </a:cubicBezTo>
                  <a:cubicBezTo>
                    <a:pt x="172" y="91"/>
                    <a:pt x="163" y="85"/>
                    <a:pt x="152" y="86"/>
                  </a:cubicBezTo>
                  <a:cubicBezTo>
                    <a:pt x="150" y="87"/>
                    <a:pt x="148" y="88"/>
                    <a:pt x="146" y="88"/>
                  </a:cubicBezTo>
                  <a:cubicBezTo>
                    <a:pt x="142" y="88"/>
                    <a:pt x="138" y="87"/>
                    <a:pt x="134" y="87"/>
                  </a:cubicBezTo>
                  <a:cubicBezTo>
                    <a:pt x="130" y="87"/>
                    <a:pt x="125" y="86"/>
                    <a:pt x="121" y="86"/>
                  </a:cubicBezTo>
                  <a:cubicBezTo>
                    <a:pt x="119" y="87"/>
                    <a:pt x="117" y="87"/>
                    <a:pt x="116" y="85"/>
                  </a:cubicBezTo>
                  <a:cubicBezTo>
                    <a:pt x="105" y="79"/>
                    <a:pt x="94" y="73"/>
                    <a:pt x="83" y="67"/>
                  </a:cubicBezTo>
                  <a:cubicBezTo>
                    <a:pt x="79" y="65"/>
                    <a:pt x="76" y="63"/>
                    <a:pt x="72" y="61"/>
                  </a:cubicBezTo>
                  <a:cubicBezTo>
                    <a:pt x="66" y="59"/>
                    <a:pt x="60" y="57"/>
                    <a:pt x="54" y="54"/>
                  </a:cubicBezTo>
                  <a:cubicBezTo>
                    <a:pt x="43" y="49"/>
                    <a:pt x="31" y="46"/>
                    <a:pt x="21" y="40"/>
                  </a:cubicBezTo>
                  <a:cubicBezTo>
                    <a:pt x="17" y="38"/>
                    <a:pt x="12" y="36"/>
                    <a:pt x="8" y="34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4"/>
                  </a:cubicBezTo>
                  <a:cubicBezTo>
                    <a:pt x="0" y="18"/>
                    <a:pt x="5" y="9"/>
                    <a:pt x="8" y="5"/>
                  </a:cubicBezTo>
                  <a:cubicBezTo>
                    <a:pt x="10" y="3"/>
                    <a:pt x="13" y="1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6" y="3"/>
                    <a:pt x="33" y="7"/>
                    <a:pt x="39" y="10"/>
                  </a:cubicBezTo>
                  <a:cubicBezTo>
                    <a:pt x="40" y="11"/>
                    <a:pt x="41" y="11"/>
                    <a:pt x="42" y="12"/>
                  </a:cubicBezTo>
                  <a:cubicBezTo>
                    <a:pt x="45" y="13"/>
                    <a:pt x="48" y="15"/>
                    <a:pt x="52" y="17"/>
                  </a:cubicBezTo>
                  <a:cubicBezTo>
                    <a:pt x="58" y="20"/>
                    <a:pt x="64" y="23"/>
                    <a:pt x="70" y="26"/>
                  </a:cubicBezTo>
                  <a:cubicBezTo>
                    <a:pt x="73" y="28"/>
                    <a:pt x="75" y="30"/>
                    <a:pt x="78" y="31"/>
                  </a:cubicBezTo>
                  <a:cubicBezTo>
                    <a:pt x="91" y="39"/>
                    <a:pt x="104" y="46"/>
                    <a:pt x="117" y="53"/>
                  </a:cubicBezTo>
                  <a:cubicBezTo>
                    <a:pt x="120" y="55"/>
                    <a:pt x="123" y="56"/>
                    <a:pt x="126" y="57"/>
                  </a:cubicBezTo>
                  <a:cubicBezTo>
                    <a:pt x="128" y="59"/>
                    <a:pt x="131" y="61"/>
                    <a:pt x="134" y="61"/>
                  </a:cubicBezTo>
                  <a:cubicBezTo>
                    <a:pt x="139" y="68"/>
                    <a:pt x="145" y="74"/>
                    <a:pt x="150" y="82"/>
                  </a:cubicBezTo>
                  <a:cubicBezTo>
                    <a:pt x="153" y="81"/>
                    <a:pt x="157" y="82"/>
                    <a:pt x="162" y="82"/>
                  </a:cubicBezTo>
                  <a:cubicBezTo>
                    <a:pt x="165" y="82"/>
                    <a:pt x="168" y="83"/>
                    <a:pt x="171" y="84"/>
                  </a:cubicBezTo>
                  <a:cubicBezTo>
                    <a:pt x="176" y="84"/>
                    <a:pt x="181" y="84"/>
                    <a:pt x="185" y="84"/>
                  </a:cubicBezTo>
                  <a:cubicBezTo>
                    <a:pt x="191" y="85"/>
                    <a:pt x="196" y="83"/>
                    <a:pt x="200" y="80"/>
                  </a:cubicBezTo>
                  <a:cubicBezTo>
                    <a:pt x="198" y="75"/>
                    <a:pt x="188" y="78"/>
                    <a:pt x="186" y="72"/>
                  </a:cubicBezTo>
                  <a:cubicBezTo>
                    <a:pt x="185" y="67"/>
                    <a:pt x="190" y="65"/>
                    <a:pt x="195" y="66"/>
                  </a:cubicBezTo>
                  <a:cubicBezTo>
                    <a:pt x="196" y="66"/>
                    <a:pt x="197" y="66"/>
                    <a:pt x="198" y="67"/>
                  </a:cubicBezTo>
                  <a:cubicBezTo>
                    <a:pt x="201" y="68"/>
                    <a:pt x="203" y="70"/>
                    <a:pt x="206" y="71"/>
                  </a:cubicBezTo>
                  <a:cubicBezTo>
                    <a:pt x="208" y="73"/>
                    <a:pt x="211" y="76"/>
                    <a:pt x="213" y="77"/>
                  </a:cubicBezTo>
                  <a:cubicBezTo>
                    <a:pt x="214" y="78"/>
                    <a:pt x="216" y="78"/>
                    <a:pt x="218" y="79"/>
                  </a:cubicBezTo>
                  <a:cubicBezTo>
                    <a:pt x="221" y="80"/>
                    <a:pt x="222" y="80"/>
                    <a:pt x="225" y="79"/>
                  </a:cubicBezTo>
                  <a:cubicBezTo>
                    <a:pt x="228" y="79"/>
                    <a:pt x="232" y="78"/>
                    <a:pt x="235" y="78"/>
                  </a:cubicBezTo>
                  <a:cubicBezTo>
                    <a:pt x="238" y="78"/>
                    <a:pt x="242" y="80"/>
                    <a:pt x="246" y="81"/>
                  </a:cubicBezTo>
                  <a:cubicBezTo>
                    <a:pt x="249" y="82"/>
                    <a:pt x="253" y="82"/>
                    <a:pt x="254" y="82"/>
                  </a:cubicBezTo>
                  <a:cubicBezTo>
                    <a:pt x="255" y="83"/>
                    <a:pt x="255" y="82"/>
                    <a:pt x="256" y="83"/>
                  </a:cubicBezTo>
                  <a:close/>
                  <a:moveTo>
                    <a:pt x="244" y="82"/>
                  </a:moveTo>
                  <a:cubicBezTo>
                    <a:pt x="242" y="82"/>
                    <a:pt x="239" y="81"/>
                    <a:pt x="237" y="80"/>
                  </a:cubicBezTo>
                  <a:cubicBezTo>
                    <a:pt x="231" y="80"/>
                    <a:pt x="226" y="82"/>
                    <a:pt x="221" y="82"/>
                  </a:cubicBezTo>
                  <a:cubicBezTo>
                    <a:pt x="217" y="81"/>
                    <a:pt x="215" y="80"/>
                    <a:pt x="212" y="79"/>
                  </a:cubicBezTo>
                  <a:cubicBezTo>
                    <a:pt x="213" y="80"/>
                    <a:pt x="215" y="82"/>
                    <a:pt x="217" y="82"/>
                  </a:cubicBezTo>
                  <a:cubicBezTo>
                    <a:pt x="223" y="84"/>
                    <a:pt x="227" y="82"/>
                    <a:pt x="232" y="82"/>
                  </a:cubicBezTo>
                  <a:cubicBezTo>
                    <a:pt x="241" y="81"/>
                    <a:pt x="247" y="85"/>
                    <a:pt x="254" y="86"/>
                  </a:cubicBezTo>
                  <a:cubicBezTo>
                    <a:pt x="254" y="82"/>
                    <a:pt x="249" y="83"/>
                    <a:pt x="244" y="82"/>
                  </a:cubicBezTo>
                  <a:close/>
                  <a:moveTo>
                    <a:pt x="205" y="74"/>
                  </a:moveTo>
                  <a:cubicBezTo>
                    <a:pt x="204" y="71"/>
                    <a:pt x="201" y="70"/>
                    <a:pt x="198" y="69"/>
                  </a:cubicBezTo>
                  <a:cubicBezTo>
                    <a:pt x="195" y="68"/>
                    <a:pt x="188" y="65"/>
                    <a:pt x="187" y="70"/>
                  </a:cubicBezTo>
                  <a:cubicBezTo>
                    <a:pt x="187" y="75"/>
                    <a:pt x="194" y="74"/>
                    <a:pt x="198" y="76"/>
                  </a:cubicBezTo>
                  <a:cubicBezTo>
                    <a:pt x="200" y="76"/>
                    <a:pt x="203" y="79"/>
                    <a:pt x="203" y="81"/>
                  </a:cubicBezTo>
                  <a:cubicBezTo>
                    <a:pt x="202" y="83"/>
                    <a:pt x="192" y="86"/>
                    <a:pt x="188" y="86"/>
                  </a:cubicBezTo>
                  <a:cubicBezTo>
                    <a:pt x="183" y="86"/>
                    <a:pt x="178" y="86"/>
                    <a:pt x="174" y="85"/>
                  </a:cubicBezTo>
                  <a:cubicBezTo>
                    <a:pt x="170" y="85"/>
                    <a:pt x="165" y="83"/>
                    <a:pt x="161" y="83"/>
                  </a:cubicBezTo>
                  <a:cubicBezTo>
                    <a:pt x="160" y="83"/>
                    <a:pt x="159" y="84"/>
                    <a:pt x="158" y="84"/>
                  </a:cubicBezTo>
                  <a:cubicBezTo>
                    <a:pt x="155" y="83"/>
                    <a:pt x="152" y="82"/>
                    <a:pt x="151" y="85"/>
                  </a:cubicBezTo>
                  <a:cubicBezTo>
                    <a:pt x="155" y="85"/>
                    <a:pt x="160" y="85"/>
                    <a:pt x="164" y="85"/>
                  </a:cubicBezTo>
                  <a:cubicBezTo>
                    <a:pt x="167" y="86"/>
                    <a:pt x="169" y="88"/>
                    <a:pt x="172" y="87"/>
                  </a:cubicBezTo>
                  <a:cubicBezTo>
                    <a:pt x="184" y="92"/>
                    <a:pt x="193" y="85"/>
                    <a:pt x="205" y="85"/>
                  </a:cubicBezTo>
                  <a:cubicBezTo>
                    <a:pt x="208" y="82"/>
                    <a:pt x="204" y="79"/>
                    <a:pt x="203" y="77"/>
                  </a:cubicBezTo>
                  <a:cubicBezTo>
                    <a:pt x="200" y="76"/>
                    <a:pt x="198" y="74"/>
                    <a:pt x="195" y="74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3"/>
                    <a:pt x="192" y="72"/>
                    <a:pt x="193" y="70"/>
                  </a:cubicBezTo>
                  <a:cubicBezTo>
                    <a:pt x="197" y="68"/>
                    <a:pt x="200" y="72"/>
                    <a:pt x="202" y="72"/>
                  </a:cubicBezTo>
                  <a:cubicBezTo>
                    <a:pt x="203" y="73"/>
                    <a:pt x="205" y="74"/>
                    <a:pt x="207" y="75"/>
                  </a:cubicBezTo>
                  <a:cubicBezTo>
                    <a:pt x="208" y="76"/>
                    <a:pt x="210" y="78"/>
                    <a:pt x="212" y="78"/>
                  </a:cubicBezTo>
                  <a:cubicBezTo>
                    <a:pt x="211" y="78"/>
                    <a:pt x="211" y="78"/>
                    <a:pt x="211" y="78"/>
                  </a:cubicBezTo>
                  <a:cubicBezTo>
                    <a:pt x="209" y="76"/>
                    <a:pt x="208" y="74"/>
                    <a:pt x="205" y="74"/>
                  </a:cubicBezTo>
                  <a:close/>
                  <a:moveTo>
                    <a:pt x="139" y="85"/>
                  </a:moveTo>
                  <a:cubicBezTo>
                    <a:pt x="142" y="85"/>
                    <a:pt x="147" y="87"/>
                    <a:pt x="148" y="85"/>
                  </a:cubicBezTo>
                  <a:cubicBezTo>
                    <a:pt x="148" y="84"/>
                    <a:pt x="148" y="84"/>
                    <a:pt x="148" y="84"/>
                  </a:cubicBezTo>
                  <a:cubicBezTo>
                    <a:pt x="144" y="77"/>
                    <a:pt x="140" y="69"/>
                    <a:pt x="133" y="64"/>
                  </a:cubicBezTo>
                  <a:cubicBezTo>
                    <a:pt x="132" y="67"/>
                    <a:pt x="133" y="69"/>
                    <a:pt x="132" y="72"/>
                  </a:cubicBezTo>
                  <a:cubicBezTo>
                    <a:pt x="132" y="77"/>
                    <a:pt x="128" y="80"/>
                    <a:pt x="126" y="83"/>
                  </a:cubicBezTo>
                  <a:cubicBezTo>
                    <a:pt x="125" y="83"/>
                    <a:pt x="123" y="84"/>
                    <a:pt x="124" y="85"/>
                  </a:cubicBezTo>
                  <a:cubicBezTo>
                    <a:pt x="128" y="85"/>
                    <a:pt x="134" y="84"/>
                    <a:pt x="139" y="85"/>
                  </a:cubicBezTo>
                  <a:close/>
                  <a:moveTo>
                    <a:pt x="130" y="71"/>
                  </a:moveTo>
                  <a:cubicBezTo>
                    <a:pt x="131" y="68"/>
                    <a:pt x="131" y="65"/>
                    <a:pt x="130" y="62"/>
                  </a:cubicBezTo>
                  <a:cubicBezTo>
                    <a:pt x="127" y="61"/>
                    <a:pt x="125" y="58"/>
                    <a:pt x="122" y="58"/>
                  </a:cubicBezTo>
                  <a:cubicBezTo>
                    <a:pt x="123" y="68"/>
                    <a:pt x="120" y="76"/>
                    <a:pt x="112" y="80"/>
                  </a:cubicBezTo>
                  <a:cubicBezTo>
                    <a:pt x="114" y="82"/>
                    <a:pt x="117" y="83"/>
                    <a:pt x="120" y="84"/>
                  </a:cubicBezTo>
                  <a:cubicBezTo>
                    <a:pt x="124" y="81"/>
                    <a:pt x="130" y="78"/>
                    <a:pt x="130" y="71"/>
                  </a:cubicBezTo>
                  <a:close/>
                  <a:moveTo>
                    <a:pt x="41" y="41"/>
                  </a:moveTo>
                  <a:cubicBezTo>
                    <a:pt x="45" y="43"/>
                    <a:pt x="49" y="45"/>
                    <a:pt x="54" y="47"/>
                  </a:cubicBezTo>
                  <a:cubicBezTo>
                    <a:pt x="59" y="50"/>
                    <a:pt x="64" y="54"/>
                    <a:pt x="70" y="56"/>
                  </a:cubicBezTo>
                  <a:cubicBezTo>
                    <a:pt x="75" y="58"/>
                    <a:pt x="80" y="61"/>
                    <a:pt x="86" y="64"/>
                  </a:cubicBezTo>
                  <a:cubicBezTo>
                    <a:pt x="91" y="66"/>
                    <a:pt x="96" y="69"/>
                    <a:pt x="102" y="71"/>
                  </a:cubicBezTo>
                  <a:cubicBezTo>
                    <a:pt x="105" y="73"/>
                    <a:pt x="108" y="75"/>
                    <a:pt x="110" y="76"/>
                  </a:cubicBezTo>
                  <a:cubicBezTo>
                    <a:pt x="111" y="76"/>
                    <a:pt x="113" y="76"/>
                    <a:pt x="113" y="76"/>
                  </a:cubicBezTo>
                  <a:cubicBezTo>
                    <a:pt x="115" y="76"/>
                    <a:pt x="118" y="73"/>
                    <a:pt x="119" y="71"/>
                  </a:cubicBezTo>
                  <a:cubicBezTo>
                    <a:pt x="121" y="66"/>
                    <a:pt x="121" y="61"/>
                    <a:pt x="120" y="57"/>
                  </a:cubicBezTo>
                  <a:cubicBezTo>
                    <a:pt x="112" y="52"/>
                    <a:pt x="104" y="48"/>
                    <a:pt x="97" y="44"/>
                  </a:cubicBezTo>
                  <a:cubicBezTo>
                    <a:pt x="94" y="43"/>
                    <a:pt x="92" y="41"/>
                    <a:pt x="89" y="39"/>
                  </a:cubicBezTo>
                  <a:cubicBezTo>
                    <a:pt x="84" y="37"/>
                    <a:pt x="79" y="34"/>
                    <a:pt x="74" y="31"/>
                  </a:cubicBezTo>
                  <a:cubicBezTo>
                    <a:pt x="68" y="28"/>
                    <a:pt x="62" y="24"/>
                    <a:pt x="56" y="21"/>
                  </a:cubicBezTo>
                  <a:cubicBezTo>
                    <a:pt x="55" y="21"/>
                    <a:pt x="54" y="20"/>
                    <a:pt x="53" y="20"/>
                  </a:cubicBezTo>
                  <a:cubicBezTo>
                    <a:pt x="71" y="34"/>
                    <a:pt x="90" y="45"/>
                    <a:pt x="111" y="55"/>
                  </a:cubicBezTo>
                  <a:cubicBezTo>
                    <a:pt x="111" y="56"/>
                    <a:pt x="112" y="56"/>
                    <a:pt x="113" y="56"/>
                  </a:cubicBezTo>
                  <a:cubicBezTo>
                    <a:pt x="113" y="58"/>
                    <a:pt x="114" y="59"/>
                    <a:pt x="115" y="60"/>
                  </a:cubicBezTo>
                  <a:cubicBezTo>
                    <a:pt x="112" y="70"/>
                    <a:pt x="98" y="64"/>
                    <a:pt x="91" y="60"/>
                  </a:cubicBezTo>
                  <a:cubicBezTo>
                    <a:pt x="84" y="57"/>
                    <a:pt x="77" y="53"/>
                    <a:pt x="70" y="49"/>
                  </a:cubicBezTo>
                  <a:cubicBezTo>
                    <a:pt x="66" y="47"/>
                    <a:pt x="62" y="45"/>
                    <a:pt x="60" y="43"/>
                  </a:cubicBezTo>
                  <a:cubicBezTo>
                    <a:pt x="58" y="42"/>
                    <a:pt x="55" y="39"/>
                    <a:pt x="53" y="37"/>
                  </a:cubicBezTo>
                  <a:cubicBezTo>
                    <a:pt x="51" y="35"/>
                    <a:pt x="48" y="33"/>
                    <a:pt x="46" y="31"/>
                  </a:cubicBezTo>
                  <a:cubicBezTo>
                    <a:pt x="42" y="26"/>
                    <a:pt x="46" y="19"/>
                    <a:pt x="51" y="18"/>
                  </a:cubicBezTo>
                  <a:cubicBezTo>
                    <a:pt x="45" y="16"/>
                    <a:pt x="40" y="12"/>
                    <a:pt x="34" y="10"/>
                  </a:cubicBezTo>
                  <a:cubicBezTo>
                    <a:pt x="37" y="19"/>
                    <a:pt x="31" y="26"/>
                    <a:pt x="27" y="33"/>
                  </a:cubicBezTo>
                  <a:cubicBezTo>
                    <a:pt x="31" y="36"/>
                    <a:pt x="37" y="38"/>
                    <a:pt x="41" y="41"/>
                  </a:cubicBezTo>
                  <a:close/>
                  <a:moveTo>
                    <a:pt x="112" y="59"/>
                  </a:moveTo>
                  <a:cubicBezTo>
                    <a:pt x="111" y="57"/>
                    <a:pt x="107" y="56"/>
                    <a:pt x="106" y="55"/>
                  </a:cubicBezTo>
                  <a:cubicBezTo>
                    <a:pt x="101" y="51"/>
                    <a:pt x="96" y="50"/>
                    <a:pt x="91" y="47"/>
                  </a:cubicBezTo>
                  <a:cubicBezTo>
                    <a:pt x="86" y="44"/>
                    <a:pt x="82" y="42"/>
                    <a:pt x="77" y="39"/>
                  </a:cubicBezTo>
                  <a:cubicBezTo>
                    <a:pt x="72" y="36"/>
                    <a:pt x="68" y="33"/>
                    <a:pt x="63" y="30"/>
                  </a:cubicBezTo>
                  <a:cubicBezTo>
                    <a:pt x="61" y="28"/>
                    <a:pt x="59" y="27"/>
                    <a:pt x="56" y="25"/>
                  </a:cubicBezTo>
                  <a:cubicBezTo>
                    <a:pt x="54" y="24"/>
                    <a:pt x="51" y="21"/>
                    <a:pt x="49" y="22"/>
                  </a:cubicBezTo>
                  <a:cubicBezTo>
                    <a:pt x="47" y="22"/>
                    <a:pt x="46" y="26"/>
                    <a:pt x="46" y="28"/>
                  </a:cubicBezTo>
                  <a:cubicBezTo>
                    <a:pt x="47" y="29"/>
                    <a:pt x="50" y="32"/>
                    <a:pt x="52" y="34"/>
                  </a:cubicBezTo>
                  <a:cubicBezTo>
                    <a:pt x="54" y="36"/>
                    <a:pt x="56" y="37"/>
                    <a:pt x="58" y="39"/>
                  </a:cubicBezTo>
                  <a:cubicBezTo>
                    <a:pt x="67" y="46"/>
                    <a:pt x="77" y="50"/>
                    <a:pt x="87" y="56"/>
                  </a:cubicBezTo>
                  <a:cubicBezTo>
                    <a:pt x="94" y="60"/>
                    <a:pt x="102" y="65"/>
                    <a:pt x="111" y="62"/>
                  </a:cubicBezTo>
                  <a:cubicBezTo>
                    <a:pt x="112" y="62"/>
                    <a:pt x="113" y="61"/>
                    <a:pt x="113" y="60"/>
                  </a:cubicBezTo>
                  <a:cubicBezTo>
                    <a:pt x="113" y="60"/>
                    <a:pt x="113" y="60"/>
                    <a:pt x="113" y="60"/>
                  </a:cubicBezTo>
                  <a:cubicBezTo>
                    <a:pt x="113" y="59"/>
                    <a:pt x="113" y="59"/>
                    <a:pt x="112" y="59"/>
                  </a:cubicBezTo>
                  <a:close/>
                  <a:moveTo>
                    <a:pt x="110" y="78"/>
                  </a:moveTo>
                  <a:cubicBezTo>
                    <a:pt x="107" y="76"/>
                    <a:pt x="103" y="74"/>
                    <a:pt x="99" y="72"/>
                  </a:cubicBezTo>
                  <a:cubicBezTo>
                    <a:pt x="95" y="71"/>
                    <a:pt x="91" y="69"/>
                    <a:pt x="88" y="67"/>
                  </a:cubicBezTo>
                  <a:cubicBezTo>
                    <a:pt x="81" y="63"/>
                    <a:pt x="74" y="60"/>
                    <a:pt x="67" y="57"/>
                  </a:cubicBezTo>
                  <a:cubicBezTo>
                    <a:pt x="60" y="53"/>
                    <a:pt x="53" y="49"/>
                    <a:pt x="46" y="46"/>
                  </a:cubicBezTo>
                  <a:cubicBezTo>
                    <a:pt x="39" y="42"/>
                    <a:pt x="33" y="38"/>
                    <a:pt x="26" y="35"/>
                  </a:cubicBezTo>
                  <a:cubicBezTo>
                    <a:pt x="25" y="35"/>
                    <a:pt x="22" y="37"/>
                    <a:pt x="21" y="38"/>
                  </a:cubicBezTo>
                  <a:cubicBezTo>
                    <a:pt x="32" y="44"/>
                    <a:pt x="45" y="48"/>
                    <a:pt x="56" y="53"/>
                  </a:cubicBezTo>
                  <a:cubicBezTo>
                    <a:pt x="64" y="57"/>
                    <a:pt x="73" y="59"/>
                    <a:pt x="80" y="63"/>
                  </a:cubicBezTo>
                  <a:cubicBezTo>
                    <a:pt x="88" y="67"/>
                    <a:pt x="95" y="71"/>
                    <a:pt x="102" y="75"/>
                  </a:cubicBezTo>
                  <a:cubicBezTo>
                    <a:pt x="105" y="77"/>
                    <a:pt x="107" y="79"/>
                    <a:pt x="110" y="78"/>
                  </a:cubicBezTo>
                  <a:cubicBezTo>
                    <a:pt x="110" y="78"/>
                    <a:pt x="110" y="78"/>
                    <a:pt x="110" y="78"/>
                  </a:cubicBezTo>
                  <a:close/>
                  <a:moveTo>
                    <a:pt x="32" y="8"/>
                  </a:moveTo>
                  <a:cubicBezTo>
                    <a:pt x="28" y="7"/>
                    <a:pt x="25" y="5"/>
                    <a:pt x="22" y="3"/>
                  </a:cubicBezTo>
                  <a:cubicBezTo>
                    <a:pt x="23" y="16"/>
                    <a:pt x="15" y="26"/>
                    <a:pt x="7" y="31"/>
                  </a:cubicBezTo>
                  <a:cubicBezTo>
                    <a:pt x="11" y="33"/>
                    <a:pt x="15" y="35"/>
                    <a:pt x="18" y="37"/>
                  </a:cubicBezTo>
                  <a:cubicBezTo>
                    <a:pt x="27" y="32"/>
                    <a:pt x="35" y="20"/>
                    <a:pt x="32" y="8"/>
                  </a:cubicBezTo>
                  <a:close/>
                  <a:moveTo>
                    <a:pt x="9" y="8"/>
                  </a:moveTo>
                  <a:cubicBezTo>
                    <a:pt x="9" y="8"/>
                    <a:pt x="8" y="9"/>
                    <a:pt x="8" y="9"/>
                  </a:cubicBezTo>
                  <a:cubicBezTo>
                    <a:pt x="7" y="11"/>
                    <a:pt x="6" y="12"/>
                    <a:pt x="5" y="14"/>
                  </a:cubicBezTo>
                  <a:cubicBezTo>
                    <a:pt x="4" y="16"/>
                    <a:pt x="3" y="18"/>
                    <a:pt x="2" y="20"/>
                  </a:cubicBezTo>
                  <a:cubicBezTo>
                    <a:pt x="1" y="24"/>
                    <a:pt x="3" y="30"/>
                    <a:pt x="7" y="28"/>
                  </a:cubicBezTo>
                  <a:cubicBezTo>
                    <a:pt x="10" y="27"/>
                    <a:pt x="11" y="25"/>
                    <a:pt x="13" y="22"/>
                  </a:cubicBezTo>
                  <a:cubicBezTo>
                    <a:pt x="15" y="21"/>
                    <a:pt x="16" y="20"/>
                    <a:pt x="17" y="18"/>
                  </a:cubicBezTo>
                  <a:cubicBezTo>
                    <a:pt x="19" y="15"/>
                    <a:pt x="20" y="9"/>
                    <a:pt x="20" y="4"/>
                  </a:cubicBezTo>
                  <a:cubicBezTo>
                    <a:pt x="20" y="4"/>
                    <a:pt x="18" y="3"/>
                    <a:pt x="18" y="2"/>
                  </a:cubicBezTo>
                  <a:cubicBezTo>
                    <a:pt x="14" y="3"/>
                    <a:pt x="12" y="5"/>
                    <a:pt x="9" y="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24" name="PA_组合 33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4904734" y="5774235"/>
            <a:ext cx="2142906" cy="1128218"/>
            <a:chOff x="7394576" y="3627438"/>
            <a:chExt cx="1077913" cy="566738"/>
          </a:xfrm>
          <a:solidFill>
            <a:schemeClr val="tx1"/>
          </a:solidFill>
        </p:grpSpPr>
        <p:sp>
          <p:nvSpPr>
            <p:cNvPr id="25" name="Freeform 100"/>
            <p:cNvSpPr>
              <a:spLocks/>
            </p:cNvSpPr>
            <p:nvPr/>
          </p:nvSpPr>
          <p:spPr bwMode="auto">
            <a:xfrm>
              <a:off x="8122380" y="3680704"/>
              <a:ext cx="97606" cy="17045"/>
            </a:xfrm>
            <a:custGeom>
              <a:avLst/>
              <a:gdLst>
                <a:gd name="T0" fmla="*/ 31 w 31"/>
                <a:gd name="T1" fmla="*/ 2 h 5"/>
                <a:gd name="T2" fmla="*/ 30 w 31"/>
                <a:gd name="T3" fmla="*/ 5 h 5"/>
                <a:gd name="T4" fmla="*/ 0 w 31"/>
                <a:gd name="T5" fmla="*/ 4 h 5"/>
                <a:gd name="T6" fmla="*/ 12 w 31"/>
                <a:gd name="T7" fmla="*/ 1 h 5"/>
                <a:gd name="T8" fmla="*/ 18 w 31"/>
                <a:gd name="T9" fmla="*/ 0 h 5"/>
                <a:gd name="T10" fmla="*/ 26 w 31"/>
                <a:gd name="T11" fmla="*/ 2 h 5"/>
                <a:gd name="T12" fmla="*/ 31 w 31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5">
                  <a:moveTo>
                    <a:pt x="31" y="2"/>
                  </a:moveTo>
                  <a:cubicBezTo>
                    <a:pt x="31" y="3"/>
                    <a:pt x="31" y="4"/>
                    <a:pt x="30" y="5"/>
                  </a:cubicBezTo>
                  <a:cubicBezTo>
                    <a:pt x="21" y="2"/>
                    <a:pt x="11" y="3"/>
                    <a:pt x="0" y="4"/>
                  </a:cubicBezTo>
                  <a:cubicBezTo>
                    <a:pt x="1" y="0"/>
                    <a:pt x="8" y="1"/>
                    <a:pt x="12" y="1"/>
                  </a:cubicBezTo>
                  <a:cubicBezTo>
                    <a:pt x="14" y="1"/>
                    <a:pt x="16" y="0"/>
                    <a:pt x="18" y="0"/>
                  </a:cubicBezTo>
                  <a:cubicBezTo>
                    <a:pt x="20" y="0"/>
                    <a:pt x="23" y="1"/>
                    <a:pt x="26" y="2"/>
                  </a:cubicBezTo>
                  <a:cubicBezTo>
                    <a:pt x="28" y="2"/>
                    <a:pt x="30" y="0"/>
                    <a:pt x="3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6" name="Freeform 101"/>
            <p:cNvSpPr>
              <a:spLocks/>
            </p:cNvSpPr>
            <p:nvPr/>
          </p:nvSpPr>
          <p:spPr bwMode="auto">
            <a:xfrm>
              <a:off x="8128745" y="3706271"/>
              <a:ext cx="91241" cy="17045"/>
            </a:xfrm>
            <a:custGeom>
              <a:avLst/>
              <a:gdLst>
                <a:gd name="T0" fmla="*/ 28 w 29"/>
                <a:gd name="T1" fmla="*/ 2 h 5"/>
                <a:gd name="T2" fmla="*/ 29 w 29"/>
                <a:gd name="T3" fmla="*/ 5 h 5"/>
                <a:gd name="T4" fmla="*/ 21 w 29"/>
                <a:gd name="T5" fmla="*/ 3 h 5"/>
                <a:gd name="T6" fmla="*/ 0 w 29"/>
                <a:gd name="T7" fmla="*/ 5 h 5"/>
                <a:gd name="T8" fmla="*/ 0 w 29"/>
                <a:gd name="T9" fmla="*/ 3 h 5"/>
                <a:gd name="T10" fmla="*/ 18 w 29"/>
                <a:gd name="T11" fmla="*/ 0 h 5"/>
                <a:gd name="T12" fmla="*/ 28 w 29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5">
                  <a:moveTo>
                    <a:pt x="28" y="2"/>
                  </a:moveTo>
                  <a:cubicBezTo>
                    <a:pt x="28" y="2"/>
                    <a:pt x="29" y="3"/>
                    <a:pt x="29" y="5"/>
                  </a:cubicBezTo>
                  <a:cubicBezTo>
                    <a:pt x="26" y="5"/>
                    <a:pt x="23" y="3"/>
                    <a:pt x="21" y="3"/>
                  </a:cubicBezTo>
                  <a:cubicBezTo>
                    <a:pt x="13" y="2"/>
                    <a:pt x="7" y="3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0"/>
                    <a:pt x="13" y="0"/>
                    <a:pt x="18" y="0"/>
                  </a:cubicBezTo>
                  <a:cubicBezTo>
                    <a:pt x="22" y="1"/>
                    <a:pt x="24" y="1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7" name="Freeform 102"/>
            <p:cNvSpPr>
              <a:spLocks/>
            </p:cNvSpPr>
            <p:nvPr/>
          </p:nvSpPr>
          <p:spPr bwMode="auto">
            <a:xfrm>
              <a:off x="8145720" y="3885241"/>
              <a:ext cx="70023" cy="14913"/>
            </a:xfrm>
            <a:custGeom>
              <a:avLst/>
              <a:gdLst>
                <a:gd name="T0" fmla="*/ 21 w 22"/>
                <a:gd name="T1" fmla="*/ 1 h 5"/>
                <a:gd name="T2" fmla="*/ 22 w 22"/>
                <a:gd name="T3" fmla="*/ 3 h 5"/>
                <a:gd name="T4" fmla="*/ 20 w 22"/>
                <a:gd name="T5" fmla="*/ 5 h 5"/>
                <a:gd name="T6" fmla="*/ 0 w 22"/>
                <a:gd name="T7" fmla="*/ 3 h 5"/>
                <a:gd name="T8" fmla="*/ 5 w 22"/>
                <a:gd name="T9" fmla="*/ 1 h 5"/>
                <a:gd name="T10" fmla="*/ 21 w 22"/>
                <a:gd name="T11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5">
                  <a:moveTo>
                    <a:pt x="21" y="1"/>
                  </a:moveTo>
                  <a:cubicBezTo>
                    <a:pt x="21" y="2"/>
                    <a:pt x="22" y="2"/>
                    <a:pt x="22" y="3"/>
                  </a:cubicBezTo>
                  <a:cubicBezTo>
                    <a:pt x="22" y="4"/>
                    <a:pt x="21" y="4"/>
                    <a:pt x="20" y="5"/>
                  </a:cubicBezTo>
                  <a:cubicBezTo>
                    <a:pt x="15" y="2"/>
                    <a:pt x="5" y="4"/>
                    <a:pt x="0" y="3"/>
                  </a:cubicBezTo>
                  <a:cubicBezTo>
                    <a:pt x="0" y="0"/>
                    <a:pt x="4" y="1"/>
                    <a:pt x="5" y="1"/>
                  </a:cubicBezTo>
                  <a:cubicBezTo>
                    <a:pt x="9" y="0"/>
                    <a:pt x="17" y="2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8" name="Freeform 103"/>
            <p:cNvSpPr>
              <a:spLocks/>
            </p:cNvSpPr>
            <p:nvPr/>
          </p:nvSpPr>
          <p:spPr bwMode="auto">
            <a:xfrm>
              <a:off x="8145720" y="3900154"/>
              <a:ext cx="72144" cy="21306"/>
            </a:xfrm>
            <a:custGeom>
              <a:avLst/>
              <a:gdLst>
                <a:gd name="T0" fmla="*/ 22 w 23"/>
                <a:gd name="T1" fmla="*/ 3 h 7"/>
                <a:gd name="T2" fmla="*/ 22 w 23"/>
                <a:gd name="T3" fmla="*/ 7 h 7"/>
                <a:gd name="T4" fmla="*/ 8 w 23"/>
                <a:gd name="T5" fmla="*/ 4 h 7"/>
                <a:gd name="T6" fmla="*/ 0 w 23"/>
                <a:gd name="T7" fmla="*/ 3 h 7"/>
                <a:gd name="T8" fmla="*/ 22 w 2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7">
                  <a:moveTo>
                    <a:pt x="22" y="3"/>
                  </a:moveTo>
                  <a:cubicBezTo>
                    <a:pt x="23" y="4"/>
                    <a:pt x="22" y="6"/>
                    <a:pt x="22" y="7"/>
                  </a:cubicBezTo>
                  <a:cubicBezTo>
                    <a:pt x="18" y="6"/>
                    <a:pt x="13" y="5"/>
                    <a:pt x="8" y="4"/>
                  </a:cubicBezTo>
                  <a:cubicBezTo>
                    <a:pt x="5" y="4"/>
                    <a:pt x="0" y="6"/>
                    <a:pt x="0" y="3"/>
                  </a:cubicBezTo>
                  <a:cubicBezTo>
                    <a:pt x="6" y="0"/>
                    <a:pt x="13" y="4"/>
                    <a:pt x="2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9" name="Freeform 104"/>
            <p:cNvSpPr>
              <a:spLocks/>
            </p:cNvSpPr>
            <p:nvPr/>
          </p:nvSpPr>
          <p:spPr bwMode="auto">
            <a:xfrm>
              <a:off x="8141476" y="4072733"/>
              <a:ext cx="78510" cy="19175"/>
            </a:xfrm>
            <a:custGeom>
              <a:avLst/>
              <a:gdLst>
                <a:gd name="T0" fmla="*/ 23 w 25"/>
                <a:gd name="T1" fmla="*/ 2 h 6"/>
                <a:gd name="T2" fmla="*/ 22 w 25"/>
                <a:gd name="T3" fmla="*/ 6 h 6"/>
                <a:gd name="T4" fmla="*/ 20 w 25"/>
                <a:gd name="T5" fmla="*/ 5 h 6"/>
                <a:gd name="T6" fmla="*/ 0 w 25"/>
                <a:gd name="T7" fmla="*/ 4 h 6"/>
                <a:gd name="T8" fmla="*/ 13 w 25"/>
                <a:gd name="T9" fmla="*/ 2 h 6"/>
                <a:gd name="T10" fmla="*/ 23 w 25"/>
                <a:gd name="T11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6">
                  <a:moveTo>
                    <a:pt x="23" y="2"/>
                  </a:moveTo>
                  <a:cubicBezTo>
                    <a:pt x="25" y="3"/>
                    <a:pt x="25" y="6"/>
                    <a:pt x="22" y="6"/>
                  </a:cubicBezTo>
                  <a:cubicBezTo>
                    <a:pt x="22" y="6"/>
                    <a:pt x="21" y="6"/>
                    <a:pt x="20" y="5"/>
                  </a:cubicBezTo>
                  <a:cubicBezTo>
                    <a:pt x="15" y="4"/>
                    <a:pt x="5" y="5"/>
                    <a:pt x="0" y="4"/>
                  </a:cubicBezTo>
                  <a:cubicBezTo>
                    <a:pt x="3" y="0"/>
                    <a:pt x="10" y="2"/>
                    <a:pt x="13" y="2"/>
                  </a:cubicBezTo>
                  <a:cubicBezTo>
                    <a:pt x="18" y="2"/>
                    <a:pt x="19" y="3"/>
                    <a:pt x="2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0" name="Freeform 105"/>
            <p:cNvSpPr>
              <a:spLocks/>
            </p:cNvSpPr>
            <p:nvPr/>
          </p:nvSpPr>
          <p:spPr bwMode="auto">
            <a:xfrm>
              <a:off x="8139355" y="4098300"/>
              <a:ext cx="80631" cy="23436"/>
            </a:xfrm>
            <a:custGeom>
              <a:avLst/>
              <a:gdLst>
                <a:gd name="T0" fmla="*/ 25 w 26"/>
                <a:gd name="T1" fmla="*/ 1 h 7"/>
                <a:gd name="T2" fmla="*/ 26 w 26"/>
                <a:gd name="T3" fmla="*/ 4 h 7"/>
                <a:gd name="T4" fmla="*/ 20 w 26"/>
                <a:gd name="T5" fmla="*/ 5 h 7"/>
                <a:gd name="T6" fmla="*/ 5 w 26"/>
                <a:gd name="T7" fmla="*/ 4 h 7"/>
                <a:gd name="T8" fmla="*/ 0 w 26"/>
                <a:gd name="T9" fmla="*/ 3 h 7"/>
                <a:gd name="T10" fmla="*/ 25 w 26"/>
                <a:gd name="T1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7">
                  <a:moveTo>
                    <a:pt x="25" y="1"/>
                  </a:moveTo>
                  <a:cubicBezTo>
                    <a:pt x="25" y="2"/>
                    <a:pt x="26" y="3"/>
                    <a:pt x="26" y="4"/>
                  </a:cubicBezTo>
                  <a:cubicBezTo>
                    <a:pt x="25" y="7"/>
                    <a:pt x="23" y="6"/>
                    <a:pt x="20" y="5"/>
                  </a:cubicBezTo>
                  <a:cubicBezTo>
                    <a:pt x="16" y="5"/>
                    <a:pt x="10" y="4"/>
                    <a:pt x="5" y="4"/>
                  </a:cubicBezTo>
                  <a:cubicBezTo>
                    <a:pt x="3" y="4"/>
                    <a:pt x="1" y="5"/>
                    <a:pt x="0" y="3"/>
                  </a:cubicBezTo>
                  <a:cubicBezTo>
                    <a:pt x="6" y="0"/>
                    <a:pt x="17" y="5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8" name="Freeform 106"/>
            <p:cNvSpPr>
              <a:spLocks noEditPoints="1"/>
            </p:cNvSpPr>
            <p:nvPr/>
          </p:nvSpPr>
          <p:spPr bwMode="auto">
            <a:xfrm>
              <a:off x="7394576" y="3627438"/>
              <a:ext cx="1077913" cy="566738"/>
            </a:xfrm>
            <a:custGeom>
              <a:avLst/>
              <a:gdLst>
                <a:gd name="T0" fmla="*/ 114 w 342"/>
                <a:gd name="T1" fmla="*/ 19 h 179"/>
                <a:gd name="T2" fmla="*/ 194 w 342"/>
                <a:gd name="T3" fmla="*/ 30 h 179"/>
                <a:gd name="T4" fmla="*/ 265 w 342"/>
                <a:gd name="T5" fmla="*/ 19 h 179"/>
                <a:gd name="T6" fmla="*/ 335 w 342"/>
                <a:gd name="T7" fmla="*/ 144 h 179"/>
                <a:gd name="T8" fmla="*/ 288 w 342"/>
                <a:gd name="T9" fmla="*/ 167 h 179"/>
                <a:gd name="T10" fmla="*/ 235 w 342"/>
                <a:gd name="T11" fmla="*/ 178 h 179"/>
                <a:gd name="T12" fmla="*/ 173 w 342"/>
                <a:gd name="T13" fmla="*/ 172 h 179"/>
                <a:gd name="T14" fmla="*/ 112 w 342"/>
                <a:gd name="T15" fmla="*/ 168 h 179"/>
                <a:gd name="T16" fmla="*/ 43 w 342"/>
                <a:gd name="T17" fmla="*/ 169 h 179"/>
                <a:gd name="T18" fmla="*/ 52 w 342"/>
                <a:gd name="T19" fmla="*/ 47 h 179"/>
                <a:gd name="T20" fmla="*/ 264 w 342"/>
                <a:gd name="T21" fmla="*/ 132 h 179"/>
                <a:gd name="T22" fmla="*/ 229 w 342"/>
                <a:gd name="T23" fmla="*/ 10 h 179"/>
                <a:gd name="T24" fmla="*/ 246 w 342"/>
                <a:gd name="T25" fmla="*/ 177 h 179"/>
                <a:gd name="T26" fmla="*/ 224 w 342"/>
                <a:gd name="T27" fmla="*/ 168 h 179"/>
                <a:gd name="T28" fmla="*/ 225 w 342"/>
                <a:gd name="T29" fmla="*/ 11 h 179"/>
                <a:gd name="T30" fmla="*/ 134 w 342"/>
                <a:gd name="T31" fmla="*/ 20 h 179"/>
                <a:gd name="T32" fmla="*/ 98 w 342"/>
                <a:gd name="T33" fmla="*/ 49 h 179"/>
                <a:gd name="T34" fmla="*/ 112 w 342"/>
                <a:gd name="T35" fmla="*/ 165 h 179"/>
                <a:gd name="T36" fmla="*/ 111 w 342"/>
                <a:gd name="T37" fmla="*/ 24 h 179"/>
                <a:gd name="T38" fmla="*/ 195 w 342"/>
                <a:gd name="T39" fmla="*/ 57 h 179"/>
                <a:gd name="T40" fmla="*/ 154 w 342"/>
                <a:gd name="T41" fmla="*/ 34 h 179"/>
                <a:gd name="T42" fmla="*/ 156 w 342"/>
                <a:gd name="T43" fmla="*/ 142 h 179"/>
                <a:gd name="T44" fmla="*/ 114 w 342"/>
                <a:gd name="T45" fmla="*/ 39 h 179"/>
                <a:gd name="T46" fmla="*/ 52 w 342"/>
                <a:gd name="T47" fmla="*/ 50 h 179"/>
                <a:gd name="T48" fmla="*/ 15 w 342"/>
                <a:gd name="T49" fmla="*/ 153 h 179"/>
                <a:gd name="T50" fmla="*/ 75 w 342"/>
                <a:gd name="T51" fmla="*/ 45 h 179"/>
                <a:gd name="T52" fmla="*/ 221 w 342"/>
                <a:gd name="T53" fmla="*/ 51 h 179"/>
                <a:gd name="T54" fmla="*/ 221 w 342"/>
                <a:gd name="T55" fmla="*/ 170 h 179"/>
                <a:gd name="T56" fmla="*/ 69 w 342"/>
                <a:gd name="T57" fmla="*/ 85 h 179"/>
                <a:gd name="T58" fmla="*/ 82 w 342"/>
                <a:gd name="T59" fmla="*/ 58 h 179"/>
                <a:gd name="T60" fmla="*/ 72 w 342"/>
                <a:gd name="T61" fmla="*/ 74 h 179"/>
                <a:gd name="T62" fmla="*/ 63 w 342"/>
                <a:gd name="T63" fmla="*/ 93 h 179"/>
                <a:gd name="T64" fmla="*/ 45 w 342"/>
                <a:gd name="T65" fmla="*/ 133 h 179"/>
                <a:gd name="T66" fmla="*/ 50 w 342"/>
                <a:gd name="T67" fmla="*/ 131 h 179"/>
                <a:gd name="T68" fmla="*/ 114 w 342"/>
                <a:gd name="T69" fmla="*/ 51 h 179"/>
                <a:gd name="T70" fmla="*/ 153 w 342"/>
                <a:gd name="T71" fmla="*/ 110 h 179"/>
                <a:gd name="T72" fmla="*/ 198 w 342"/>
                <a:gd name="T73" fmla="*/ 165 h 179"/>
                <a:gd name="T74" fmla="*/ 279 w 342"/>
                <a:gd name="T75" fmla="*/ 76 h 179"/>
                <a:gd name="T76" fmla="*/ 267 w 342"/>
                <a:gd name="T77" fmla="*/ 63 h 179"/>
                <a:gd name="T78" fmla="*/ 76 w 342"/>
                <a:gd name="T79" fmla="*/ 57 h 179"/>
                <a:gd name="T80" fmla="*/ 85 w 342"/>
                <a:gd name="T81" fmla="*/ 61 h 179"/>
                <a:gd name="T82" fmla="*/ 107 w 342"/>
                <a:gd name="T83" fmla="*/ 167 h 179"/>
                <a:gd name="T84" fmla="*/ 93 w 342"/>
                <a:gd name="T85" fmla="*/ 64 h 179"/>
                <a:gd name="T86" fmla="*/ 265 w 342"/>
                <a:gd name="T87" fmla="*/ 103 h 179"/>
                <a:gd name="T88" fmla="*/ 306 w 342"/>
                <a:gd name="T89" fmla="*/ 169 h 179"/>
                <a:gd name="T90" fmla="*/ 265 w 342"/>
                <a:gd name="T91" fmla="*/ 73 h 179"/>
                <a:gd name="T92" fmla="*/ 300 w 342"/>
                <a:gd name="T93" fmla="*/ 78 h 179"/>
                <a:gd name="T94" fmla="*/ 278 w 342"/>
                <a:gd name="T95" fmla="*/ 96 h 179"/>
                <a:gd name="T96" fmla="*/ 64 w 342"/>
                <a:gd name="T97" fmla="*/ 105 h 179"/>
                <a:gd name="T98" fmla="*/ 71 w 342"/>
                <a:gd name="T99" fmla="*/ 123 h 179"/>
                <a:gd name="T100" fmla="*/ 280 w 342"/>
                <a:gd name="T101" fmla="*/ 100 h 179"/>
                <a:gd name="T102" fmla="*/ 52 w 342"/>
                <a:gd name="T103" fmla="*/ 111 h 179"/>
                <a:gd name="T104" fmla="*/ 66 w 342"/>
                <a:gd name="T105" fmla="*/ 118 h 179"/>
                <a:gd name="T106" fmla="*/ 323 w 342"/>
                <a:gd name="T107" fmla="*/ 125 h 179"/>
                <a:gd name="T108" fmla="*/ 37 w 342"/>
                <a:gd name="T109" fmla="*/ 140 h 179"/>
                <a:gd name="T110" fmla="*/ 332 w 342"/>
                <a:gd name="T111" fmla="*/ 153 h 179"/>
                <a:gd name="T112" fmla="*/ 153 w 342"/>
                <a:gd name="T113" fmla="*/ 156 h 179"/>
                <a:gd name="T114" fmla="*/ 34 w 342"/>
                <a:gd name="T115" fmla="*/ 149 h 179"/>
                <a:gd name="T116" fmla="*/ 339 w 342"/>
                <a:gd name="T117" fmla="*/ 162 h 179"/>
                <a:gd name="T118" fmla="*/ 115 w 342"/>
                <a:gd name="T119" fmla="*/ 16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42" h="179">
                  <a:moveTo>
                    <a:pt x="79" y="39"/>
                  </a:moveTo>
                  <a:cubicBezTo>
                    <a:pt x="80" y="39"/>
                    <a:pt x="82" y="40"/>
                    <a:pt x="83" y="40"/>
                  </a:cubicBezTo>
                  <a:cubicBezTo>
                    <a:pt x="84" y="37"/>
                    <a:pt x="83" y="32"/>
                    <a:pt x="85" y="30"/>
                  </a:cubicBezTo>
                  <a:cubicBezTo>
                    <a:pt x="92" y="28"/>
                    <a:pt x="99" y="28"/>
                    <a:pt x="106" y="24"/>
                  </a:cubicBezTo>
                  <a:cubicBezTo>
                    <a:pt x="108" y="23"/>
                    <a:pt x="110" y="22"/>
                    <a:pt x="111" y="21"/>
                  </a:cubicBezTo>
                  <a:cubicBezTo>
                    <a:pt x="112" y="21"/>
                    <a:pt x="112" y="20"/>
                    <a:pt x="113" y="21"/>
                  </a:cubicBezTo>
                  <a:cubicBezTo>
                    <a:pt x="113" y="20"/>
                    <a:pt x="114" y="20"/>
                    <a:pt x="114" y="19"/>
                  </a:cubicBezTo>
                  <a:cubicBezTo>
                    <a:pt x="120" y="18"/>
                    <a:pt x="126" y="17"/>
                    <a:pt x="131" y="17"/>
                  </a:cubicBezTo>
                  <a:cubicBezTo>
                    <a:pt x="136" y="17"/>
                    <a:pt x="140" y="18"/>
                    <a:pt x="145" y="19"/>
                  </a:cubicBezTo>
                  <a:cubicBezTo>
                    <a:pt x="147" y="20"/>
                    <a:pt x="150" y="20"/>
                    <a:pt x="152" y="23"/>
                  </a:cubicBezTo>
                  <a:cubicBezTo>
                    <a:pt x="153" y="25"/>
                    <a:pt x="153" y="26"/>
                    <a:pt x="153" y="28"/>
                  </a:cubicBezTo>
                  <a:cubicBezTo>
                    <a:pt x="155" y="28"/>
                    <a:pt x="157" y="27"/>
                    <a:pt x="160" y="26"/>
                  </a:cubicBezTo>
                  <a:cubicBezTo>
                    <a:pt x="164" y="26"/>
                    <a:pt x="170" y="28"/>
                    <a:pt x="176" y="28"/>
                  </a:cubicBezTo>
                  <a:cubicBezTo>
                    <a:pt x="182" y="29"/>
                    <a:pt x="190" y="26"/>
                    <a:pt x="194" y="30"/>
                  </a:cubicBezTo>
                  <a:cubicBezTo>
                    <a:pt x="196" y="32"/>
                    <a:pt x="198" y="37"/>
                    <a:pt x="198" y="41"/>
                  </a:cubicBezTo>
                  <a:cubicBezTo>
                    <a:pt x="199" y="43"/>
                    <a:pt x="198" y="45"/>
                    <a:pt x="198" y="47"/>
                  </a:cubicBezTo>
                  <a:cubicBezTo>
                    <a:pt x="201" y="47"/>
                    <a:pt x="203" y="45"/>
                    <a:pt x="205" y="45"/>
                  </a:cubicBezTo>
                  <a:cubicBezTo>
                    <a:pt x="207" y="34"/>
                    <a:pt x="204" y="22"/>
                    <a:pt x="207" y="15"/>
                  </a:cubicBezTo>
                  <a:cubicBezTo>
                    <a:pt x="214" y="14"/>
                    <a:pt x="221" y="10"/>
                    <a:pt x="228" y="7"/>
                  </a:cubicBezTo>
                  <a:cubicBezTo>
                    <a:pt x="237" y="0"/>
                    <a:pt x="250" y="1"/>
                    <a:pt x="260" y="4"/>
                  </a:cubicBezTo>
                  <a:cubicBezTo>
                    <a:pt x="265" y="6"/>
                    <a:pt x="264" y="12"/>
                    <a:pt x="265" y="19"/>
                  </a:cubicBezTo>
                  <a:cubicBezTo>
                    <a:pt x="266" y="31"/>
                    <a:pt x="266" y="47"/>
                    <a:pt x="265" y="59"/>
                  </a:cubicBezTo>
                  <a:cubicBezTo>
                    <a:pt x="271" y="54"/>
                    <a:pt x="281" y="50"/>
                    <a:pt x="291" y="52"/>
                  </a:cubicBezTo>
                  <a:cubicBezTo>
                    <a:pt x="293" y="56"/>
                    <a:pt x="294" y="60"/>
                    <a:pt x="296" y="64"/>
                  </a:cubicBezTo>
                  <a:cubicBezTo>
                    <a:pt x="297" y="66"/>
                    <a:pt x="298" y="68"/>
                    <a:pt x="299" y="70"/>
                  </a:cubicBezTo>
                  <a:cubicBezTo>
                    <a:pt x="302" y="80"/>
                    <a:pt x="309" y="89"/>
                    <a:pt x="313" y="99"/>
                  </a:cubicBezTo>
                  <a:cubicBezTo>
                    <a:pt x="314" y="101"/>
                    <a:pt x="316" y="103"/>
                    <a:pt x="317" y="106"/>
                  </a:cubicBezTo>
                  <a:cubicBezTo>
                    <a:pt x="323" y="118"/>
                    <a:pt x="329" y="132"/>
                    <a:pt x="335" y="144"/>
                  </a:cubicBezTo>
                  <a:cubicBezTo>
                    <a:pt x="336" y="145"/>
                    <a:pt x="336" y="146"/>
                    <a:pt x="337" y="147"/>
                  </a:cubicBezTo>
                  <a:cubicBezTo>
                    <a:pt x="337" y="148"/>
                    <a:pt x="337" y="148"/>
                    <a:pt x="337" y="148"/>
                  </a:cubicBezTo>
                  <a:cubicBezTo>
                    <a:pt x="339" y="151"/>
                    <a:pt x="340" y="155"/>
                    <a:pt x="342" y="158"/>
                  </a:cubicBezTo>
                  <a:cubicBezTo>
                    <a:pt x="342" y="165"/>
                    <a:pt x="335" y="174"/>
                    <a:pt x="327" y="175"/>
                  </a:cubicBezTo>
                  <a:cubicBezTo>
                    <a:pt x="321" y="176"/>
                    <a:pt x="316" y="176"/>
                    <a:pt x="311" y="174"/>
                  </a:cubicBezTo>
                  <a:cubicBezTo>
                    <a:pt x="308" y="173"/>
                    <a:pt x="306" y="172"/>
                    <a:pt x="303" y="172"/>
                  </a:cubicBezTo>
                  <a:cubicBezTo>
                    <a:pt x="299" y="170"/>
                    <a:pt x="293" y="169"/>
                    <a:pt x="288" y="167"/>
                  </a:cubicBezTo>
                  <a:cubicBezTo>
                    <a:pt x="285" y="167"/>
                    <a:pt x="282" y="165"/>
                    <a:pt x="281" y="164"/>
                  </a:cubicBezTo>
                  <a:cubicBezTo>
                    <a:pt x="280" y="163"/>
                    <a:pt x="279" y="158"/>
                    <a:pt x="278" y="156"/>
                  </a:cubicBezTo>
                  <a:cubicBezTo>
                    <a:pt x="277" y="153"/>
                    <a:pt x="275" y="150"/>
                    <a:pt x="274" y="148"/>
                  </a:cubicBezTo>
                  <a:cubicBezTo>
                    <a:pt x="272" y="142"/>
                    <a:pt x="269" y="137"/>
                    <a:pt x="267" y="132"/>
                  </a:cubicBezTo>
                  <a:cubicBezTo>
                    <a:pt x="266" y="141"/>
                    <a:pt x="266" y="156"/>
                    <a:pt x="267" y="168"/>
                  </a:cubicBezTo>
                  <a:cubicBezTo>
                    <a:pt x="267" y="178"/>
                    <a:pt x="255" y="179"/>
                    <a:pt x="247" y="179"/>
                  </a:cubicBezTo>
                  <a:cubicBezTo>
                    <a:pt x="243" y="179"/>
                    <a:pt x="239" y="178"/>
                    <a:pt x="235" y="178"/>
                  </a:cubicBezTo>
                  <a:cubicBezTo>
                    <a:pt x="232" y="176"/>
                    <a:pt x="227" y="171"/>
                    <a:pt x="222" y="172"/>
                  </a:cubicBezTo>
                  <a:cubicBezTo>
                    <a:pt x="220" y="172"/>
                    <a:pt x="219" y="174"/>
                    <a:pt x="217" y="174"/>
                  </a:cubicBezTo>
                  <a:cubicBezTo>
                    <a:pt x="212" y="175"/>
                    <a:pt x="208" y="175"/>
                    <a:pt x="205" y="171"/>
                  </a:cubicBezTo>
                  <a:cubicBezTo>
                    <a:pt x="203" y="171"/>
                    <a:pt x="200" y="170"/>
                    <a:pt x="198" y="168"/>
                  </a:cubicBezTo>
                  <a:cubicBezTo>
                    <a:pt x="195" y="168"/>
                    <a:pt x="194" y="170"/>
                    <a:pt x="193" y="171"/>
                  </a:cubicBezTo>
                  <a:cubicBezTo>
                    <a:pt x="190" y="173"/>
                    <a:pt x="186" y="172"/>
                    <a:pt x="182" y="172"/>
                  </a:cubicBezTo>
                  <a:cubicBezTo>
                    <a:pt x="179" y="172"/>
                    <a:pt x="176" y="172"/>
                    <a:pt x="173" y="172"/>
                  </a:cubicBezTo>
                  <a:cubicBezTo>
                    <a:pt x="169" y="172"/>
                    <a:pt x="165" y="170"/>
                    <a:pt x="161" y="171"/>
                  </a:cubicBezTo>
                  <a:cubicBezTo>
                    <a:pt x="158" y="170"/>
                    <a:pt x="156" y="170"/>
                    <a:pt x="154" y="169"/>
                  </a:cubicBezTo>
                  <a:cubicBezTo>
                    <a:pt x="151" y="172"/>
                    <a:pt x="140" y="173"/>
                    <a:pt x="138" y="172"/>
                  </a:cubicBezTo>
                  <a:cubicBezTo>
                    <a:pt x="137" y="172"/>
                    <a:pt x="138" y="173"/>
                    <a:pt x="137" y="173"/>
                  </a:cubicBezTo>
                  <a:cubicBezTo>
                    <a:pt x="134" y="171"/>
                    <a:pt x="122" y="171"/>
                    <a:pt x="115" y="169"/>
                  </a:cubicBezTo>
                  <a:cubicBezTo>
                    <a:pt x="114" y="169"/>
                    <a:pt x="114" y="172"/>
                    <a:pt x="113" y="171"/>
                  </a:cubicBezTo>
                  <a:cubicBezTo>
                    <a:pt x="112" y="171"/>
                    <a:pt x="112" y="170"/>
                    <a:pt x="112" y="168"/>
                  </a:cubicBezTo>
                  <a:cubicBezTo>
                    <a:pt x="111" y="170"/>
                    <a:pt x="109" y="171"/>
                    <a:pt x="109" y="171"/>
                  </a:cubicBezTo>
                  <a:cubicBezTo>
                    <a:pt x="102" y="171"/>
                    <a:pt x="94" y="173"/>
                    <a:pt x="86" y="170"/>
                  </a:cubicBezTo>
                  <a:cubicBezTo>
                    <a:pt x="81" y="165"/>
                    <a:pt x="75" y="160"/>
                    <a:pt x="68" y="157"/>
                  </a:cubicBezTo>
                  <a:cubicBezTo>
                    <a:pt x="69" y="144"/>
                    <a:pt x="69" y="131"/>
                    <a:pt x="70" y="117"/>
                  </a:cubicBezTo>
                  <a:cubicBezTo>
                    <a:pt x="65" y="128"/>
                    <a:pt x="60" y="139"/>
                    <a:pt x="55" y="150"/>
                  </a:cubicBezTo>
                  <a:cubicBezTo>
                    <a:pt x="53" y="155"/>
                    <a:pt x="51" y="162"/>
                    <a:pt x="48" y="167"/>
                  </a:cubicBezTo>
                  <a:cubicBezTo>
                    <a:pt x="46" y="169"/>
                    <a:pt x="45" y="167"/>
                    <a:pt x="43" y="169"/>
                  </a:cubicBezTo>
                  <a:cubicBezTo>
                    <a:pt x="38" y="167"/>
                    <a:pt x="31" y="166"/>
                    <a:pt x="28" y="161"/>
                  </a:cubicBezTo>
                  <a:cubicBezTo>
                    <a:pt x="19" y="157"/>
                    <a:pt x="9" y="153"/>
                    <a:pt x="0" y="150"/>
                  </a:cubicBezTo>
                  <a:cubicBezTo>
                    <a:pt x="0" y="149"/>
                    <a:pt x="1" y="147"/>
                    <a:pt x="0" y="147"/>
                  </a:cubicBezTo>
                  <a:cubicBezTo>
                    <a:pt x="7" y="132"/>
                    <a:pt x="15" y="118"/>
                    <a:pt x="22" y="104"/>
                  </a:cubicBezTo>
                  <a:cubicBezTo>
                    <a:pt x="22" y="98"/>
                    <a:pt x="26" y="94"/>
                    <a:pt x="28" y="89"/>
                  </a:cubicBezTo>
                  <a:cubicBezTo>
                    <a:pt x="32" y="79"/>
                    <a:pt x="37" y="72"/>
                    <a:pt x="41" y="63"/>
                  </a:cubicBezTo>
                  <a:cubicBezTo>
                    <a:pt x="43" y="59"/>
                    <a:pt x="48" y="49"/>
                    <a:pt x="52" y="47"/>
                  </a:cubicBezTo>
                  <a:cubicBezTo>
                    <a:pt x="54" y="45"/>
                    <a:pt x="59" y="44"/>
                    <a:pt x="62" y="44"/>
                  </a:cubicBezTo>
                  <a:cubicBezTo>
                    <a:pt x="64" y="43"/>
                    <a:pt x="66" y="43"/>
                    <a:pt x="68" y="42"/>
                  </a:cubicBezTo>
                  <a:cubicBezTo>
                    <a:pt x="72" y="41"/>
                    <a:pt x="76" y="42"/>
                    <a:pt x="79" y="39"/>
                  </a:cubicBezTo>
                  <a:close/>
                  <a:moveTo>
                    <a:pt x="246" y="177"/>
                  </a:moveTo>
                  <a:cubicBezTo>
                    <a:pt x="252" y="177"/>
                    <a:pt x="262" y="175"/>
                    <a:pt x="264" y="171"/>
                  </a:cubicBezTo>
                  <a:cubicBezTo>
                    <a:pt x="264" y="169"/>
                    <a:pt x="264" y="164"/>
                    <a:pt x="264" y="161"/>
                  </a:cubicBezTo>
                  <a:cubicBezTo>
                    <a:pt x="264" y="153"/>
                    <a:pt x="264" y="141"/>
                    <a:pt x="264" y="132"/>
                  </a:cubicBezTo>
                  <a:cubicBezTo>
                    <a:pt x="264" y="127"/>
                    <a:pt x="263" y="121"/>
                    <a:pt x="263" y="115"/>
                  </a:cubicBezTo>
                  <a:cubicBezTo>
                    <a:pt x="263" y="103"/>
                    <a:pt x="262" y="92"/>
                    <a:pt x="262" y="80"/>
                  </a:cubicBezTo>
                  <a:cubicBezTo>
                    <a:pt x="263" y="53"/>
                    <a:pt x="264" y="32"/>
                    <a:pt x="262" y="10"/>
                  </a:cubicBezTo>
                  <a:cubicBezTo>
                    <a:pt x="261" y="10"/>
                    <a:pt x="261" y="8"/>
                    <a:pt x="261" y="8"/>
                  </a:cubicBezTo>
                  <a:cubicBezTo>
                    <a:pt x="257" y="5"/>
                    <a:pt x="253" y="5"/>
                    <a:pt x="249" y="5"/>
                  </a:cubicBezTo>
                  <a:cubicBezTo>
                    <a:pt x="246" y="4"/>
                    <a:pt x="243" y="4"/>
                    <a:pt x="241" y="4"/>
                  </a:cubicBezTo>
                  <a:cubicBezTo>
                    <a:pt x="237" y="5"/>
                    <a:pt x="230" y="6"/>
                    <a:pt x="229" y="10"/>
                  </a:cubicBezTo>
                  <a:cubicBezTo>
                    <a:pt x="227" y="15"/>
                    <a:pt x="229" y="27"/>
                    <a:pt x="229" y="32"/>
                  </a:cubicBezTo>
                  <a:cubicBezTo>
                    <a:pt x="229" y="38"/>
                    <a:pt x="229" y="45"/>
                    <a:pt x="230" y="52"/>
                  </a:cubicBezTo>
                  <a:cubicBezTo>
                    <a:pt x="231" y="60"/>
                    <a:pt x="233" y="69"/>
                    <a:pt x="233" y="79"/>
                  </a:cubicBezTo>
                  <a:cubicBezTo>
                    <a:pt x="233" y="94"/>
                    <a:pt x="234" y="112"/>
                    <a:pt x="233" y="128"/>
                  </a:cubicBezTo>
                  <a:cubicBezTo>
                    <a:pt x="232" y="131"/>
                    <a:pt x="233" y="133"/>
                    <a:pt x="233" y="137"/>
                  </a:cubicBezTo>
                  <a:cubicBezTo>
                    <a:pt x="233" y="149"/>
                    <a:pt x="232" y="161"/>
                    <a:pt x="231" y="173"/>
                  </a:cubicBezTo>
                  <a:cubicBezTo>
                    <a:pt x="235" y="175"/>
                    <a:pt x="240" y="177"/>
                    <a:pt x="246" y="177"/>
                  </a:cubicBezTo>
                  <a:close/>
                  <a:moveTo>
                    <a:pt x="208" y="19"/>
                  </a:moveTo>
                  <a:cubicBezTo>
                    <a:pt x="208" y="28"/>
                    <a:pt x="208" y="39"/>
                    <a:pt x="208" y="45"/>
                  </a:cubicBezTo>
                  <a:cubicBezTo>
                    <a:pt x="212" y="46"/>
                    <a:pt x="218" y="47"/>
                    <a:pt x="222" y="48"/>
                  </a:cubicBezTo>
                  <a:cubicBezTo>
                    <a:pt x="222" y="49"/>
                    <a:pt x="223" y="49"/>
                    <a:pt x="224" y="50"/>
                  </a:cubicBezTo>
                  <a:cubicBezTo>
                    <a:pt x="225" y="55"/>
                    <a:pt x="224" y="62"/>
                    <a:pt x="224" y="68"/>
                  </a:cubicBezTo>
                  <a:cubicBezTo>
                    <a:pt x="224" y="85"/>
                    <a:pt x="226" y="104"/>
                    <a:pt x="225" y="123"/>
                  </a:cubicBezTo>
                  <a:cubicBezTo>
                    <a:pt x="225" y="137"/>
                    <a:pt x="225" y="151"/>
                    <a:pt x="224" y="168"/>
                  </a:cubicBezTo>
                  <a:cubicBezTo>
                    <a:pt x="226" y="169"/>
                    <a:pt x="226" y="170"/>
                    <a:pt x="229" y="171"/>
                  </a:cubicBezTo>
                  <a:cubicBezTo>
                    <a:pt x="231" y="152"/>
                    <a:pt x="230" y="134"/>
                    <a:pt x="230" y="111"/>
                  </a:cubicBezTo>
                  <a:cubicBezTo>
                    <a:pt x="230" y="108"/>
                    <a:pt x="231" y="105"/>
                    <a:pt x="231" y="102"/>
                  </a:cubicBezTo>
                  <a:cubicBezTo>
                    <a:pt x="231" y="94"/>
                    <a:pt x="231" y="85"/>
                    <a:pt x="231" y="77"/>
                  </a:cubicBezTo>
                  <a:cubicBezTo>
                    <a:pt x="230" y="68"/>
                    <a:pt x="228" y="58"/>
                    <a:pt x="228" y="48"/>
                  </a:cubicBezTo>
                  <a:cubicBezTo>
                    <a:pt x="227" y="38"/>
                    <a:pt x="227" y="29"/>
                    <a:pt x="226" y="19"/>
                  </a:cubicBezTo>
                  <a:cubicBezTo>
                    <a:pt x="226" y="16"/>
                    <a:pt x="227" y="14"/>
                    <a:pt x="225" y="11"/>
                  </a:cubicBezTo>
                  <a:cubicBezTo>
                    <a:pt x="219" y="14"/>
                    <a:pt x="214" y="16"/>
                    <a:pt x="208" y="19"/>
                  </a:cubicBezTo>
                  <a:close/>
                  <a:moveTo>
                    <a:pt x="123" y="38"/>
                  </a:moveTo>
                  <a:cubicBezTo>
                    <a:pt x="128" y="39"/>
                    <a:pt x="132" y="40"/>
                    <a:pt x="137" y="40"/>
                  </a:cubicBezTo>
                  <a:cubicBezTo>
                    <a:pt x="140" y="40"/>
                    <a:pt x="145" y="39"/>
                    <a:pt x="146" y="39"/>
                  </a:cubicBezTo>
                  <a:cubicBezTo>
                    <a:pt x="147" y="39"/>
                    <a:pt x="149" y="38"/>
                    <a:pt x="150" y="37"/>
                  </a:cubicBezTo>
                  <a:cubicBezTo>
                    <a:pt x="150" y="32"/>
                    <a:pt x="150" y="27"/>
                    <a:pt x="149" y="23"/>
                  </a:cubicBezTo>
                  <a:cubicBezTo>
                    <a:pt x="145" y="22"/>
                    <a:pt x="140" y="20"/>
                    <a:pt x="134" y="20"/>
                  </a:cubicBezTo>
                  <a:cubicBezTo>
                    <a:pt x="128" y="20"/>
                    <a:pt x="117" y="20"/>
                    <a:pt x="115" y="23"/>
                  </a:cubicBezTo>
                  <a:cubicBezTo>
                    <a:pt x="113" y="25"/>
                    <a:pt x="114" y="28"/>
                    <a:pt x="114" y="31"/>
                  </a:cubicBezTo>
                  <a:cubicBezTo>
                    <a:pt x="114" y="34"/>
                    <a:pt x="113" y="36"/>
                    <a:pt x="114" y="38"/>
                  </a:cubicBezTo>
                  <a:cubicBezTo>
                    <a:pt x="116" y="35"/>
                    <a:pt x="120" y="38"/>
                    <a:pt x="123" y="38"/>
                  </a:cubicBezTo>
                  <a:close/>
                  <a:moveTo>
                    <a:pt x="86" y="34"/>
                  </a:moveTo>
                  <a:cubicBezTo>
                    <a:pt x="86" y="36"/>
                    <a:pt x="85" y="39"/>
                    <a:pt x="85" y="41"/>
                  </a:cubicBezTo>
                  <a:cubicBezTo>
                    <a:pt x="90" y="42"/>
                    <a:pt x="94" y="46"/>
                    <a:pt x="98" y="49"/>
                  </a:cubicBezTo>
                  <a:cubicBezTo>
                    <a:pt x="99" y="52"/>
                    <a:pt x="96" y="57"/>
                    <a:pt x="95" y="61"/>
                  </a:cubicBezTo>
                  <a:cubicBezTo>
                    <a:pt x="101" y="60"/>
                    <a:pt x="105" y="61"/>
                    <a:pt x="109" y="63"/>
                  </a:cubicBezTo>
                  <a:cubicBezTo>
                    <a:pt x="109" y="66"/>
                    <a:pt x="108" y="69"/>
                    <a:pt x="110" y="71"/>
                  </a:cubicBezTo>
                  <a:cubicBezTo>
                    <a:pt x="111" y="87"/>
                    <a:pt x="112" y="105"/>
                    <a:pt x="111" y="121"/>
                  </a:cubicBezTo>
                  <a:cubicBezTo>
                    <a:pt x="111" y="124"/>
                    <a:pt x="110" y="126"/>
                    <a:pt x="110" y="129"/>
                  </a:cubicBezTo>
                  <a:cubicBezTo>
                    <a:pt x="110" y="138"/>
                    <a:pt x="111" y="148"/>
                    <a:pt x="111" y="157"/>
                  </a:cubicBezTo>
                  <a:cubicBezTo>
                    <a:pt x="110" y="160"/>
                    <a:pt x="109" y="163"/>
                    <a:pt x="112" y="165"/>
                  </a:cubicBezTo>
                  <a:cubicBezTo>
                    <a:pt x="111" y="163"/>
                    <a:pt x="113" y="157"/>
                    <a:pt x="111" y="154"/>
                  </a:cubicBezTo>
                  <a:cubicBezTo>
                    <a:pt x="111" y="153"/>
                    <a:pt x="112" y="154"/>
                    <a:pt x="112" y="153"/>
                  </a:cubicBezTo>
                  <a:cubicBezTo>
                    <a:pt x="112" y="139"/>
                    <a:pt x="112" y="122"/>
                    <a:pt x="112" y="108"/>
                  </a:cubicBezTo>
                  <a:cubicBezTo>
                    <a:pt x="113" y="97"/>
                    <a:pt x="112" y="85"/>
                    <a:pt x="112" y="75"/>
                  </a:cubicBezTo>
                  <a:cubicBezTo>
                    <a:pt x="112" y="66"/>
                    <a:pt x="112" y="56"/>
                    <a:pt x="112" y="48"/>
                  </a:cubicBezTo>
                  <a:cubicBezTo>
                    <a:pt x="112" y="40"/>
                    <a:pt x="112" y="32"/>
                    <a:pt x="111" y="24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05" y="28"/>
                    <a:pt x="93" y="31"/>
                    <a:pt x="86" y="34"/>
                  </a:cubicBezTo>
                  <a:close/>
                  <a:moveTo>
                    <a:pt x="179" y="170"/>
                  </a:moveTo>
                  <a:cubicBezTo>
                    <a:pt x="186" y="171"/>
                    <a:pt x="192" y="169"/>
                    <a:pt x="194" y="165"/>
                  </a:cubicBezTo>
                  <a:cubicBezTo>
                    <a:pt x="195" y="157"/>
                    <a:pt x="194" y="147"/>
                    <a:pt x="194" y="139"/>
                  </a:cubicBezTo>
                  <a:cubicBezTo>
                    <a:pt x="194" y="120"/>
                    <a:pt x="194" y="103"/>
                    <a:pt x="195" y="87"/>
                  </a:cubicBezTo>
                  <a:cubicBezTo>
                    <a:pt x="196" y="79"/>
                    <a:pt x="195" y="70"/>
                    <a:pt x="195" y="61"/>
                  </a:cubicBezTo>
                  <a:cubicBezTo>
                    <a:pt x="195" y="60"/>
                    <a:pt x="195" y="58"/>
                    <a:pt x="195" y="57"/>
                  </a:cubicBezTo>
                  <a:cubicBezTo>
                    <a:pt x="195" y="55"/>
                    <a:pt x="195" y="54"/>
                    <a:pt x="195" y="52"/>
                  </a:cubicBezTo>
                  <a:cubicBezTo>
                    <a:pt x="195" y="48"/>
                    <a:pt x="197" y="39"/>
                    <a:pt x="194" y="35"/>
                  </a:cubicBezTo>
                  <a:cubicBezTo>
                    <a:pt x="193" y="33"/>
                    <a:pt x="188" y="31"/>
                    <a:pt x="185" y="31"/>
                  </a:cubicBezTo>
                  <a:cubicBezTo>
                    <a:pt x="180" y="30"/>
                    <a:pt x="176" y="31"/>
                    <a:pt x="171" y="30"/>
                  </a:cubicBezTo>
                  <a:cubicBezTo>
                    <a:pt x="166" y="29"/>
                    <a:pt x="161" y="28"/>
                    <a:pt x="158" y="29"/>
                  </a:cubicBezTo>
                  <a:cubicBezTo>
                    <a:pt x="157" y="29"/>
                    <a:pt x="154" y="30"/>
                    <a:pt x="154" y="32"/>
                  </a:cubicBezTo>
                  <a:cubicBezTo>
                    <a:pt x="153" y="32"/>
                    <a:pt x="154" y="33"/>
                    <a:pt x="154" y="34"/>
                  </a:cubicBezTo>
                  <a:cubicBezTo>
                    <a:pt x="154" y="36"/>
                    <a:pt x="154" y="40"/>
                    <a:pt x="154" y="43"/>
                  </a:cubicBezTo>
                  <a:cubicBezTo>
                    <a:pt x="154" y="44"/>
                    <a:pt x="153" y="45"/>
                    <a:pt x="153" y="46"/>
                  </a:cubicBezTo>
                  <a:cubicBezTo>
                    <a:pt x="153" y="50"/>
                    <a:pt x="153" y="54"/>
                    <a:pt x="153" y="57"/>
                  </a:cubicBezTo>
                  <a:cubicBezTo>
                    <a:pt x="153" y="66"/>
                    <a:pt x="155" y="77"/>
                    <a:pt x="155" y="88"/>
                  </a:cubicBezTo>
                  <a:cubicBezTo>
                    <a:pt x="155" y="93"/>
                    <a:pt x="155" y="98"/>
                    <a:pt x="155" y="103"/>
                  </a:cubicBezTo>
                  <a:cubicBezTo>
                    <a:pt x="155" y="108"/>
                    <a:pt x="156" y="113"/>
                    <a:pt x="156" y="118"/>
                  </a:cubicBezTo>
                  <a:cubicBezTo>
                    <a:pt x="156" y="126"/>
                    <a:pt x="156" y="134"/>
                    <a:pt x="156" y="142"/>
                  </a:cubicBezTo>
                  <a:cubicBezTo>
                    <a:pt x="155" y="150"/>
                    <a:pt x="154" y="159"/>
                    <a:pt x="156" y="167"/>
                  </a:cubicBezTo>
                  <a:cubicBezTo>
                    <a:pt x="162" y="167"/>
                    <a:pt x="171" y="169"/>
                    <a:pt x="179" y="170"/>
                  </a:cubicBezTo>
                  <a:close/>
                  <a:moveTo>
                    <a:pt x="114" y="47"/>
                  </a:moveTo>
                  <a:cubicBezTo>
                    <a:pt x="118" y="47"/>
                    <a:pt x="122" y="50"/>
                    <a:pt x="127" y="51"/>
                  </a:cubicBezTo>
                  <a:cubicBezTo>
                    <a:pt x="133" y="52"/>
                    <a:pt x="146" y="53"/>
                    <a:pt x="151" y="49"/>
                  </a:cubicBezTo>
                  <a:cubicBezTo>
                    <a:pt x="150" y="45"/>
                    <a:pt x="150" y="44"/>
                    <a:pt x="151" y="40"/>
                  </a:cubicBezTo>
                  <a:cubicBezTo>
                    <a:pt x="140" y="44"/>
                    <a:pt x="126" y="42"/>
                    <a:pt x="114" y="39"/>
                  </a:cubicBezTo>
                  <a:cubicBezTo>
                    <a:pt x="113" y="42"/>
                    <a:pt x="114" y="44"/>
                    <a:pt x="114" y="47"/>
                  </a:cubicBezTo>
                  <a:close/>
                  <a:moveTo>
                    <a:pt x="94" y="49"/>
                  </a:moveTo>
                  <a:cubicBezTo>
                    <a:pt x="90" y="47"/>
                    <a:pt x="86" y="43"/>
                    <a:pt x="80" y="43"/>
                  </a:cubicBezTo>
                  <a:cubicBezTo>
                    <a:pt x="79" y="44"/>
                    <a:pt x="77" y="45"/>
                    <a:pt x="77" y="47"/>
                  </a:cubicBezTo>
                  <a:cubicBezTo>
                    <a:pt x="84" y="47"/>
                    <a:pt x="88" y="52"/>
                    <a:pt x="94" y="55"/>
                  </a:cubicBezTo>
                  <a:cubicBezTo>
                    <a:pt x="95" y="52"/>
                    <a:pt x="96" y="51"/>
                    <a:pt x="94" y="49"/>
                  </a:cubicBezTo>
                  <a:close/>
                  <a:moveTo>
                    <a:pt x="52" y="50"/>
                  </a:moveTo>
                  <a:cubicBezTo>
                    <a:pt x="43" y="64"/>
                    <a:pt x="36" y="80"/>
                    <a:pt x="28" y="95"/>
                  </a:cubicBezTo>
                  <a:cubicBezTo>
                    <a:pt x="28" y="96"/>
                    <a:pt x="27" y="97"/>
                    <a:pt x="26" y="98"/>
                  </a:cubicBezTo>
                  <a:cubicBezTo>
                    <a:pt x="25" y="100"/>
                    <a:pt x="25" y="103"/>
                    <a:pt x="24" y="105"/>
                  </a:cubicBezTo>
                  <a:cubicBezTo>
                    <a:pt x="21" y="113"/>
                    <a:pt x="15" y="121"/>
                    <a:pt x="12" y="130"/>
                  </a:cubicBezTo>
                  <a:cubicBezTo>
                    <a:pt x="8" y="135"/>
                    <a:pt x="6" y="141"/>
                    <a:pt x="4" y="147"/>
                  </a:cubicBezTo>
                  <a:cubicBezTo>
                    <a:pt x="6" y="150"/>
                    <a:pt x="11" y="151"/>
                    <a:pt x="13" y="152"/>
                  </a:cubicBezTo>
                  <a:cubicBezTo>
                    <a:pt x="14" y="153"/>
                    <a:pt x="15" y="153"/>
                    <a:pt x="15" y="153"/>
                  </a:cubicBezTo>
                  <a:cubicBezTo>
                    <a:pt x="20" y="155"/>
                    <a:pt x="24" y="156"/>
                    <a:pt x="27" y="156"/>
                  </a:cubicBezTo>
                  <a:cubicBezTo>
                    <a:pt x="28" y="155"/>
                    <a:pt x="28" y="154"/>
                    <a:pt x="28" y="152"/>
                  </a:cubicBezTo>
                  <a:cubicBezTo>
                    <a:pt x="28" y="151"/>
                    <a:pt x="29" y="152"/>
                    <a:pt x="30" y="151"/>
                  </a:cubicBezTo>
                  <a:cubicBezTo>
                    <a:pt x="37" y="135"/>
                    <a:pt x="45" y="119"/>
                    <a:pt x="51" y="102"/>
                  </a:cubicBezTo>
                  <a:cubicBezTo>
                    <a:pt x="58" y="85"/>
                    <a:pt x="65" y="65"/>
                    <a:pt x="74" y="50"/>
                  </a:cubicBezTo>
                  <a:cubicBezTo>
                    <a:pt x="73" y="49"/>
                    <a:pt x="72" y="49"/>
                    <a:pt x="72" y="48"/>
                  </a:cubicBezTo>
                  <a:cubicBezTo>
                    <a:pt x="74" y="47"/>
                    <a:pt x="75" y="47"/>
                    <a:pt x="75" y="45"/>
                  </a:cubicBezTo>
                  <a:cubicBezTo>
                    <a:pt x="69" y="44"/>
                    <a:pt x="58" y="46"/>
                    <a:pt x="52" y="50"/>
                  </a:cubicBezTo>
                  <a:close/>
                  <a:moveTo>
                    <a:pt x="222" y="152"/>
                  </a:moveTo>
                  <a:cubicBezTo>
                    <a:pt x="223" y="137"/>
                    <a:pt x="223" y="119"/>
                    <a:pt x="223" y="105"/>
                  </a:cubicBezTo>
                  <a:cubicBezTo>
                    <a:pt x="223" y="100"/>
                    <a:pt x="222" y="96"/>
                    <a:pt x="222" y="93"/>
                  </a:cubicBezTo>
                  <a:cubicBezTo>
                    <a:pt x="222" y="91"/>
                    <a:pt x="222" y="90"/>
                    <a:pt x="222" y="88"/>
                  </a:cubicBezTo>
                  <a:cubicBezTo>
                    <a:pt x="222" y="82"/>
                    <a:pt x="222" y="76"/>
                    <a:pt x="222" y="70"/>
                  </a:cubicBezTo>
                  <a:cubicBezTo>
                    <a:pt x="222" y="65"/>
                    <a:pt x="223" y="53"/>
                    <a:pt x="221" y="51"/>
                  </a:cubicBezTo>
                  <a:cubicBezTo>
                    <a:pt x="220" y="50"/>
                    <a:pt x="211" y="48"/>
                    <a:pt x="208" y="48"/>
                  </a:cubicBezTo>
                  <a:cubicBezTo>
                    <a:pt x="208" y="48"/>
                    <a:pt x="206" y="48"/>
                    <a:pt x="205" y="49"/>
                  </a:cubicBezTo>
                  <a:cubicBezTo>
                    <a:pt x="206" y="53"/>
                    <a:pt x="205" y="58"/>
                    <a:pt x="205" y="63"/>
                  </a:cubicBezTo>
                  <a:cubicBezTo>
                    <a:pt x="205" y="68"/>
                    <a:pt x="205" y="73"/>
                    <a:pt x="205" y="77"/>
                  </a:cubicBezTo>
                  <a:cubicBezTo>
                    <a:pt x="205" y="87"/>
                    <a:pt x="206" y="97"/>
                    <a:pt x="206" y="107"/>
                  </a:cubicBezTo>
                  <a:cubicBezTo>
                    <a:pt x="207" y="128"/>
                    <a:pt x="206" y="149"/>
                    <a:pt x="205" y="169"/>
                  </a:cubicBezTo>
                  <a:cubicBezTo>
                    <a:pt x="209" y="174"/>
                    <a:pt x="217" y="172"/>
                    <a:pt x="221" y="170"/>
                  </a:cubicBezTo>
                  <a:cubicBezTo>
                    <a:pt x="223" y="164"/>
                    <a:pt x="222" y="158"/>
                    <a:pt x="222" y="152"/>
                  </a:cubicBezTo>
                  <a:close/>
                  <a:moveTo>
                    <a:pt x="68" y="115"/>
                  </a:moveTo>
                  <a:cubicBezTo>
                    <a:pt x="68" y="114"/>
                    <a:pt x="69" y="113"/>
                    <a:pt x="70" y="111"/>
                  </a:cubicBezTo>
                  <a:cubicBezTo>
                    <a:pt x="69" y="112"/>
                    <a:pt x="68" y="112"/>
                    <a:pt x="67" y="111"/>
                  </a:cubicBezTo>
                  <a:cubicBezTo>
                    <a:pt x="67" y="107"/>
                    <a:pt x="62" y="108"/>
                    <a:pt x="60" y="105"/>
                  </a:cubicBezTo>
                  <a:cubicBezTo>
                    <a:pt x="60" y="105"/>
                    <a:pt x="60" y="103"/>
                    <a:pt x="62" y="103"/>
                  </a:cubicBezTo>
                  <a:cubicBezTo>
                    <a:pt x="63" y="97"/>
                    <a:pt x="68" y="93"/>
                    <a:pt x="69" y="85"/>
                  </a:cubicBezTo>
                  <a:cubicBezTo>
                    <a:pt x="72" y="82"/>
                    <a:pt x="76" y="87"/>
                    <a:pt x="79" y="88"/>
                  </a:cubicBezTo>
                  <a:cubicBezTo>
                    <a:pt x="80" y="87"/>
                    <a:pt x="81" y="86"/>
                    <a:pt x="81" y="85"/>
                  </a:cubicBezTo>
                  <a:cubicBezTo>
                    <a:pt x="78" y="82"/>
                    <a:pt x="75" y="83"/>
                    <a:pt x="72" y="81"/>
                  </a:cubicBezTo>
                  <a:cubicBezTo>
                    <a:pt x="71" y="76"/>
                    <a:pt x="76" y="76"/>
                    <a:pt x="76" y="71"/>
                  </a:cubicBezTo>
                  <a:cubicBezTo>
                    <a:pt x="78" y="69"/>
                    <a:pt x="79" y="66"/>
                    <a:pt x="80" y="63"/>
                  </a:cubicBezTo>
                  <a:cubicBezTo>
                    <a:pt x="81" y="61"/>
                    <a:pt x="81" y="57"/>
                    <a:pt x="82" y="59"/>
                  </a:cubicBezTo>
                  <a:cubicBezTo>
                    <a:pt x="82" y="58"/>
                    <a:pt x="81" y="58"/>
                    <a:pt x="82" y="58"/>
                  </a:cubicBezTo>
                  <a:cubicBezTo>
                    <a:pt x="86" y="56"/>
                    <a:pt x="89" y="59"/>
                    <a:pt x="92" y="61"/>
                  </a:cubicBezTo>
                  <a:cubicBezTo>
                    <a:pt x="92" y="60"/>
                    <a:pt x="93" y="59"/>
                    <a:pt x="93" y="58"/>
                  </a:cubicBezTo>
                  <a:cubicBezTo>
                    <a:pt x="89" y="53"/>
                    <a:pt x="83" y="50"/>
                    <a:pt x="76" y="49"/>
                  </a:cubicBezTo>
                  <a:cubicBezTo>
                    <a:pt x="76" y="51"/>
                    <a:pt x="74" y="52"/>
                    <a:pt x="75" y="53"/>
                  </a:cubicBezTo>
                  <a:cubicBezTo>
                    <a:pt x="77" y="54"/>
                    <a:pt x="82" y="57"/>
                    <a:pt x="78" y="60"/>
                  </a:cubicBezTo>
                  <a:cubicBezTo>
                    <a:pt x="78" y="61"/>
                    <a:pt x="77" y="62"/>
                    <a:pt x="77" y="63"/>
                  </a:cubicBezTo>
                  <a:cubicBezTo>
                    <a:pt x="75" y="67"/>
                    <a:pt x="73" y="71"/>
                    <a:pt x="72" y="74"/>
                  </a:cubicBezTo>
                  <a:cubicBezTo>
                    <a:pt x="71" y="76"/>
                    <a:pt x="71" y="79"/>
                    <a:pt x="69" y="80"/>
                  </a:cubicBezTo>
                  <a:cubicBezTo>
                    <a:pt x="68" y="79"/>
                    <a:pt x="67" y="78"/>
                    <a:pt x="66" y="77"/>
                  </a:cubicBezTo>
                  <a:cubicBezTo>
                    <a:pt x="65" y="78"/>
                    <a:pt x="64" y="78"/>
                    <a:pt x="63" y="78"/>
                  </a:cubicBezTo>
                  <a:cubicBezTo>
                    <a:pt x="62" y="79"/>
                    <a:pt x="62" y="80"/>
                    <a:pt x="62" y="82"/>
                  </a:cubicBezTo>
                  <a:cubicBezTo>
                    <a:pt x="63" y="83"/>
                    <a:pt x="66" y="84"/>
                    <a:pt x="66" y="86"/>
                  </a:cubicBezTo>
                  <a:cubicBezTo>
                    <a:pt x="66" y="87"/>
                    <a:pt x="64" y="88"/>
                    <a:pt x="63" y="90"/>
                  </a:cubicBezTo>
                  <a:cubicBezTo>
                    <a:pt x="63" y="91"/>
                    <a:pt x="63" y="92"/>
                    <a:pt x="63" y="93"/>
                  </a:cubicBezTo>
                  <a:cubicBezTo>
                    <a:pt x="61" y="97"/>
                    <a:pt x="59" y="102"/>
                    <a:pt x="58" y="105"/>
                  </a:cubicBezTo>
                  <a:cubicBezTo>
                    <a:pt x="57" y="105"/>
                    <a:pt x="57" y="105"/>
                    <a:pt x="56" y="105"/>
                  </a:cubicBezTo>
                  <a:cubicBezTo>
                    <a:pt x="55" y="105"/>
                    <a:pt x="55" y="104"/>
                    <a:pt x="53" y="103"/>
                  </a:cubicBezTo>
                  <a:cubicBezTo>
                    <a:pt x="52" y="105"/>
                    <a:pt x="52" y="107"/>
                    <a:pt x="51" y="108"/>
                  </a:cubicBezTo>
                  <a:cubicBezTo>
                    <a:pt x="53" y="109"/>
                    <a:pt x="55" y="110"/>
                    <a:pt x="55" y="112"/>
                  </a:cubicBezTo>
                  <a:cubicBezTo>
                    <a:pt x="51" y="117"/>
                    <a:pt x="48" y="125"/>
                    <a:pt x="48" y="131"/>
                  </a:cubicBezTo>
                  <a:cubicBezTo>
                    <a:pt x="47" y="132"/>
                    <a:pt x="46" y="132"/>
                    <a:pt x="45" y="133"/>
                  </a:cubicBezTo>
                  <a:cubicBezTo>
                    <a:pt x="44" y="132"/>
                    <a:pt x="43" y="130"/>
                    <a:pt x="42" y="130"/>
                  </a:cubicBezTo>
                  <a:cubicBezTo>
                    <a:pt x="41" y="133"/>
                    <a:pt x="39" y="135"/>
                    <a:pt x="39" y="138"/>
                  </a:cubicBezTo>
                  <a:cubicBezTo>
                    <a:pt x="45" y="136"/>
                    <a:pt x="50" y="141"/>
                    <a:pt x="55" y="143"/>
                  </a:cubicBezTo>
                  <a:cubicBezTo>
                    <a:pt x="56" y="142"/>
                    <a:pt x="57" y="141"/>
                    <a:pt x="57" y="140"/>
                  </a:cubicBezTo>
                  <a:cubicBezTo>
                    <a:pt x="55" y="137"/>
                    <a:pt x="52" y="135"/>
                    <a:pt x="49" y="134"/>
                  </a:cubicBezTo>
                  <a:cubicBezTo>
                    <a:pt x="49" y="134"/>
                    <a:pt x="49" y="133"/>
                    <a:pt x="49" y="133"/>
                  </a:cubicBezTo>
                  <a:cubicBezTo>
                    <a:pt x="49" y="132"/>
                    <a:pt x="49" y="131"/>
                    <a:pt x="50" y="131"/>
                  </a:cubicBezTo>
                  <a:cubicBezTo>
                    <a:pt x="50" y="130"/>
                    <a:pt x="50" y="130"/>
                    <a:pt x="50" y="129"/>
                  </a:cubicBezTo>
                  <a:cubicBezTo>
                    <a:pt x="54" y="126"/>
                    <a:pt x="54" y="120"/>
                    <a:pt x="58" y="117"/>
                  </a:cubicBezTo>
                  <a:cubicBezTo>
                    <a:pt x="58" y="114"/>
                    <a:pt x="58" y="112"/>
                    <a:pt x="60" y="111"/>
                  </a:cubicBezTo>
                  <a:cubicBezTo>
                    <a:pt x="63" y="112"/>
                    <a:pt x="65" y="114"/>
                    <a:pt x="68" y="115"/>
                  </a:cubicBezTo>
                  <a:close/>
                  <a:moveTo>
                    <a:pt x="140" y="54"/>
                  </a:moveTo>
                  <a:cubicBezTo>
                    <a:pt x="131" y="55"/>
                    <a:pt x="122" y="52"/>
                    <a:pt x="114" y="50"/>
                  </a:cubicBezTo>
                  <a:cubicBezTo>
                    <a:pt x="114" y="50"/>
                    <a:pt x="114" y="51"/>
                    <a:pt x="114" y="51"/>
                  </a:cubicBezTo>
                  <a:cubicBezTo>
                    <a:pt x="115" y="82"/>
                    <a:pt x="113" y="115"/>
                    <a:pt x="114" y="142"/>
                  </a:cubicBezTo>
                  <a:cubicBezTo>
                    <a:pt x="115" y="141"/>
                    <a:pt x="117" y="142"/>
                    <a:pt x="117" y="142"/>
                  </a:cubicBezTo>
                  <a:cubicBezTo>
                    <a:pt x="119" y="141"/>
                    <a:pt x="119" y="142"/>
                    <a:pt x="121" y="143"/>
                  </a:cubicBezTo>
                  <a:cubicBezTo>
                    <a:pt x="122" y="143"/>
                    <a:pt x="123" y="142"/>
                    <a:pt x="124" y="143"/>
                  </a:cubicBezTo>
                  <a:cubicBezTo>
                    <a:pt x="125" y="143"/>
                    <a:pt x="126" y="143"/>
                    <a:pt x="126" y="143"/>
                  </a:cubicBezTo>
                  <a:cubicBezTo>
                    <a:pt x="135" y="145"/>
                    <a:pt x="145" y="144"/>
                    <a:pt x="153" y="143"/>
                  </a:cubicBezTo>
                  <a:cubicBezTo>
                    <a:pt x="153" y="132"/>
                    <a:pt x="154" y="121"/>
                    <a:pt x="153" y="110"/>
                  </a:cubicBezTo>
                  <a:cubicBezTo>
                    <a:pt x="152" y="101"/>
                    <a:pt x="153" y="91"/>
                    <a:pt x="152" y="82"/>
                  </a:cubicBezTo>
                  <a:cubicBezTo>
                    <a:pt x="152" y="73"/>
                    <a:pt x="150" y="62"/>
                    <a:pt x="151" y="53"/>
                  </a:cubicBezTo>
                  <a:cubicBezTo>
                    <a:pt x="147" y="52"/>
                    <a:pt x="144" y="54"/>
                    <a:pt x="140" y="54"/>
                  </a:cubicBezTo>
                  <a:close/>
                  <a:moveTo>
                    <a:pt x="197" y="51"/>
                  </a:moveTo>
                  <a:cubicBezTo>
                    <a:pt x="197" y="57"/>
                    <a:pt x="198" y="59"/>
                    <a:pt x="197" y="62"/>
                  </a:cubicBezTo>
                  <a:cubicBezTo>
                    <a:pt x="198" y="70"/>
                    <a:pt x="199" y="78"/>
                    <a:pt x="198" y="86"/>
                  </a:cubicBezTo>
                  <a:cubicBezTo>
                    <a:pt x="196" y="112"/>
                    <a:pt x="197" y="141"/>
                    <a:pt x="198" y="165"/>
                  </a:cubicBezTo>
                  <a:cubicBezTo>
                    <a:pt x="199" y="166"/>
                    <a:pt x="201" y="168"/>
                    <a:pt x="202" y="167"/>
                  </a:cubicBezTo>
                  <a:cubicBezTo>
                    <a:pt x="205" y="146"/>
                    <a:pt x="204" y="126"/>
                    <a:pt x="204" y="105"/>
                  </a:cubicBezTo>
                  <a:cubicBezTo>
                    <a:pt x="204" y="98"/>
                    <a:pt x="203" y="92"/>
                    <a:pt x="202" y="85"/>
                  </a:cubicBezTo>
                  <a:cubicBezTo>
                    <a:pt x="202" y="74"/>
                    <a:pt x="203" y="62"/>
                    <a:pt x="203" y="51"/>
                  </a:cubicBezTo>
                  <a:cubicBezTo>
                    <a:pt x="200" y="51"/>
                    <a:pt x="199" y="52"/>
                    <a:pt x="198" y="51"/>
                  </a:cubicBezTo>
                  <a:cubicBezTo>
                    <a:pt x="198" y="51"/>
                    <a:pt x="197" y="51"/>
                    <a:pt x="197" y="51"/>
                  </a:cubicBezTo>
                  <a:close/>
                  <a:moveTo>
                    <a:pt x="279" y="76"/>
                  </a:moveTo>
                  <a:cubicBezTo>
                    <a:pt x="284" y="75"/>
                    <a:pt x="291" y="72"/>
                    <a:pt x="294" y="68"/>
                  </a:cubicBezTo>
                  <a:cubicBezTo>
                    <a:pt x="296" y="65"/>
                    <a:pt x="293" y="62"/>
                    <a:pt x="292" y="60"/>
                  </a:cubicBezTo>
                  <a:cubicBezTo>
                    <a:pt x="291" y="58"/>
                    <a:pt x="290" y="55"/>
                    <a:pt x="288" y="54"/>
                  </a:cubicBezTo>
                  <a:cubicBezTo>
                    <a:pt x="287" y="54"/>
                    <a:pt x="284" y="54"/>
                    <a:pt x="281" y="54"/>
                  </a:cubicBezTo>
                  <a:cubicBezTo>
                    <a:pt x="279" y="55"/>
                    <a:pt x="276" y="55"/>
                    <a:pt x="275" y="55"/>
                  </a:cubicBezTo>
                  <a:cubicBezTo>
                    <a:pt x="272" y="56"/>
                    <a:pt x="269" y="59"/>
                    <a:pt x="267" y="60"/>
                  </a:cubicBezTo>
                  <a:cubicBezTo>
                    <a:pt x="268" y="61"/>
                    <a:pt x="266" y="62"/>
                    <a:pt x="267" y="63"/>
                  </a:cubicBezTo>
                  <a:cubicBezTo>
                    <a:pt x="266" y="63"/>
                    <a:pt x="265" y="63"/>
                    <a:pt x="265" y="64"/>
                  </a:cubicBezTo>
                  <a:cubicBezTo>
                    <a:pt x="265" y="69"/>
                    <a:pt x="268" y="73"/>
                    <a:pt x="270" y="77"/>
                  </a:cubicBezTo>
                  <a:cubicBezTo>
                    <a:pt x="273" y="76"/>
                    <a:pt x="275" y="76"/>
                    <a:pt x="279" y="76"/>
                  </a:cubicBezTo>
                  <a:close/>
                  <a:moveTo>
                    <a:pt x="73" y="56"/>
                  </a:moveTo>
                  <a:cubicBezTo>
                    <a:pt x="70" y="62"/>
                    <a:pt x="67" y="68"/>
                    <a:pt x="64" y="75"/>
                  </a:cubicBezTo>
                  <a:cubicBezTo>
                    <a:pt x="66" y="74"/>
                    <a:pt x="66" y="76"/>
                    <a:pt x="68" y="76"/>
                  </a:cubicBezTo>
                  <a:cubicBezTo>
                    <a:pt x="71" y="70"/>
                    <a:pt x="74" y="63"/>
                    <a:pt x="76" y="57"/>
                  </a:cubicBezTo>
                  <a:cubicBezTo>
                    <a:pt x="76" y="56"/>
                    <a:pt x="75" y="55"/>
                    <a:pt x="73" y="56"/>
                  </a:cubicBezTo>
                  <a:close/>
                  <a:moveTo>
                    <a:pt x="85" y="61"/>
                  </a:moveTo>
                  <a:cubicBezTo>
                    <a:pt x="83" y="63"/>
                    <a:pt x="82" y="66"/>
                    <a:pt x="80" y="70"/>
                  </a:cubicBezTo>
                  <a:cubicBezTo>
                    <a:pt x="79" y="73"/>
                    <a:pt x="76" y="76"/>
                    <a:pt x="76" y="78"/>
                  </a:cubicBezTo>
                  <a:cubicBezTo>
                    <a:pt x="77" y="81"/>
                    <a:pt x="80" y="81"/>
                    <a:pt x="81" y="83"/>
                  </a:cubicBezTo>
                  <a:cubicBezTo>
                    <a:pt x="86" y="77"/>
                    <a:pt x="88" y="70"/>
                    <a:pt x="91" y="64"/>
                  </a:cubicBezTo>
                  <a:cubicBezTo>
                    <a:pt x="89" y="62"/>
                    <a:pt x="87" y="61"/>
                    <a:pt x="85" y="61"/>
                  </a:cubicBezTo>
                  <a:close/>
                  <a:moveTo>
                    <a:pt x="93" y="64"/>
                  </a:moveTo>
                  <a:cubicBezTo>
                    <a:pt x="91" y="70"/>
                    <a:pt x="86" y="77"/>
                    <a:pt x="84" y="83"/>
                  </a:cubicBezTo>
                  <a:cubicBezTo>
                    <a:pt x="83" y="89"/>
                    <a:pt x="84" y="98"/>
                    <a:pt x="85" y="105"/>
                  </a:cubicBezTo>
                  <a:cubicBezTo>
                    <a:pt x="85" y="111"/>
                    <a:pt x="84" y="117"/>
                    <a:pt x="84" y="123"/>
                  </a:cubicBezTo>
                  <a:cubicBezTo>
                    <a:pt x="85" y="135"/>
                    <a:pt x="85" y="150"/>
                    <a:pt x="85" y="163"/>
                  </a:cubicBezTo>
                  <a:cubicBezTo>
                    <a:pt x="85" y="164"/>
                    <a:pt x="87" y="165"/>
                    <a:pt x="86" y="167"/>
                  </a:cubicBezTo>
                  <a:cubicBezTo>
                    <a:pt x="93" y="170"/>
                    <a:pt x="101" y="169"/>
                    <a:pt x="107" y="167"/>
                  </a:cubicBezTo>
                  <a:cubicBezTo>
                    <a:pt x="109" y="159"/>
                    <a:pt x="108" y="152"/>
                    <a:pt x="108" y="144"/>
                  </a:cubicBezTo>
                  <a:cubicBezTo>
                    <a:pt x="108" y="132"/>
                    <a:pt x="109" y="119"/>
                    <a:pt x="109" y="105"/>
                  </a:cubicBezTo>
                  <a:cubicBezTo>
                    <a:pt x="109" y="101"/>
                    <a:pt x="109" y="96"/>
                    <a:pt x="109" y="93"/>
                  </a:cubicBezTo>
                  <a:cubicBezTo>
                    <a:pt x="109" y="92"/>
                    <a:pt x="108" y="91"/>
                    <a:pt x="108" y="90"/>
                  </a:cubicBezTo>
                  <a:cubicBezTo>
                    <a:pt x="108" y="87"/>
                    <a:pt x="109" y="84"/>
                    <a:pt x="108" y="81"/>
                  </a:cubicBezTo>
                  <a:cubicBezTo>
                    <a:pt x="108" y="75"/>
                    <a:pt x="106" y="70"/>
                    <a:pt x="106" y="64"/>
                  </a:cubicBezTo>
                  <a:cubicBezTo>
                    <a:pt x="102" y="62"/>
                    <a:pt x="97" y="62"/>
                    <a:pt x="93" y="64"/>
                  </a:cubicBezTo>
                  <a:close/>
                  <a:moveTo>
                    <a:pt x="271" y="79"/>
                  </a:moveTo>
                  <a:cubicBezTo>
                    <a:pt x="271" y="82"/>
                    <a:pt x="272" y="83"/>
                    <a:pt x="273" y="84"/>
                  </a:cubicBezTo>
                  <a:cubicBezTo>
                    <a:pt x="274" y="84"/>
                    <a:pt x="274" y="83"/>
                    <a:pt x="276" y="83"/>
                  </a:cubicBezTo>
                  <a:cubicBezTo>
                    <a:pt x="285" y="87"/>
                    <a:pt x="306" y="80"/>
                    <a:pt x="296" y="69"/>
                  </a:cubicBezTo>
                  <a:cubicBezTo>
                    <a:pt x="292" y="77"/>
                    <a:pt x="281" y="78"/>
                    <a:pt x="271" y="79"/>
                  </a:cubicBezTo>
                  <a:close/>
                  <a:moveTo>
                    <a:pt x="265" y="96"/>
                  </a:moveTo>
                  <a:cubicBezTo>
                    <a:pt x="265" y="98"/>
                    <a:pt x="265" y="100"/>
                    <a:pt x="265" y="103"/>
                  </a:cubicBezTo>
                  <a:cubicBezTo>
                    <a:pt x="265" y="107"/>
                    <a:pt x="265" y="112"/>
                    <a:pt x="265" y="118"/>
                  </a:cubicBezTo>
                  <a:cubicBezTo>
                    <a:pt x="265" y="121"/>
                    <a:pt x="265" y="125"/>
                    <a:pt x="266" y="127"/>
                  </a:cubicBezTo>
                  <a:cubicBezTo>
                    <a:pt x="266" y="128"/>
                    <a:pt x="268" y="130"/>
                    <a:pt x="269" y="132"/>
                  </a:cubicBezTo>
                  <a:cubicBezTo>
                    <a:pt x="272" y="136"/>
                    <a:pt x="274" y="141"/>
                    <a:pt x="276" y="147"/>
                  </a:cubicBezTo>
                  <a:cubicBezTo>
                    <a:pt x="278" y="151"/>
                    <a:pt x="281" y="160"/>
                    <a:pt x="284" y="163"/>
                  </a:cubicBezTo>
                  <a:cubicBezTo>
                    <a:pt x="285" y="164"/>
                    <a:pt x="289" y="165"/>
                    <a:pt x="291" y="166"/>
                  </a:cubicBezTo>
                  <a:cubicBezTo>
                    <a:pt x="296" y="168"/>
                    <a:pt x="302" y="168"/>
                    <a:pt x="306" y="169"/>
                  </a:cubicBezTo>
                  <a:cubicBezTo>
                    <a:pt x="304" y="166"/>
                    <a:pt x="303" y="162"/>
                    <a:pt x="302" y="159"/>
                  </a:cubicBezTo>
                  <a:cubicBezTo>
                    <a:pt x="301" y="156"/>
                    <a:pt x="299" y="153"/>
                    <a:pt x="298" y="151"/>
                  </a:cubicBezTo>
                  <a:cubicBezTo>
                    <a:pt x="298" y="150"/>
                    <a:pt x="298" y="148"/>
                    <a:pt x="298" y="147"/>
                  </a:cubicBezTo>
                  <a:cubicBezTo>
                    <a:pt x="296" y="141"/>
                    <a:pt x="292" y="135"/>
                    <a:pt x="290" y="128"/>
                  </a:cubicBezTo>
                  <a:cubicBezTo>
                    <a:pt x="287" y="122"/>
                    <a:pt x="285" y="115"/>
                    <a:pt x="282" y="109"/>
                  </a:cubicBezTo>
                  <a:cubicBezTo>
                    <a:pt x="276" y="97"/>
                    <a:pt x="271" y="84"/>
                    <a:pt x="265" y="73"/>
                  </a:cubicBezTo>
                  <a:cubicBezTo>
                    <a:pt x="265" y="72"/>
                    <a:pt x="265" y="72"/>
                    <a:pt x="265" y="73"/>
                  </a:cubicBezTo>
                  <a:cubicBezTo>
                    <a:pt x="264" y="79"/>
                    <a:pt x="265" y="87"/>
                    <a:pt x="265" y="96"/>
                  </a:cubicBezTo>
                  <a:close/>
                  <a:moveTo>
                    <a:pt x="274" y="87"/>
                  </a:moveTo>
                  <a:cubicBezTo>
                    <a:pt x="276" y="89"/>
                    <a:pt x="276" y="92"/>
                    <a:pt x="278" y="94"/>
                  </a:cubicBezTo>
                  <a:cubicBezTo>
                    <a:pt x="278" y="93"/>
                    <a:pt x="278" y="93"/>
                    <a:pt x="278" y="93"/>
                  </a:cubicBezTo>
                  <a:cubicBezTo>
                    <a:pt x="280" y="93"/>
                    <a:pt x="283" y="93"/>
                    <a:pt x="285" y="93"/>
                  </a:cubicBezTo>
                  <a:cubicBezTo>
                    <a:pt x="291" y="93"/>
                    <a:pt x="299" y="87"/>
                    <a:pt x="301" y="83"/>
                  </a:cubicBezTo>
                  <a:cubicBezTo>
                    <a:pt x="302" y="81"/>
                    <a:pt x="302" y="79"/>
                    <a:pt x="300" y="78"/>
                  </a:cubicBezTo>
                  <a:cubicBezTo>
                    <a:pt x="295" y="87"/>
                    <a:pt x="283" y="86"/>
                    <a:pt x="274" y="87"/>
                  </a:cubicBezTo>
                  <a:close/>
                  <a:moveTo>
                    <a:pt x="278" y="96"/>
                  </a:moveTo>
                  <a:cubicBezTo>
                    <a:pt x="279" y="96"/>
                    <a:pt x="279" y="97"/>
                    <a:pt x="279" y="98"/>
                  </a:cubicBezTo>
                  <a:cubicBezTo>
                    <a:pt x="283" y="98"/>
                    <a:pt x="287" y="99"/>
                    <a:pt x="290" y="98"/>
                  </a:cubicBezTo>
                  <a:cubicBezTo>
                    <a:pt x="297" y="98"/>
                    <a:pt x="302" y="92"/>
                    <a:pt x="305" y="87"/>
                  </a:cubicBezTo>
                  <a:cubicBezTo>
                    <a:pt x="304" y="86"/>
                    <a:pt x="304" y="84"/>
                    <a:pt x="303" y="84"/>
                  </a:cubicBezTo>
                  <a:cubicBezTo>
                    <a:pt x="298" y="92"/>
                    <a:pt x="289" y="97"/>
                    <a:pt x="278" y="96"/>
                  </a:cubicBezTo>
                  <a:close/>
                  <a:moveTo>
                    <a:pt x="54" y="102"/>
                  </a:moveTo>
                  <a:cubicBezTo>
                    <a:pt x="55" y="102"/>
                    <a:pt x="56" y="103"/>
                    <a:pt x="57" y="102"/>
                  </a:cubicBezTo>
                  <a:cubicBezTo>
                    <a:pt x="57" y="100"/>
                    <a:pt x="60" y="96"/>
                    <a:pt x="61" y="92"/>
                  </a:cubicBezTo>
                  <a:cubicBezTo>
                    <a:pt x="62" y="90"/>
                    <a:pt x="65" y="84"/>
                    <a:pt x="60" y="84"/>
                  </a:cubicBezTo>
                  <a:cubicBezTo>
                    <a:pt x="59" y="91"/>
                    <a:pt x="56" y="95"/>
                    <a:pt x="54" y="102"/>
                  </a:cubicBezTo>
                  <a:close/>
                  <a:moveTo>
                    <a:pt x="72" y="88"/>
                  </a:moveTo>
                  <a:cubicBezTo>
                    <a:pt x="69" y="92"/>
                    <a:pt x="66" y="99"/>
                    <a:pt x="64" y="105"/>
                  </a:cubicBezTo>
                  <a:cubicBezTo>
                    <a:pt x="66" y="106"/>
                    <a:pt x="68" y="108"/>
                    <a:pt x="70" y="110"/>
                  </a:cubicBezTo>
                  <a:cubicBezTo>
                    <a:pt x="73" y="104"/>
                    <a:pt x="76" y="98"/>
                    <a:pt x="78" y="91"/>
                  </a:cubicBezTo>
                  <a:cubicBezTo>
                    <a:pt x="77" y="89"/>
                    <a:pt x="74" y="88"/>
                    <a:pt x="72" y="88"/>
                  </a:cubicBezTo>
                  <a:close/>
                  <a:moveTo>
                    <a:pt x="79" y="94"/>
                  </a:moveTo>
                  <a:cubicBezTo>
                    <a:pt x="79" y="95"/>
                    <a:pt x="79" y="96"/>
                    <a:pt x="79" y="97"/>
                  </a:cubicBezTo>
                  <a:cubicBezTo>
                    <a:pt x="77" y="101"/>
                    <a:pt x="74" y="105"/>
                    <a:pt x="73" y="109"/>
                  </a:cubicBezTo>
                  <a:cubicBezTo>
                    <a:pt x="72" y="113"/>
                    <a:pt x="72" y="118"/>
                    <a:pt x="71" y="123"/>
                  </a:cubicBezTo>
                  <a:cubicBezTo>
                    <a:pt x="71" y="135"/>
                    <a:pt x="72" y="143"/>
                    <a:pt x="70" y="154"/>
                  </a:cubicBezTo>
                  <a:cubicBezTo>
                    <a:pt x="74" y="157"/>
                    <a:pt x="78" y="160"/>
                    <a:pt x="82" y="163"/>
                  </a:cubicBezTo>
                  <a:cubicBezTo>
                    <a:pt x="83" y="155"/>
                    <a:pt x="83" y="148"/>
                    <a:pt x="83" y="139"/>
                  </a:cubicBezTo>
                  <a:cubicBezTo>
                    <a:pt x="83" y="131"/>
                    <a:pt x="82" y="123"/>
                    <a:pt x="82" y="117"/>
                  </a:cubicBezTo>
                  <a:cubicBezTo>
                    <a:pt x="82" y="109"/>
                    <a:pt x="83" y="97"/>
                    <a:pt x="82" y="89"/>
                  </a:cubicBezTo>
                  <a:cubicBezTo>
                    <a:pt x="81" y="91"/>
                    <a:pt x="80" y="92"/>
                    <a:pt x="79" y="94"/>
                  </a:cubicBezTo>
                  <a:close/>
                  <a:moveTo>
                    <a:pt x="280" y="100"/>
                  </a:moveTo>
                  <a:cubicBezTo>
                    <a:pt x="285" y="111"/>
                    <a:pt x="290" y="124"/>
                    <a:pt x="295" y="136"/>
                  </a:cubicBezTo>
                  <a:cubicBezTo>
                    <a:pt x="305" y="137"/>
                    <a:pt x="318" y="131"/>
                    <a:pt x="322" y="122"/>
                  </a:cubicBezTo>
                  <a:cubicBezTo>
                    <a:pt x="317" y="111"/>
                    <a:pt x="312" y="100"/>
                    <a:pt x="306" y="90"/>
                  </a:cubicBezTo>
                  <a:cubicBezTo>
                    <a:pt x="302" y="97"/>
                    <a:pt x="291" y="104"/>
                    <a:pt x="280" y="100"/>
                  </a:cubicBezTo>
                  <a:close/>
                  <a:moveTo>
                    <a:pt x="43" y="128"/>
                  </a:moveTo>
                  <a:cubicBezTo>
                    <a:pt x="44" y="129"/>
                    <a:pt x="44" y="129"/>
                    <a:pt x="45" y="129"/>
                  </a:cubicBezTo>
                  <a:cubicBezTo>
                    <a:pt x="47" y="123"/>
                    <a:pt x="50" y="117"/>
                    <a:pt x="52" y="111"/>
                  </a:cubicBezTo>
                  <a:cubicBezTo>
                    <a:pt x="51" y="112"/>
                    <a:pt x="51" y="111"/>
                    <a:pt x="50" y="111"/>
                  </a:cubicBezTo>
                  <a:cubicBezTo>
                    <a:pt x="48" y="117"/>
                    <a:pt x="45" y="122"/>
                    <a:pt x="43" y="128"/>
                  </a:cubicBezTo>
                  <a:close/>
                  <a:moveTo>
                    <a:pt x="62" y="115"/>
                  </a:moveTo>
                  <a:cubicBezTo>
                    <a:pt x="59" y="116"/>
                    <a:pt x="58" y="121"/>
                    <a:pt x="57" y="124"/>
                  </a:cubicBezTo>
                  <a:cubicBezTo>
                    <a:pt x="56" y="126"/>
                    <a:pt x="53" y="129"/>
                    <a:pt x="52" y="133"/>
                  </a:cubicBezTo>
                  <a:cubicBezTo>
                    <a:pt x="54" y="134"/>
                    <a:pt x="57" y="136"/>
                    <a:pt x="58" y="138"/>
                  </a:cubicBezTo>
                  <a:cubicBezTo>
                    <a:pt x="61" y="132"/>
                    <a:pt x="64" y="125"/>
                    <a:pt x="66" y="118"/>
                  </a:cubicBezTo>
                  <a:cubicBezTo>
                    <a:pt x="65" y="117"/>
                    <a:pt x="64" y="116"/>
                    <a:pt x="62" y="115"/>
                  </a:cubicBezTo>
                  <a:close/>
                  <a:moveTo>
                    <a:pt x="297" y="139"/>
                  </a:moveTo>
                  <a:cubicBezTo>
                    <a:pt x="297" y="140"/>
                    <a:pt x="297" y="141"/>
                    <a:pt x="298" y="142"/>
                  </a:cubicBezTo>
                  <a:cubicBezTo>
                    <a:pt x="298" y="141"/>
                    <a:pt x="298" y="141"/>
                    <a:pt x="299" y="140"/>
                  </a:cubicBezTo>
                  <a:cubicBezTo>
                    <a:pt x="302" y="141"/>
                    <a:pt x="306" y="140"/>
                    <a:pt x="308" y="140"/>
                  </a:cubicBezTo>
                  <a:cubicBezTo>
                    <a:pt x="314" y="139"/>
                    <a:pt x="320" y="135"/>
                    <a:pt x="323" y="132"/>
                  </a:cubicBezTo>
                  <a:cubicBezTo>
                    <a:pt x="324" y="130"/>
                    <a:pt x="326" y="127"/>
                    <a:pt x="323" y="125"/>
                  </a:cubicBezTo>
                  <a:cubicBezTo>
                    <a:pt x="317" y="134"/>
                    <a:pt x="308" y="138"/>
                    <a:pt x="297" y="139"/>
                  </a:cubicBezTo>
                  <a:close/>
                  <a:moveTo>
                    <a:pt x="326" y="131"/>
                  </a:moveTo>
                  <a:cubicBezTo>
                    <a:pt x="321" y="139"/>
                    <a:pt x="310" y="145"/>
                    <a:pt x="298" y="142"/>
                  </a:cubicBezTo>
                  <a:cubicBezTo>
                    <a:pt x="299" y="146"/>
                    <a:pt x="301" y="150"/>
                    <a:pt x="306" y="148"/>
                  </a:cubicBezTo>
                  <a:cubicBezTo>
                    <a:pt x="316" y="150"/>
                    <a:pt x="327" y="146"/>
                    <a:pt x="330" y="137"/>
                  </a:cubicBezTo>
                  <a:cubicBezTo>
                    <a:pt x="328" y="135"/>
                    <a:pt x="328" y="132"/>
                    <a:pt x="326" y="131"/>
                  </a:cubicBezTo>
                  <a:close/>
                  <a:moveTo>
                    <a:pt x="37" y="140"/>
                  </a:moveTo>
                  <a:cubicBezTo>
                    <a:pt x="36" y="142"/>
                    <a:pt x="35" y="145"/>
                    <a:pt x="34" y="147"/>
                  </a:cubicBezTo>
                  <a:cubicBezTo>
                    <a:pt x="38" y="148"/>
                    <a:pt x="41" y="147"/>
                    <a:pt x="45" y="149"/>
                  </a:cubicBezTo>
                  <a:cubicBezTo>
                    <a:pt x="47" y="150"/>
                    <a:pt x="49" y="153"/>
                    <a:pt x="51" y="154"/>
                  </a:cubicBezTo>
                  <a:cubicBezTo>
                    <a:pt x="52" y="151"/>
                    <a:pt x="53" y="150"/>
                    <a:pt x="54" y="147"/>
                  </a:cubicBezTo>
                  <a:cubicBezTo>
                    <a:pt x="50" y="143"/>
                    <a:pt x="44" y="140"/>
                    <a:pt x="37" y="140"/>
                  </a:cubicBezTo>
                  <a:close/>
                  <a:moveTo>
                    <a:pt x="313" y="160"/>
                  </a:moveTo>
                  <a:cubicBezTo>
                    <a:pt x="320" y="161"/>
                    <a:pt x="328" y="157"/>
                    <a:pt x="332" y="153"/>
                  </a:cubicBezTo>
                  <a:cubicBezTo>
                    <a:pt x="335" y="149"/>
                    <a:pt x="334" y="145"/>
                    <a:pt x="332" y="141"/>
                  </a:cubicBezTo>
                  <a:cubicBezTo>
                    <a:pt x="332" y="141"/>
                    <a:pt x="331" y="141"/>
                    <a:pt x="331" y="141"/>
                  </a:cubicBezTo>
                  <a:cubicBezTo>
                    <a:pt x="326" y="150"/>
                    <a:pt x="312" y="151"/>
                    <a:pt x="302" y="151"/>
                  </a:cubicBezTo>
                  <a:cubicBezTo>
                    <a:pt x="303" y="154"/>
                    <a:pt x="304" y="157"/>
                    <a:pt x="306" y="159"/>
                  </a:cubicBezTo>
                  <a:cubicBezTo>
                    <a:pt x="308" y="159"/>
                    <a:pt x="311" y="160"/>
                    <a:pt x="313" y="160"/>
                  </a:cubicBezTo>
                  <a:close/>
                  <a:moveTo>
                    <a:pt x="114" y="154"/>
                  </a:moveTo>
                  <a:cubicBezTo>
                    <a:pt x="125" y="157"/>
                    <a:pt x="139" y="158"/>
                    <a:pt x="153" y="156"/>
                  </a:cubicBezTo>
                  <a:cubicBezTo>
                    <a:pt x="153" y="152"/>
                    <a:pt x="153" y="149"/>
                    <a:pt x="153" y="145"/>
                  </a:cubicBezTo>
                  <a:cubicBezTo>
                    <a:pt x="139" y="147"/>
                    <a:pt x="124" y="147"/>
                    <a:pt x="115" y="144"/>
                  </a:cubicBezTo>
                  <a:cubicBezTo>
                    <a:pt x="114" y="147"/>
                    <a:pt x="114" y="150"/>
                    <a:pt x="114" y="154"/>
                  </a:cubicBezTo>
                  <a:close/>
                  <a:moveTo>
                    <a:pt x="32" y="153"/>
                  </a:moveTo>
                  <a:cubicBezTo>
                    <a:pt x="40" y="153"/>
                    <a:pt x="44" y="158"/>
                    <a:pt x="49" y="160"/>
                  </a:cubicBezTo>
                  <a:cubicBezTo>
                    <a:pt x="49" y="159"/>
                    <a:pt x="50" y="158"/>
                    <a:pt x="50" y="157"/>
                  </a:cubicBezTo>
                  <a:cubicBezTo>
                    <a:pt x="47" y="152"/>
                    <a:pt x="41" y="150"/>
                    <a:pt x="34" y="149"/>
                  </a:cubicBezTo>
                  <a:cubicBezTo>
                    <a:pt x="34" y="149"/>
                    <a:pt x="33" y="149"/>
                    <a:pt x="33" y="149"/>
                  </a:cubicBezTo>
                  <a:cubicBezTo>
                    <a:pt x="33" y="150"/>
                    <a:pt x="32" y="151"/>
                    <a:pt x="32" y="153"/>
                  </a:cubicBezTo>
                  <a:close/>
                  <a:moveTo>
                    <a:pt x="332" y="156"/>
                  </a:moveTo>
                  <a:cubicBezTo>
                    <a:pt x="326" y="163"/>
                    <a:pt x="317" y="163"/>
                    <a:pt x="307" y="162"/>
                  </a:cubicBezTo>
                  <a:cubicBezTo>
                    <a:pt x="309" y="166"/>
                    <a:pt x="310" y="171"/>
                    <a:pt x="314" y="172"/>
                  </a:cubicBezTo>
                  <a:cubicBezTo>
                    <a:pt x="316" y="173"/>
                    <a:pt x="321" y="173"/>
                    <a:pt x="323" y="173"/>
                  </a:cubicBezTo>
                  <a:cubicBezTo>
                    <a:pt x="331" y="172"/>
                    <a:pt x="337" y="168"/>
                    <a:pt x="339" y="162"/>
                  </a:cubicBezTo>
                  <a:cubicBezTo>
                    <a:pt x="341" y="158"/>
                    <a:pt x="338" y="154"/>
                    <a:pt x="336" y="150"/>
                  </a:cubicBezTo>
                  <a:cubicBezTo>
                    <a:pt x="335" y="152"/>
                    <a:pt x="333" y="155"/>
                    <a:pt x="332" y="156"/>
                  </a:cubicBezTo>
                  <a:close/>
                  <a:moveTo>
                    <a:pt x="30" y="160"/>
                  </a:moveTo>
                  <a:cubicBezTo>
                    <a:pt x="33" y="164"/>
                    <a:pt x="45" y="169"/>
                    <a:pt x="48" y="162"/>
                  </a:cubicBezTo>
                  <a:cubicBezTo>
                    <a:pt x="42" y="159"/>
                    <a:pt x="38" y="155"/>
                    <a:pt x="31" y="154"/>
                  </a:cubicBezTo>
                  <a:cubicBezTo>
                    <a:pt x="30" y="156"/>
                    <a:pt x="30" y="158"/>
                    <a:pt x="30" y="160"/>
                  </a:cubicBezTo>
                  <a:close/>
                  <a:moveTo>
                    <a:pt x="115" y="166"/>
                  </a:moveTo>
                  <a:cubicBezTo>
                    <a:pt x="119" y="167"/>
                    <a:pt x="125" y="169"/>
                    <a:pt x="132" y="169"/>
                  </a:cubicBezTo>
                  <a:cubicBezTo>
                    <a:pt x="138" y="170"/>
                    <a:pt x="149" y="171"/>
                    <a:pt x="152" y="167"/>
                  </a:cubicBezTo>
                  <a:cubicBezTo>
                    <a:pt x="153" y="165"/>
                    <a:pt x="152" y="160"/>
                    <a:pt x="152" y="159"/>
                  </a:cubicBezTo>
                  <a:cubicBezTo>
                    <a:pt x="139" y="159"/>
                    <a:pt x="125" y="160"/>
                    <a:pt x="114" y="156"/>
                  </a:cubicBezTo>
                  <a:cubicBezTo>
                    <a:pt x="114" y="160"/>
                    <a:pt x="113" y="164"/>
                    <a:pt x="115" y="1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9" name="Freeform 107"/>
            <p:cNvSpPr>
              <a:spLocks noEditPoints="1"/>
            </p:cNvSpPr>
            <p:nvPr/>
          </p:nvSpPr>
          <p:spPr bwMode="auto">
            <a:xfrm>
              <a:off x="7893218" y="3755274"/>
              <a:ext cx="97606" cy="368593"/>
            </a:xfrm>
            <a:custGeom>
              <a:avLst/>
              <a:gdLst>
                <a:gd name="T0" fmla="*/ 28 w 31"/>
                <a:gd name="T1" fmla="*/ 114 h 117"/>
                <a:gd name="T2" fmla="*/ 4 w 31"/>
                <a:gd name="T3" fmla="*/ 114 h 117"/>
                <a:gd name="T4" fmla="*/ 2 w 31"/>
                <a:gd name="T5" fmla="*/ 91 h 117"/>
                <a:gd name="T6" fmla="*/ 3 w 31"/>
                <a:gd name="T7" fmla="*/ 67 h 117"/>
                <a:gd name="T8" fmla="*/ 2 w 31"/>
                <a:gd name="T9" fmla="*/ 61 h 117"/>
                <a:gd name="T10" fmla="*/ 2 w 31"/>
                <a:gd name="T11" fmla="*/ 34 h 117"/>
                <a:gd name="T12" fmla="*/ 1 w 31"/>
                <a:gd name="T13" fmla="*/ 18 h 117"/>
                <a:gd name="T14" fmla="*/ 2 w 31"/>
                <a:gd name="T15" fmla="*/ 5 h 117"/>
                <a:gd name="T16" fmla="*/ 7 w 31"/>
                <a:gd name="T17" fmla="*/ 1 h 117"/>
                <a:gd name="T18" fmla="*/ 12 w 31"/>
                <a:gd name="T19" fmla="*/ 1 h 117"/>
                <a:gd name="T20" fmla="*/ 29 w 31"/>
                <a:gd name="T21" fmla="*/ 7 h 117"/>
                <a:gd name="T22" fmla="*/ 29 w 31"/>
                <a:gd name="T23" fmla="*/ 24 h 117"/>
                <a:gd name="T24" fmla="*/ 29 w 31"/>
                <a:gd name="T25" fmla="*/ 82 h 117"/>
                <a:gd name="T26" fmla="*/ 28 w 31"/>
                <a:gd name="T27" fmla="*/ 114 h 117"/>
                <a:gd name="T28" fmla="*/ 9 w 31"/>
                <a:gd name="T29" fmla="*/ 112 h 117"/>
                <a:gd name="T30" fmla="*/ 19 w 31"/>
                <a:gd name="T31" fmla="*/ 112 h 117"/>
                <a:gd name="T32" fmla="*/ 26 w 31"/>
                <a:gd name="T33" fmla="*/ 108 h 117"/>
                <a:gd name="T34" fmla="*/ 26 w 31"/>
                <a:gd name="T35" fmla="*/ 97 h 117"/>
                <a:gd name="T36" fmla="*/ 26 w 31"/>
                <a:gd name="T37" fmla="*/ 76 h 117"/>
                <a:gd name="T38" fmla="*/ 27 w 31"/>
                <a:gd name="T39" fmla="*/ 24 h 117"/>
                <a:gd name="T40" fmla="*/ 27 w 31"/>
                <a:gd name="T41" fmla="*/ 10 h 117"/>
                <a:gd name="T42" fmla="*/ 21 w 31"/>
                <a:gd name="T43" fmla="*/ 5 h 117"/>
                <a:gd name="T44" fmla="*/ 7 w 31"/>
                <a:gd name="T45" fmla="*/ 5 h 117"/>
                <a:gd name="T46" fmla="*/ 4 w 31"/>
                <a:gd name="T47" fmla="*/ 13 h 117"/>
                <a:gd name="T48" fmla="*/ 4 w 31"/>
                <a:gd name="T49" fmla="*/ 15 h 117"/>
                <a:gd name="T50" fmla="*/ 5 w 31"/>
                <a:gd name="T51" fmla="*/ 54 h 117"/>
                <a:gd name="T52" fmla="*/ 4 w 31"/>
                <a:gd name="T53" fmla="*/ 106 h 117"/>
                <a:gd name="T54" fmla="*/ 4 w 31"/>
                <a:gd name="T55" fmla="*/ 109 h 117"/>
                <a:gd name="T56" fmla="*/ 8 w 31"/>
                <a:gd name="T57" fmla="*/ 113 h 117"/>
                <a:gd name="T58" fmla="*/ 9 w 31"/>
                <a:gd name="T59" fmla="*/ 11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1" h="117">
                  <a:moveTo>
                    <a:pt x="28" y="114"/>
                  </a:moveTo>
                  <a:cubicBezTo>
                    <a:pt x="22" y="117"/>
                    <a:pt x="12" y="117"/>
                    <a:pt x="4" y="114"/>
                  </a:cubicBezTo>
                  <a:cubicBezTo>
                    <a:pt x="0" y="108"/>
                    <a:pt x="2" y="100"/>
                    <a:pt x="2" y="91"/>
                  </a:cubicBezTo>
                  <a:cubicBezTo>
                    <a:pt x="2" y="83"/>
                    <a:pt x="3" y="75"/>
                    <a:pt x="3" y="67"/>
                  </a:cubicBezTo>
                  <a:cubicBezTo>
                    <a:pt x="3" y="65"/>
                    <a:pt x="2" y="63"/>
                    <a:pt x="2" y="61"/>
                  </a:cubicBezTo>
                  <a:cubicBezTo>
                    <a:pt x="3" y="51"/>
                    <a:pt x="2" y="42"/>
                    <a:pt x="2" y="34"/>
                  </a:cubicBezTo>
                  <a:cubicBezTo>
                    <a:pt x="1" y="28"/>
                    <a:pt x="1" y="23"/>
                    <a:pt x="1" y="18"/>
                  </a:cubicBezTo>
                  <a:cubicBezTo>
                    <a:pt x="2" y="14"/>
                    <a:pt x="0" y="9"/>
                    <a:pt x="2" y="5"/>
                  </a:cubicBezTo>
                  <a:cubicBezTo>
                    <a:pt x="3" y="3"/>
                    <a:pt x="6" y="1"/>
                    <a:pt x="7" y="1"/>
                  </a:cubicBezTo>
                  <a:cubicBezTo>
                    <a:pt x="8" y="1"/>
                    <a:pt x="10" y="1"/>
                    <a:pt x="12" y="1"/>
                  </a:cubicBezTo>
                  <a:cubicBezTo>
                    <a:pt x="19" y="1"/>
                    <a:pt x="26" y="0"/>
                    <a:pt x="29" y="7"/>
                  </a:cubicBezTo>
                  <a:cubicBezTo>
                    <a:pt x="31" y="13"/>
                    <a:pt x="29" y="19"/>
                    <a:pt x="29" y="24"/>
                  </a:cubicBezTo>
                  <a:cubicBezTo>
                    <a:pt x="28" y="41"/>
                    <a:pt x="29" y="64"/>
                    <a:pt x="29" y="82"/>
                  </a:cubicBezTo>
                  <a:cubicBezTo>
                    <a:pt x="29" y="94"/>
                    <a:pt x="30" y="104"/>
                    <a:pt x="28" y="114"/>
                  </a:cubicBezTo>
                  <a:close/>
                  <a:moveTo>
                    <a:pt x="9" y="112"/>
                  </a:moveTo>
                  <a:cubicBezTo>
                    <a:pt x="10" y="113"/>
                    <a:pt x="16" y="114"/>
                    <a:pt x="19" y="112"/>
                  </a:cubicBezTo>
                  <a:cubicBezTo>
                    <a:pt x="23" y="114"/>
                    <a:pt x="26" y="112"/>
                    <a:pt x="26" y="108"/>
                  </a:cubicBezTo>
                  <a:cubicBezTo>
                    <a:pt x="27" y="105"/>
                    <a:pt x="26" y="101"/>
                    <a:pt x="26" y="97"/>
                  </a:cubicBezTo>
                  <a:cubicBezTo>
                    <a:pt x="27" y="90"/>
                    <a:pt x="26" y="83"/>
                    <a:pt x="26" y="76"/>
                  </a:cubicBezTo>
                  <a:cubicBezTo>
                    <a:pt x="27" y="56"/>
                    <a:pt x="26" y="43"/>
                    <a:pt x="27" y="24"/>
                  </a:cubicBezTo>
                  <a:cubicBezTo>
                    <a:pt x="27" y="19"/>
                    <a:pt x="28" y="13"/>
                    <a:pt x="27" y="10"/>
                  </a:cubicBezTo>
                  <a:cubicBezTo>
                    <a:pt x="26" y="8"/>
                    <a:pt x="24" y="6"/>
                    <a:pt x="21" y="5"/>
                  </a:cubicBezTo>
                  <a:cubicBezTo>
                    <a:pt x="17" y="2"/>
                    <a:pt x="10" y="5"/>
                    <a:pt x="7" y="5"/>
                  </a:cubicBezTo>
                  <a:cubicBezTo>
                    <a:pt x="4" y="6"/>
                    <a:pt x="4" y="10"/>
                    <a:pt x="4" y="13"/>
                  </a:cubicBezTo>
                  <a:cubicBezTo>
                    <a:pt x="4" y="13"/>
                    <a:pt x="4" y="14"/>
                    <a:pt x="4" y="15"/>
                  </a:cubicBezTo>
                  <a:cubicBezTo>
                    <a:pt x="3" y="27"/>
                    <a:pt x="4" y="41"/>
                    <a:pt x="5" y="54"/>
                  </a:cubicBezTo>
                  <a:cubicBezTo>
                    <a:pt x="6" y="71"/>
                    <a:pt x="4" y="91"/>
                    <a:pt x="4" y="106"/>
                  </a:cubicBezTo>
                  <a:cubicBezTo>
                    <a:pt x="4" y="107"/>
                    <a:pt x="5" y="108"/>
                    <a:pt x="4" y="109"/>
                  </a:cubicBezTo>
                  <a:cubicBezTo>
                    <a:pt x="6" y="110"/>
                    <a:pt x="7" y="112"/>
                    <a:pt x="8" y="113"/>
                  </a:cubicBezTo>
                  <a:cubicBezTo>
                    <a:pt x="8" y="112"/>
                    <a:pt x="8" y="111"/>
                    <a:pt x="9" y="1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8302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_chenying0907 4"/>
          <p:cNvGrpSpPr/>
          <p:nvPr>
            <p:custDataLst>
              <p:tags r:id="rId1"/>
            </p:custDataLst>
          </p:nvPr>
        </p:nvGrpSpPr>
        <p:grpSpPr>
          <a:xfrm>
            <a:off x="0" y="978568"/>
            <a:ext cx="5071273" cy="3867999"/>
            <a:chOff x="3246438" y="1068388"/>
            <a:chExt cx="5711825" cy="4678363"/>
          </a:xfrm>
          <a:solidFill>
            <a:schemeClr val="tx1"/>
          </a:solidFill>
        </p:grpSpPr>
        <p:sp>
          <p:nvSpPr>
            <p:cNvPr id="233" name="chenying0907 5"/>
            <p:cNvSpPr>
              <a:spLocks/>
            </p:cNvSpPr>
            <p:nvPr/>
          </p:nvSpPr>
          <p:spPr bwMode="auto">
            <a:xfrm>
              <a:off x="3251201" y="3335338"/>
              <a:ext cx="1773238" cy="1609725"/>
            </a:xfrm>
            <a:custGeom>
              <a:avLst/>
              <a:gdLst>
                <a:gd name="T0" fmla="*/ 1697 w 1708"/>
                <a:gd name="T1" fmla="*/ 1365 h 1551"/>
                <a:gd name="T2" fmla="*/ 1422 w 1708"/>
                <a:gd name="T3" fmla="*/ 1470 h 1551"/>
                <a:gd name="T4" fmla="*/ 1072 w 1708"/>
                <a:gd name="T5" fmla="*/ 1471 h 1551"/>
                <a:gd name="T6" fmla="*/ 478 w 1708"/>
                <a:gd name="T7" fmla="*/ 1262 h 1551"/>
                <a:gd name="T8" fmla="*/ 166 w 1708"/>
                <a:gd name="T9" fmla="*/ 672 h 1551"/>
                <a:gd name="T10" fmla="*/ 422 w 1708"/>
                <a:gd name="T11" fmla="*/ 54 h 1551"/>
                <a:gd name="T12" fmla="*/ 393 w 1708"/>
                <a:gd name="T13" fmla="*/ 16 h 1551"/>
                <a:gd name="T14" fmla="*/ 349 w 1708"/>
                <a:gd name="T15" fmla="*/ 1214 h 1551"/>
                <a:gd name="T16" fmla="*/ 906 w 1708"/>
                <a:gd name="T17" fmla="*/ 1500 h 1551"/>
                <a:gd name="T18" fmla="*/ 1579 w 1708"/>
                <a:gd name="T19" fmla="*/ 1467 h 1551"/>
                <a:gd name="T20" fmla="*/ 1704 w 1708"/>
                <a:gd name="T21" fmla="*/ 1373 h 1551"/>
                <a:gd name="T22" fmla="*/ 1697 w 1708"/>
                <a:gd name="T23" fmla="*/ 1365 h 1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08" h="1551">
                  <a:moveTo>
                    <a:pt x="1697" y="1365"/>
                  </a:moveTo>
                  <a:cubicBezTo>
                    <a:pt x="1630" y="1437"/>
                    <a:pt x="1515" y="1458"/>
                    <a:pt x="1422" y="1470"/>
                  </a:cubicBezTo>
                  <a:cubicBezTo>
                    <a:pt x="1307" y="1486"/>
                    <a:pt x="1188" y="1481"/>
                    <a:pt x="1072" y="1471"/>
                  </a:cubicBezTo>
                  <a:cubicBezTo>
                    <a:pt x="854" y="1452"/>
                    <a:pt x="649" y="1407"/>
                    <a:pt x="478" y="1262"/>
                  </a:cubicBezTo>
                  <a:cubicBezTo>
                    <a:pt x="305" y="1115"/>
                    <a:pt x="190" y="898"/>
                    <a:pt x="166" y="672"/>
                  </a:cubicBezTo>
                  <a:cubicBezTo>
                    <a:pt x="142" y="434"/>
                    <a:pt x="242" y="210"/>
                    <a:pt x="422" y="54"/>
                  </a:cubicBezTo>
                  <a:cubicBezTo>
                    <a:pt x="442" y="36"/>
                    <a:pt x="414" y="0"/>
                    <a:pt x="393" y="16"/>
                  </a:cubicBezTo>
                  <a:cubicBezTo>
                    <a:pt x="0" y="317"/>
                    <a:pt x="41" y="866"/>
                    <a:pt x="349" y="1214"/>
                  </a:cubicBezTo>
                  <a:cubicBezTo>
                    <a:pt x="495" y="1380"/>
                    <a:pt x="690" y="1468"/>
                    <a:pt x="906" y="1500"/>
                  </a:cubicBezTo>
                  <a:cubicBezTo>
                    <a:pt x="1121" y="1532"/>
                    <a:pt x="1372" y="1551"/>
                    <a:pt x="1579" y="1467"/>
                  </a:cubicBezTo>
                  <a:cubicBezTo>
                    <a:pt x="1629" y="1447"/>
                    <a:pt x="1671" y="1415"/>
                    <a:pt x="1704" y="1373"/>
                  </a:cubicBezTo>
                  <a:cubicBezTo>
                    <a:pt x="1708" y="1368"/>
                    <a:pt x="1702" y="1361"/>
                    <a:pt x="1697" y="13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34" name="chenying0907 6"/>
            <p:cNvSpPr>
              <a:spLocks/>
            </p:cNvSpPr>
            <p:nvPr/>
          </p:nvSpPr>
          <p:spPr bwMode="auto">
            <a:xfrm>
              <a:off x="3246438" y="1457326"/>
              <a:ext cx="2112963" cy="1933575"/>
            </a:xfrm>
            <a:custGeom>
              <a:avLst/>
              <a:gdLst>
                <a:gd name="T0" fmla="*/ 394 w 2035"/>
                <a:gd name="T1" fmla="*/ 1839 h 1862"/>
                <a:gd name="T2" fmla="*/ 299 w 2035"/>
                <a:gd name="T3" fmla="*/ 1656 h 1862"/>
                <a:gd name="T4" fmla="*/ 221 w 2035"/>
                <a:gd name="T5" fmla="*/ 1452 h 1862"/>
                <a:gd name="T6" fmla="*/ 241 w 2035"/>
                <a:gd name="T7" fmla="*/ 997 h 1862"/>
                <a:gd name="T8" fmla="*/ 650 w 2035"/>
                <a:gd name="T9" fmla="*/ 365 h 1862"/>
                <a:gd name="T10" fmla="*/ 1301 w 2035"/>
                <a:gd name="T11" fmla="*/ 65 h 1862"/>
                <a:gd name="T12" fmla="*/ 1991 w 2035"/>
                <a:gd name="T13" fmla="*/ 323 h 1862"/>
                <a:gd name="T14" fmla="*/ 2019 w 2035"/>
                <a:gd name="T15" fmla="*/ 295 h 1862"/>
                <a:gd name="T16" fmla="*/ 1371 w 2035"/>
                <a:gd name="T17" fmla="*/ 0 h 1862"/>
                <a:gd name="T18" fmla="*/ 709 w 2035"/>
                <a:gd name="T19" fmla="*/ 241 h 1862"/>
                <a:gd name="T20" fmla="*/ 226 w 2035"/>
                <a:gd name="T21" fmla="*/ 1619 h 1862"/>
                <a:gd name="T22" fmla="*/ 375 w 2035"/>
                <a:gd name="T23" fmla="*/ 1851 h 1862"/>
                <a:gd name="T24" fmla="*/ 394 w 2035"/>
                <a:gd name="T25" fmla="*/ 1839 h 1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5" h="1862">
                  <a:moveTo>
                    <a:pt x="394" y="1839"/>
                  </a:moveTo>
                  <a:cubicBezTo>
                    <a:pt x="360" y="1781"/>
                    <a:pt x="330" y="1716"/>
                    <a:pt x="299" y="1656"/>
                  </a:cubicBezTo>
                  <a:cubicBezTo>
                    <a:pt x="266" y="1591"/>
                    <a:pt x="240" y="1523"/>
                    <a:pt x="221" y="1452"/>
                  </a:cubicBezTo>
                  <a:cubicBezTo>
                    <a:pt x="181" y="1301"/>
                    <a:pt x="199" y="1146"/>
                    <a:pt x="241" y="997"/>
                  </a:cubicBezTo>
                  <a:cubicBezTo>
                    <a:pt x="310" y="752"/>
                    <a:pt x="461" y="533"/>
                    <a:pt x="650" y="365"/>
                  </a:cubicBezTo>
                  <a:cubicBezTo>
                    <a:pt x="830" y="204"/>
                    <a:pt x="1059" y="88"/>
                    <a:pt x="1301" y="65"/>
                  </a:cubicBezTo>
                  <a:cubicBezTo>
                    <a:pt x="1565" y="40"/>
                    <a:pt x="1795" y="154"/>
                    <a:pt x="1991" y="323"/>
                  </a:cubicBezTo>
                  <a:cubicBezTo>
                    <a:pt x="2010" y="340"/>
                    <a:pt x="2035" y="315"/>
                    <a:pt x="2019" y="295"/>
                  </a:cubicBezTo>
                  <a:cubicBezTo>
                    <a:pt x="1859" y="102"/>
                    <a:pt x="1621" y="0"/>
                    <a:pt x="1371" y="0"/>
                  </a:cubicBezTo>
                  <a:cubicBezTo>
                    <a:pt x="1131" y="0"/>
                    <a:pt x="899" y="101"/>
                    <a:pt x="709" y="241"/>
                  </a:cubicBezTo>
                  <a:cubicBezTo>
                    <a:pt x="298" y="545"/>
                    <a:pt x="0" y="1121"/>
                    <a:pt x="226" y="1619"/>
                  </a:cubicBezTo>
                  <a:cubicBezTo>
                    <a:pt x="266" y="1706"/>
                    <a:pt x="320" y="1775"/>
                    <a:pt x="375" y="1851"/>
                  </a:cubicBezTo>
                  <a:cubicBezTo>
                    <a:pt x="384" y="1862"/>
                    <a:pt x="402" y="1852"/>
                    <a:pt x="394" y="18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35" name="chenying0907 7"/>
            <p:cNvSpPr>
              <a:spLocks/>
            </p:cNvSpPr>
            <p:nvPr/>
          </p:nvSpPr>
          <p:spPr bwMode="auto">
            <a:xfrm>
              <a:off x="5292726" y="1068388"/>
              <a:ext cx="2541588" cy="1016000"/>
            </a:xfrm>
            <a:custGeom>
              <a:avLst/>
              <a:gdLst>
                <a:gd name="T0" fmla="*/ 38 w 2447"/>
                <a:gd name="T1" fmla="*/ 664 h 979"/>
                <a:gd name="T2" fmla="*/ 1375 w 2447"/>
                <a:gd name="T3" fmla="*/ 104 h 979"/>
                <a:gd name="T4" fmla="*/ 2005 w 2447"/>
                <a:gd name="T5" fmla="*/ 373 h 979"/>
                <a:gd name="T6" fmla="*/ 2402 w 2447"/>
                <a:gd name="T7" fmla="*/ 953 h 979"/>
                <a:gd name="T8" fmla="*/ 2442 w 2447"/>
                <a:gd name="T9" fmla="*/ 943 h 979"/>
                <a:gd name="T10" fmla="*/ 1377 w 2447"/>
                <a:gd name="T11" fmla="*/ 41 h 979"/>
                <a:gd name="T12" fmla="*/ 622 w 2447"/>
                <a:gd name="T13" fmla="*/ 99 h 979"/>
                <a:gd name="T14" fmla="*/ 15 w 2447"/>
                <a:gd name="T15" fmla="*/ 622 h 979"/>
                <a:gd name="T16" fmla="*/ 6 w 2447"/>
                <a:gd name="T17" fmla="*/ 656 h 979"/>
                <a:gd name="T18" fmla="*/ 38 w 2447"/>
                <a:gd name="T19" fmla="*/ 664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7" h="979">
                  <a:moveTo>
                    <a:pt x="38" y="664"/>
                  </a:moveTo>
                  <a:cubicBezTo>
                    <a:pt x="235" y="159"/>
                    <a:pt x="897" y="25"/>
                    <a:pt x="1375" y="104"/>
                  </a:cubicBezTo>
                  <a:cubicBezTo>
                    <a:pt x="1602" y="141"/>
                    <a:pt x="1823" y="231"/>
                    <a:pt x="2005" y="373"/>
                  </a:cubicBezTo>
                  <a:cubicBezTo>
                    <a:pt x="2195" y="521"/>
                    <a:pt x="2325" y="727"/>
                    <a:pt x="2402" y="953"/>
                  </a:cubicBezTo>
                  <a:cubicBezTo>
                    <a:pt x="2411" y="979"/>
                    <a:pt x="2447" y="968"/>
                    <a:pt x="2442" y="943"/>
                  </a:cubicBezTo>
                  <a:cubicBezTo>
                    <a:pt x="2340" y="436"/>
                    <a:pt x="1862" y="118"/>
                    <a:pt x="1377" y="41"/>
                  </a:cubicBezTo>
                  <a:cubicBezTo>
                    <a:pt x="1125" y="0"/>
                    <a:pt x="864" y="21"/>
                    <a:pt x="622" y="99"/>
                  </a:cubicBezTo>
                  <a:cubicBezTo>
                    <a:pt x="370" y="180"/>
                    <a:pt x="103" y="360"/>
                    <a:pt x="15" y="622"/>
                  </a:cubicBezTo>
                  <a:cubicBezTo>
                    <a:pt x="13" y="633"/>
                    <a:pt x="10" y="645"/>
                    <a:pt x="6" y="656"/>
                  </a:cubicBezTo>
                  <a:cubicBezTo>
                    <a:pt x="0" y="676"/>
                    <a:pt x="30" y="683"/>
                    <a:pt x="38" y="6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36" name="chenying0907 8"/>
            <p:cNvSpPr>
              <a:spLocks/>
            </p:cNvSpPr>
            <p:nvPr/>
          </p:nvSpPr>
          <p:spPr bwMode="auto">
            <a:xfrm>
              <a:off x="7777163" y="1998663"/>
              <a:ext cx="1181100" cy="2060575"/>
            </a:xfrm>
            <a:custGeom>
              <a:avLst/>
              <a:gdLst>
                <a:gd name="T0" fmla="*/ 20 w 1137"/>
                <a:gd name="T1" fmla="*/ 63 h 1984"/>
                <a:gd name="T2" fmla="*/ 215 w 1137"/>
                <a:gd name="T3" fmla="*/ 53 h 1984"/>
                <a:gd name="T4" fmla="*/ 400 w 1137"/>
                <a:gd name="T5" fmla="*/ 98 h 1984"/>
                <a:gd name="T6" fmla="*/ 735 w 1137"/>
                <a:gd name="T7" fmla="*/ 336 h 1984"/>
                <a:gd name="T8" fmla="*/ 1044 w 1137"/>
                <a:gd name="T9" fmla="*/ 988 h 1984"/>
                <a:gd name="T10" fmla="*/ 897 w 1137"/>
                <a:gd name="T11" fmla="*/ 1554 h 1984"/>
                <a:gd name="T12" fmla="*/ 343 w 1137"/>
                <a:gd name="T13" fmla="*/ 1942 h 1984"/>
                <a:gd name="T14" fmla="*/ 358 w 1137"/>
                <a:gd name="T15" fmla="*/ 1980 h 1984"/>
                <a:gd name="T16" fmla="*/ 953 w 1137"/>
                <a:gd name="T17" fmla="*/ 1587 h 1984"/>
                <a:gd name="T18" fmla="*/ 1107 w 1137"/>
                <a:gd name="T19" fmla="*/ 964 h 1984"/>
                <a:gd name="T20" fmla="*/ 752 w 1137"/>
                <a:gd name="T21" fmla="*/ 266 h 1984"/>
                <a:gd name="T22" fmla="*/ 415 w 1137"/>
                <a:gd name="T23" fmla="*/ 44 h 1984"/>
                <a:gd name="T24" fmla="*/ 215 w 1137"/>
                <a:gd name="T25" fmla="*/ 2 h 1984"/>
                <a:gd name="T26" fmla="*/ 119 w 1137"/>
                <a:gd name="T27" fmla="*/ 7 h 1984"/>
                <a:gd name="T28" fmla="*/ 14 w 1137"/>
                <a:gd name="T29" fmla="*/ 41 h 1984"/>
                <a:gd name="T30" fmla="*/ 20 w 1137"/>
                <a:gd name="T31" fmla="*/ 63 h 1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7" h="1984">
                  <a:moveTo>
                    <a:pt x="20" y="63"/>
                  </a:moveTo>
                  <a:cubicBezTo>
                    <a:pt x="80" y="48"/>
                    <a:pt x="154" y="49"/>
                    <a:pt x="215" y="53"/>
                  </a:cubicBezTo>
                  <a:cubicBezTo>
                    <a:pt x="278" y="57"/>
                    <a:pt x="341" y="76"/>
                    <a:pt x="400" y="98"/>
                  </a:cubicBezTo>
                  <a:cubicBezTo>
                    <a:pt x="528" y="148"/>
                    <a:pt x="641" y="238"/>
                    <a:pt x="735" y="336"/>
                  </a:cubicBezTo>
                  <a:cubicBezTo>
                    <a:pt x="900" y="510"/>
                    <a:pt x="1016" y="750"/>
                    <a:pt x="1044" y="988"/>
                  </a:cubicBezTo>
                  <a:cubicBezTo>
                    <a:pt x="1069" y="1190"/>
                    <a:pt x="1016" y="1389"/>
                    <a:pt x="897" y="1554"/>
                  </a:cubicBezTo>
                  <a:cubicBezTo>
                    <a:pt x="757" y="1747"/>
                    <a:pt x="548" y="1839"/>
                    <a:pt x="343" y="1942"/>
                  </a:cubicBezTo>
                  <a:cubicBezTo>
                    <a:pt x="321" y="1953"/>
                    <a:pt x="337" y="1984"/>
                    <a:pt x="358" y="1980"/>
                  </a:cubicBezTo>
                  <a:cubicBezTo>
                    <a:pt x="592" y="1933"/>
                    <a:pt x="812" y="1776"/>
                    <a:pt x="953" y="1587"/>
                  </a:cubicBezTo>
                  <a:cubicBezTo>
                    <a:pt x="1086" y="1410"/>
                    <a:pt x="1137" y="1182"/>
                    <a:pt x="1107" y="964"/>
                  </a:cubicBezTo>
                  <a:cubicBezTo>
                    <a:pt x="1071" y="703"/>
                    <a:pt x="938" y="452"/>
                    <a:pt x="752" y="266"/>
                  </a:cubicBezTo>
                  <a:cubicBezTo>
                    <a:pt x="656" y="170"/>
                    <a:pt x="542" y="93"/>
                    <a:pt x="415" y="44"/>
                  </a:cubicBezTo>
                  <a:cubicBezTo>
                    <a:pt x="351" y="19"/>
                    <a:pt x="283" y="6"/>
                    <a:pt x="215" y="2"/>
                  </a:cubicBezTo>
                  <a:cubicBezTo>
                    <a:pt x="183" y="0"/>
                    <a:pt x="150" y="2"/>
                    <a:pt x="119" y="7"/>
                  </a:cubicBezTo>
                  <a:cubicBezTo>
                    <a:pt x="78" y="13"/>
                    <a:pt x="52" y="27"/>
                    <a:pt x="14" y="41"/>
                  </a:cubicBezTo>
                  <a:cubicBezTo>
                    <a:pt x="0" y="46"/>
                    <a:pt x="6" y="66"/>
                    <a:pt x="20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37" name="chenying0907 9"/>
            <p:cNvSpPr>
              <a:spLocks/>
            </p:cNvSpPr>
            <p:nvPr/>
          </p:nvSpPr>
          <p:spPr bwMode="auto">
            <a:xfrm>
              <a:off x="7016751" y="4010026"/>
              <a:ext cx="1208088" cy="1095375"/>
            </a:xfrm>
            <a:custGeom>
              <a:avLst/>
              <a:gdLst>
                <a:gd name="T0" fmla="*/ 1056 w 1164"/>
                <a:gd name="T1" fmla="*/ 16 h 1055"/>
                <a:gd name="T2" fmla="*/ 1085 w 1164"/>
                <a:gd name="T3" fmla="*/ 64 h 1055"/>
                <a:gd name="T4" fmla="*/ 1110 w 1164"/>
                <a:gd name="T5" fmla="*/ 176 h 1055"/>
                <a:gd name="T6" fmla="*/ 1081 w 1164"/>
                <a:gd name="T7" fmla="*/ 362 h 1055"/>
                <a:gd name="T8" fmla="*/ 828 w 1164"/>
                <a:gd name="T9" fmla="*/ 714 h 1055"/>
                <a:gd name="T10" fmla="*/ 30 w 1164"/>
                <a:gd name="T11" fmla="*/ 996 h 1055"/>
                <a:gd name="T12" fmla="*/ 30 w 1164"/>
                <a:gd name="T13" fmla="*/ 1042 h 1055"/>
                <a:gd name="T14" fmla="*/ 893 w 1164"/>
                <a:gd name="T15" fmla="*/ 736 h 1055"/>
                <a:gd name="T16" fmla="*/ 1143 w 1164"/>
                <a:gd name="T17" fmla="*/ 346 h 1055"/>
                <a:gd name="T18" fmla="*/ 1154 w 1164"/>
                <a:gd name="T19" fmla="*/ 140 h 1055"/>
                <a:gd name="T20" fmla="*/ 1121 w 1164"/>
                <a:gd name="T21" fmla="*/ 43 h 1055"/>
                <a:gd name="T22" fmla="*/ 1066 w 1164"/>
                <a:gd name="T23" fmla="*/ 4 h 1055"/>
                <a:gd name="T24" fmla="*/ 1056 w 1164"/>
                <a:gd name="T25" fmla="*/ 16 h 1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4" h="1055">
                  <a:moveTo>
                    <a:pt x="1056" y="16"/>
                  </a:moveTo>
                  <a:cubicBezTo>
                    <a:pt x="1068" y="25"/>
                    <a:pt x="1078" y="52"/>
                    <a:pt x="1085" y="64"/>
                  </a:cubicBezTo>
                  <a:cubicBezTo>
                    <a:pt x="1104" y="97"/>
                    <a:pt x="1108" y="139"/>
                    <a:pt x="1110" y="176"/>
                  </a:cubicBezTo>
                  <a:cubicBezTo>
                    <a:pt x="1115" y="240"/>
                    <a:pt x="1103" y="302"/>
                    <a:pt x="1081" y="362"/>
                  </a:cubicBezTo>
                  <a:cubicBezTo>
                    <a:pt x="1032" y="501"/>
                    <a:pt x="939" y="620"/>
                    <a:pt x="828" y="714"/>
                  </a:cubicBezTo>
                  <a:cubicBezTo>
                    <a:pt x="609" y="901"/>
                    <a:pt x="312" y="981"/>
                    <a:pt x="30" y="996"/>
                  </a:cubicBezTo>
                  <a:cubicBezTo>
                    <a:pt x="0" y="998"/>
                    <a:pt x="0" y="1041"/>
                    <a:pt x="30" y="1042"/>
                  </a:cubicBezTo>
                  <a:cubicBezTo>
                    <a:pt x="339" y="1055"/>
                    <a:pt x="661" y="941"/>
                    <a:pt x="893" y="736"/>
                  </a:cubicBezTo>
                  <a:cubicBezTo>
                    <a:pt x="1011" y="632"/>
                    <a:pt x="1097" y="496"/>
                    <a:pt x="1143" y="346"/>
                  </a:cubicBezTo>
                  <a:cubicBezTo>
                    <a:pt x="1163" y="279"/>
                    <a:pt x="1164" y="208"/>
                    <a:pt x="1154" y="140"/>
                  </a:cubicBezTo>
                  <a:cubicBezTo>
                    <a:pt x="1150" y="106"/>
                    <a:pt x="1138" y="73"/>
                    <a:pt x="1121" y="43"/>
                  </a:cubicBezTo>
                  <a:cubicBezTo>
                    <a:pt x="1105" y="16"/>
                    <a:pt x="1089" y="17"/>
                    <a:pt x="1066" y="4"/>
                  </a:cubicBezTo>
                  <a:cubicBezTo>
                    <a:pt x="1058" y="0"/>
                    <a:pt x="1049" y="11"/>
                    <a:pt x="1056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38" name="chenying0907 10"/>
            <p:cNvSpPr>
              <a:spLocks/>
            </p:cNvSpPr>
            <p:nvPr/>
          </p:nvSpPr>
          <p:spPr bwMode="auto">
            <a:xfrm>
              <a:off x="4975226" y="4775201"/>
              <a:ext cx="1274763" cy="733425"/>
            </a:xfrm>
            <a:custGeom>
              <a:avLst/>
              <a:gdLst>
                <a:gd name="T0" fmla="*/ 28 w 1229"/>
                <a:gd name="T1" fmla="*/ 8 h 706"/>
                <a:gd name="T2" fmla="*/ 139 w 1229"/>
                <a:gd name="T3" fmla="*/ 371 h 706"/>
                <a:gd name="T4" fmla="*/ 420 w 1229"/>
                <a:gd name="T5" fmla="*/ 595 h 706"/>
                <a:gd name="T6" fmla="*/ 1199 w 1229"/>
                <a:gd name="T7" fmla="*/ 617 h 706"/>
                <a:gd name="T8" fmla="*/ 1186 w 1229"/>
                <a:gd name="T9" fmla="*/ 571 h 706"/>
                <a:gd name="T10" fmla="*/ 469 w 1229"/>
                <a:gd name="T11" fmla="*/ 549 h 706"/>
                <a:gd name="T12" fmla="*/ 191 w 1229"/>
                <a:gd name="T13" fmla="*/ 341 h 706"/>
                <a:gd name="T14" fmla="*/ 105 w 1229"/>
                <a:gd name="T15" fmla="*/ 187 h 706"/>
                <a:gd name="T16" fmla="*/ 43 w 1229"/>
                <a:gd name="T17" fmla="*/ 7 h 706"/>
                <a:gd name="T18" fmla="*/ 28 w 1229"/>
                <a:gd name="T19" fmla="*/ 8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9" h="706">
                  <a:moveTo>
                    <a:pt x="28" y="8"/>
                  </a:moveTo>
                  <a:cubicBezTo>
                    <a:pt x="0" y="129"/>
                    <a:pt x="72" y="275"/>
                    <a:pt x="139" y="371"/>
                  </a:cubicBezTo>
                  <a:cubicBezTo>
                    <a:pt x="210" y="470"/>
                    <a:pt x="310" y="545"/>
                    <a:pt x="420" y="595"/>
                  </a:cubicBezTo>
                  <a:cubicBezTo>
                    <a:pt x="664" y="706"/>
                    <a:pt x="948" y="698"/>
                    <a:pt x="1199" y="617"/>
                  </a:cubicBezTo>
                  <a:cubicBezTo>
                    <a:pt x="1229" y="608"/>
                    <a:pt x="1217" y="563"/>
                    <a:pt x="1186" y="571"/>
                  </a:cubicBezTo>
                  <a:cubicBezTo>
                    <a:pt x="954" y="630"/>
                    <a:pt x="695" y="637"/>
                    <a:pt x="469" y="549"/>
                  </a:cubicBezTo>
                  <a:cubicBezTo>
                    <a:pt x="360" y="506"/>
                    <a:pt x="262" y="433"/>
                    <a:pt x="191" y="341"/>
                  </a:cubicBezTo>
                  <a:cubicBezTo>
                    <a:pt x="155" y="294"/>
                    <a:pt x="127" y="241"/>
                    <a:pt x="105" y="187"/>
                  </a:cubicBezTo>
                  <a:cubicBezTo>
                    <a:pt x="81" y="128"/>
                    <a:pt x="72" y="63"/>
                    <a:pt x="43" y="7"/>
                  </a:cubicBezTo>
                  <a:cubicBezTo>
                    <a:pt x="40" y="0"/>
                    <a:pt x="30" y="2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39" name="chenying0907 11"/>
            <p:cNvSpPr>
              <a:spLocks/>
            </p:cNvSpPr>
            <p:nvPr/>
          </p:nvSpPr>
          <p:spPr bwMode="auto">
            <a:xfrm>
              <a:off x="6203951" y="5040313"/>
              <a:ext cx="1285875" cy="706438"/>
            </a:xfrm>
            <a:custGeom>
              <a:avLst/>
              <a:gdLst>
                <a:gd name="T0" fmla="*/ 9 w 1238"/>
                <a:gd name="T1" fmla="*/ 343 h 681"/>
                <a:gd name="T2" fmla="*/ 575 w 1238"/>
                <a:gd name="T3" fmla="*/ 605 h 681"/>
                <a:gd name="T4" fmla="*/ 1222 w 1238"/>
                <a:gd name="T5" fmla="*/ 529 h 681"/>
                <a:gd name="T6" fmla="*/ 1222 w 1238"/>
                <a:gd name="T7" fmla="*/ 485 h 681"/>
                <a:gd name="T8" fmla="*/ 968 w 1238"/>
                <a:gd name="T9" fmla="*/ 314 h 681"/>
                <a:gd name="T10" fmla="*/ 825 w 1238"/>
                <a:gd name="T11" fmla="*/ 32 h 681"/>
                <a:gd name="T12" fmla="*/ 776 w 1238"/>
                <a:gd name="T13" fmla="*/ 46 h 681"/>
                <a:gd name="T14" fmla="*/ 921 w 1238"/>
                <a:gd name="T15" fmla="*/ 340 h 681"/>
                <a:gd name="T16" fmla="*/ 1196 w 1238"/>
                <a:gd name="T17" fmla="*/ 529 h 681"/>
                <a:gd name="T18" fmla="*/ 1196 w 1238"/>
                <a:gd name="T19" fmla="*/ 485 h 681"/>
                <a:gd name="T20" fmla="*/ 23 w 1238"/>
                <a:gd name="T21" fmla="*/ 324 h 681"/>
                <a:gd name="T22" fmla="*/ 9 w 1238"/>
                <a:gd name="T23" fmla="*/ 34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38" h="681">
                  <a:moveTo>
                    <a:pt x="9" y="343"/>
                  </a:moveTo>
                  <a:cubicBezTo>
                    <a:pt x="152" y="493"/>
                    <a:pt x="376" y="569"/>
                    <a:pt x="575" y="605"/>
                  </a:cubicBezTo>
                  <a:cubicBezTo>
                    <a:pt x="792" y="644"/>
                    <a:pt x="1024" y="631"/>
                    <a:pt x="1222" y="529"/>
                  </a:cubicBezTo>
                  <a:cubicBezTo>
                    <a:pt x="1238" y="520"/>
                    <a:pt x="1238" y="494"/>
                    <a:pt x="1222" y="485"/>
                  </a:cubicBezTo>
                  <a:cubicBezTo>
                    <a:pt x="1131" y="437"/>
                    <a:pt x="1041" y="387"/>
                    <a:pt x="968" y="314"/>
                  </a:cubicBezTo>
                  <a:cubicBezTo>
                    <a:pt x="889" y="238"/>
                    <a:pt x="847" y="138"/>
                    <a:pt x="825" y="32"/>
                  </a:cubicBezTo>
                  <a:cubicBezTo>
                    <a:pt x="819" y="0"/>
                    <a:pt x="770" y="14"/>
                    <a:pt x="776" y="46"/>
                  </a:cubicBezTo>
                  <a:cubicBezTo>
                    <a:pt x="799" y="157"/>
                    <a:pt x="844" y="256"/>
                    <a:pt x="921" y="340"/>
                  </a:cubicBezTo>
                  <a:cubicBezTo>
                    <a:pt x="997" y="422"/>
                    <a:pt x="1098" y="479"/>
                    <a:pt x="1196" y="529"/>
                  </a:cubicBezTo>
                  <a:cubicBezTo>
                    <a:pt x="1196" y="514"/>
                    <a:pt x="1196" y="500"/>
                    <a:pt x="1196" y="485"/>
                  </a:cubicBezTo>
                  <a:cubicBezTo>
                    <a:pt x="821" y="681"/>
                    <a:pt x="352" y="551"/>
                    <a:pt x="23" y="324"/>
                  </a:cubicBezTo>
                  <a:cubicBezTo>
                    <a:pt x="12" y="316"/>
                    <a:pt x="0" y="333"/>
                    <a:pt x="9" y="3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grpSp>
          <p:nvGrpSpPr>
            <p:cNvPr id="240" name="chenying0907 239"/>
            <p:cNvGrpSpPr/>
            <p:nvPr/>
          </p:nvGrpSpPr>
          <p:grpSpPr>
            <a:xfrm>
              <a:off x="3517901" y="1225551"/>
              <a:ext cx="5260975" cy="4090987"/>
              <a:chOff x="3517901" y="1225551"/>
              <a:chExt cx="5260975" cy="4090987"/>
            </a:xfrm>
            <a:grpFill/>
          </p:grpSpPr>
          <p:sp>
            <p:nvSpPr>
              <p:cNvPr id="241" name="chenying0907 12"/>
              <p:cNvSpPr>
                <a:spLocks/>
              </p:cNvSpPr>
              <p:nvPr/>
            </p:nvSpPr>
            <p:spPr bwMode="auto">
              <a:xfrm>
                <a:off x="7805738" y="2135188"/>
                <a:ext cx="109538" cy="38100"/>
              </a:xfrm>
              <a:custGeom>
                <a:avLst/>
                <a:gdLst>
                  <a:gd name="T0" fmla="*/ 6 w 106"/>
                  <a:gd name="T1" fmla="*/ 35 h 37"/>
                  <a:gd name="T2" fmla="*/ 45 w 106"/>
                  <a:gd name="T3" fmla="*/ 33 h 37"/>
                  <a:gd name="T4" fmla="*/ 97 w 106"/>
                  <a:gd name="T5" fmla="*/ 22 h 37"/>
                  <a:gd name="T6" fmla="*/ 97 w 106"/>
                  <a:gd name="T7" fmla="*/ 6 h 37"/>
                  <a:gd name="T8" fmla="*/ 52 w 106"/>
                  <a:gd name="T9" fmla="*/ 6 h 37"/>
                  <a:gd name="T10" fmla="*/ 4 w 106"/>
                  <a:gd name="T11" fmla="*/ 24 h 37"/>
                  <a:gd name="T12" fmla="*/ 6 w 106"/>
                  <a:gd name="T13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" h="37">
                    <a:moveTo>
                      <a:pt x="6" y="35"/>
                    </a:moveTo>
                    <a:cubicBezTo>
                      <a:pt x="20" y="37"/>
                      <a:pt x="32" y="35"/>
                      <a:pt x="45" y="33"/>
                    </a:cubicBezTo>
                    <a:cubicBezTo>
                      <a:pt x="63" y="30"/>
                      <a:pt x="80" y="29"/>
                      <a:pt x="97" y="22"/>
                    </a:cubicBezTo>
                    <a:cubicBezTo>
                      <a:pt x="105" y="19"/>
                      <a:pt x="106" y="9"/>
                      <a:pt x="97" y="6"/>
                    </a:cubicBezTo>
                    <a:cubicBezTo>
                      <a:pt x="81" y="0"/>
                      <a:pt x="68" y="2"/>
                      <a:pt x="52" y="6"/>
                    </a:cubicBezTo>
                    <a:cubicBezTo>
                      <a:pt x="34" y="9"/>
                      <a:pt x="17" y="13"/>
                      <a:pt x="4" y="24"/>
                    </a:cubicBezTo>
                    <a:cubicBezTo>
                      <a:pt x="0" y="27"/>
                      <a:pt x="2" y="34"/>
                      <a:pt x="6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42" name="chenying0907 13"/>
              <p:cNvSpPr>
                <a:spLocks/>
              </p:cNvSpPr>
              <p:nvPr/>
            </p:nvSpPr>
            <p:spPr bwMode="auto">
              <a:xfrm>
                <a:off x="8018463" y="2144713"/>
                <a:ext cx="92075" cy="34925"/>
              </a:xfrm>
              <a:custGeom>
                <a:avLst/>
                <a:gdLst>
                  <a:gd name="T0" fmla="*/ 4 w 89"/>
                  <a:gd name="T1" fmla="*/ 9 h 35"/>
                  <a:gd name="T2" fmla="*/ 79 w 89"/>
                  <a:gd name="T3" fmla="*/ 34 h 35"/>
                  <a:gd name="T4" fmla="*/ 83 w 89"/>
                  <a:gd name="T5" fmla="*/ 20 h 35"/>
                  <a:gd name="T6" fmla="*/ 7 w 89"/>
                  <a:gd name="T7" fmla="*/ 0 h 35"/>
                  <a:gd name="T8" fmla="*/ 4 w 89"/>
                  <a:gd name="T9" fmla="*/ 9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35">
                    <a:moveTo>
                      <a:pt x="4" y="9"/>
                    </a:moveTo>
                    <a:cubicBezTo>
                      <a:pt x="28" y="23"/>
                      <a:pt x="52" y="31"/>
                      <a:pt x="79" y="34"/>
                    </a:cubicBezTo>
                    <a:cubicBezTo>
                      <a:pt x="87" y="35"/>
                      <a:pt x="89" y="24"/>
                      <a:pt x="83" y="20"/>
                    </a:cubicBezTo>
                    <a:cubicBezTo>
                      <a:pt x="59" y="6"/>
                      <a:pt x="34" y="3"/>
                      <a:pt x="7" y="0"/>
                    </a:cubicBezTo>
                    <a:cubicBezTo>
                      <a:pt x="2" y="0"/>
                      <a:pt x="0" y="7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43" name="chenying0907 14"/>
              <p:cNvSpPr>
                <a:spLocks/>
              </p:cNvSpPr>
              <p:nvPr/>
            </p:nvSpPr>
            <p:spPr bwMode="auto">
              <a:xfrm>
                <a:off x="8228013" y="2225676"/>
                <a:ext cx="107950" cy="61913"/>
              </a:xfrm>
              <a:custGeom>
                <a:avLst/>
                <a:gdLst>
                  <a:gd name="T0" fmla="*/ 6 w 105"/>
                  <a:gd name="T1" fmla="*/ 10 h 59"/>
                  <a:gd name="T2" fmla="*/ 91 w 105"/>
                  <a:gd name="T3" fmla="*/ 55 h 59"/>
                  <a:gd name="T4" fmla="*/ 99 w 105"/>
                  <a:gd name="T5" fmla="*/ 44 h 59"/>
                  <a:gd name="T6" fmla="*/ 9 w 105"/>
                  <a:gd name="T7" fmla="*/ 1 h 59"/>
                  <a:gd name="T8" fmla="*/ 6 w 105"/>
                  <a:gd name="T9" fmla="*/ 1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59">
                    <a:moveTo>
                      <a:pt x="6" y="10"/>
                    </a:moveTo>
                    <a:cubicBezTo>
                      <a:pt x="35" y="21"/>
                      <a:pt x="64" y="39"/>
                      <a:pt x="91" y="55"/>
                    </a:cubicBezTo>
                    <a:cubicBezTo>
                      <a:pt x="97" y="59"/>
                      <a:pt x="105" y="49"/>
                      <a:pt x="99" y="44"/>
                    </a:cubicBezTo>
                    <a:cubicBezTo>
                      <a:pt x="72" y="20"/>
                      <a:pt x="44" y="7"/>
                      <a:pt x="9" y="1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44" name="chenying0907 15"/>
              <p:cNvSpPr>
                <a:spLocks/>
              </p:cNvSpPr>
              <p:nvPr/>
            </p:nvSpPr>
            <p:spPr bwMode="auto">
              <a:xfrm>
                <a:off x="8421688" y="2389188"/>
                <a:ext cx="77788" cy="84138"/>
              </a:xfrm>
              <a:custGeom>
                <a:avLst/>
                <a:gdLst>
                  <a:gd name="T0" fmla="*/ 1 w 75"/>
                  <a:gd name="T1" fmla="*/ 1 h 81"/>
                  <a:gd name="T2" fmla="*/ 14 w 75"/>
                  <a:gd name="T3" fmla="*/ 20 h 81"/>
                  <a:gd name="T4" fmla="*/ 31 w 75"/>
                  <a:gd name="T5" fmla="*/ 42 h 81"/>
                  <a:gd name="T6" fmla="*/ 62 w 75"/>
                  <a:gd name="T7" fmla="*/ 77 h 81"/>
                  <a:gd name="T8" fmla="*/ 72 w 75"/>
                  <a:gd name="T9" fmla="*/ 71 h 81"/>
                  <a:gd name="T10" fmla="*/ 45 w 75"/>
                  <a:gd name="T11" fmla="*/ 35 h 81"/>
                  <a:gd name="T12" fmla="*/ 24 w 75"/>
                  <a:gd name="T13" fmla="*/ 16 h 81"/>
                  <a:gd name="T14" fmla="*/ 2 w 75"/>
                  <a:gd name="T15" fmla="*/ 0 h 81"/>
                  <a:gd name="T16" fmla="*/ 1 w 75"/>
                  <a:gd name="T17" fmla="*/ 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81">
                    <a:moveTo>
                      <a:pt x="1" y="1"/>
                    </a:moveTo>
                    <a:cubicBezTo>
                      <a:pt x="6" y="6"/>
                      <a:pt x="9" y="14"/>
                      <a:pt x="14" y="20"/>
                    </a:cubicBezTo>
                    <a:cubicBezTo>
                      <a:pt x="19" y="27"/>
                      <a:pt x="25" y="35"/>
                      <a:pt x="31" y="42"/>
                    </a:cubicBezTo>
                    <a:cubicBezTo>
                      <a:pt x="41" y="54"/>
                      <a:pt x="51" y="66"/>
                      <a:pt x="62" y="77"/>
                    </a:cubicBezTo>
                    <a:cubicBezTo>
                      <a:pt x="66" y="81"/>
                      <a:pt x="75" y="77"/>
                      <a:pt x="72" y="71"/>
                    </a:cubicBezTo>
                    <a:cubicBezTo>
                      <a:pt x="66" y="57"/>
                      <a:pt x="57" y="46"/>
                      <a:pt x="45" y="35"/>
                    </a:cubicBezTo>
                    <a:cubicBezTo>
                      <a:pt x="38" y="28"/>
                      <a:pt x="31" y="22"/>
                      <a:pt x="24" y="16"/>
                    </a:cubicBezTo>
                    <a:cubicBezTo>
                      <a:pt x="17" y="10"/>
                      <a:pt x="8" y="6"/>
                      <a:pt x="2" y="0"/>
                    </a:cubicBezTo>
                    <a:cubicBezTo>
                      <a:pt x="1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45" name="chenying0907 16"/>
              <p:cNvSpPr>
                <a:spLocks/>
              </p:cNvSpPr>
              <p:nvPr/>
            </p:nvSpPr>
            <p:spPr bwMode="auto">
              <a:xfrm>
                <a:off x="8572501" y="2570163"/>
                <a:ext cx="60325" cy="90488"/>
              </a:xfrm>
              <a:custGeom>
                <a:avLst/>
                <a:gdLst>
                  <a:gd name="T0" fmla="*/ 3 w 57"/>
                  <a:gd name="T1" fmla="*/ 10 h 88"/>
                  <a:gd name="T2" fmla="*/ 47 w 57"/>
                  <a:gd name="T3" fmla="*/ 83 h 88"/>
                  <a:gd name="T4" fmla="*/ 55 w 57"/>
                  <a:gd name="T5" fmla="*/ 77 h 88"/>
                  <a:gd name="T6" fmla="*/ 11 w 57"/>
                  <a:gd name="T7" fmla="*/ 5 h 88"/>
                  <a:gd name="T8" fmla="*/ 3 w 57"/>
                  <a:gd name="T9" fmla="*/ 1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88">
                    <a:moveTo>
                      <a:pt x="3" y="10"/>
                    </a:moveTo>
                    <a:cubicBezTo>
                      <a:pt x="17" y="35"/>
                      <a:pt x="27" y="63"/>
                      <a:pt x="47" y="83"/>
                    </a:cubicBezTo>
                    <a:cubicBezTo>
                      <a:pt x="51" y="88"/>
                      <a:pt x="57" y="82"/>
                      <a:pt x="55" y="77"/>
                    </a:cubicBezTo>
                    <a:cubicBezTo>
                      <a:pt x="44" y="51"/>
                      <a:pt x="28" y="27"/>
                      <a:pt x="11" y="5"/>
                    </a:cubicBezTo>
                    <a:cubicBezTo>
                      <a:pt x="8" y="0"/>
                      <a:pt x="0" y="4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46" name="chenying0907 17"/>
              <p:cNvSpPr>
                <a:spLocks/>
              </p:cNvSpPr>
              <p:nvPr/>
            </p:nvSpPr>
            <p:spPr bwMode="auto">
              <a:xfrm>
                <a:off x="8664576" y="2767013"/>
                <a:ext cx="42863" cy="88900"/>
              </a:xfrm>
              <a:custGeom>
                <a:avLst/>
                <a:gdLst>
                  <a:gd name="T0" fmla="*/ 3 w 41"/>
                  <a:gd name="T1" fmla="*/ 7 h 86"/>
                  <a:gd name="T2" fmla="*/ 30 w 41"/>
                  <a:gd name="T3" fmla="*/ 79 h 86"/>
                  <a:gd name="T4" fmla="*/ 40 w 41"/>
                  <a:gd name="T5" fmla="*/ 76 h 86"/>
                  <a:gd name="T6" fmla="*/ 9 w 41"/>
                  <a:gd name="T7" fmla="*/ 4 h 86"/>
                  <a:gd name="T8" fmla="*/ 3 w 41"/>
                  <a:gd name="T9" fmla="*/ 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86">
                    <a:moveTo>
                      <a:pt x="3" y="7"/>
                    </a:moveTo>
                    <a:cubicBezTo>
                      <a:pt x="16" y="29"/>
                      <a:pt x="21" y="56"/>
                      <a:pt x="30" y="79"/>
                    </a:cubicBezTo>
                    <a:cubicBezTo>
                      <a:pt x="32" y="86"/>
                      <a:pt x="41" y="83"/>
                      <a:pt x="40" y="76"/>
                    </a:cubicBezTo>
                    <a:cubicBezTo>
                      <a:pt x="36" y="48"/>
                      <a:pt x="25" y="27"/>
                      <a:pt x="9" y="4"/>
                    </a:cubicBezTo>
                    <a:cubicBezTo>
                      <a:pt x="7" y="0"/>
                      <a:pt x="0" y="3"/>
                      <a:pt x="3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47" name="chenying0907 18"/>
              <p:cNvSpPr>
                <a:spLocks/>
              </p:cNvSpPr>
              <p:nvPr/>
            </p:nvSpPr>
            <p:spPr bwMode="auto">
              <a:xfrm>
                <a:off x="8740776" y="2992438"/>
                <a:ext cx="26988" cy="107950"/>
              </a:xfrm>
              <a:custGeom>
                <a:avLst/>
                <a:gdLst>
                  <a:gd name="T0" fmla="*/ 2 w 27"/>
                  <a:gd name="T1" fmla="*/ 7 h 104"/>
                  <a:gd name="T2" fmla="*/ 17 w 27"/>
                  <a:gd name="T3" fmla="*/ 100 h 104"/>
                  <a:gd name="T4" fmla="*/ 23 w 27"/>
                  <a:gd name="T5" fmla="*/ 100 h 104"/>
                  <a:gd name="T6" fmla="*/ 9 w 27"/>
                  <a:gd name="T7" fmla="*/ 4 h 104"/>
                  <a:gd name="T8" fmla="*/ 2 w 27"/>
                  <a:gd name="T9" fmla="*/ 7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04">
                    <a:moveTo>
                      <a:pt x="2" y="7"/>
                    </a:moveTo>
                    <a:cubicBezTo>
                      <a:pt x="14" y="36"/>
                      <a:pt x="13" y="68"/>
                      <a:pt x="17" y="100"/>
                    </a:cubicBezTo>
                    <a:cubicBezTo>
                      <a:pt x="17" y="104"/>
                      <a:pt x="23" y="104"/>
                      <a:pt x="23" y="100"/>
                    </a:cubicBezTo>
                    <a:cubicBezTo>
                      <a:pt x="27" y="67"/>
                      <a:pt x="24" y="33"/>
                      <a:pt x="9" y="4"/>
                    </a:cubicBezTo>
                    <a:cubicBezTo>
                      <a:pt x="7" y="0"/>
                      <a:pt x="0" y="3"/>
                      <a:pt x="2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48" name="chenying0907 19"/>
              <p:cNvSpPr>
                <a:spLocks/>
              </p:cNvSpPr>
              <p:nvPr/>
            </p:nvSpPr>
            <p:spPr bwMode="auto">
              <a:xfrm>
                <a:off x="8753476" y="3206751"/>
                <a:ext cx="25400" cy="80963"/>
              </a:xfrm>
              <a:custGeom>
                <a:avLst/>
                <a:gdLst>
                  <a:gd name="T0" fmla="*/ 13 w 24"/>
                  <a:gd name="T1" fmla="*/ 2 h 78"/>
                  <a:gd name="T2" fmla="*/ 4 w 24"/>
                  <a:gd name="T3" fmla="*/ 32 h 78"/>
                  <a:gd name="T4" fmla="*/ 2 w 24"/>
                  <a:gd name="T5" fmla="*/ 46 h 78"/>
                  <a:gd name="T6" fmla="*/ 0 w 24"/>
                  <a:gd name="T7" fmla="*/ 66 h 78"/>
                  <a:gd name="T8" fmla="*/ 13 w 24"/>
                  <a:gd name="T9" fmla="*/ 71 h 78"/>
                  <a:gd name="T10" fmla="*/ 23 w 24"/>
                  <a:gd name="T11" fmla="*/ 39 h 78"/>
                  <a:gd name="T12" fmla="*/ 15 w 24"/>
                  <a:gd name="T13" fmla="*/ 2 h 78"/>
                  <a:gd name="T14" fmla="*/ 13 w 24"/>
                  <a:gd name="T15" fmla="*/ 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8">
                    <a:moveTo>
                      <a:pt x="13" y="2"/>
                    </a:moveTo>
                    <a:cubicBezTo>
                      <a:pt x="9" y="12"/>
                      <a:pt x="6" y="21"/>
                      <a:pt x="4" y="32"/>
                    </a:cubicBezTo>
                    <a:cubicBezTo>
                      <a:pt x="3" y="37"/>
                      <a:pt x="2" y="41"/>
                      <a:pt x="2" y="46"/>
                    </a:cubicBezTo>
                    <a:cubicBezTo>
                      <a:pt x="1" y="53"/>
                      <a:pt x="1" y="59"/>
                      <a:pt x="0" y="66"/>
                    </a:cubicBezTo>
                    <a:cubicBezTo>
                      <a:pt x="0" y="72"/>
                      <a:pt x="9" y="78"/>
                      <a:pt x="13" y="71"/>
                    </a:cubicBezTo>
                    <a:cubicBezTo>
                      <a:pt x="18" y="60"/>
                      <a:pt x="21" y="52"/>
                      <a:pt x="23" y="39"/>
                    </a:cubicBezTo>
                    <a:cubicBezTo>
                      <a:pt x="24" y="25"/>
                      <a:pt x="20" y="15"/>
                      <a:pt x="15" y="2"/>
                    </a:cubicBezTo>
                    <a:cubicBezTo>
                      <a:pt x="15" y="0"/>
                      <a:pt x="13" y="1"/>
                      <a:pt x="1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49" name="chenying0907 20"/>
              <p:cNvSpPr>
                <a:spLocks/>
              </p:cNvSpPr>
              <p:nvPr/>
            </p:nvSpPr>
            <p:spPr bwMode="auto">
              <a:xfrm>
                <a:off x="8672513" y="3368676"/>
                <a:ext cx="61913" cy="100013"/>
              </a:xfrm>
              <a:custGeom>
                <a:avLst/>
                <a:gdLst>
                  <a:gd name="T0" fmla="*/ 46 w 61"/>
                  <a:gd name="T1" fmla="*/ 3 h 97"/>
                  <a:gd name="T2" fmla="*/ 6 w 61"/>
                  <a:gd name="T3" fmla="*/ 81 h 97"/>
                  <a:gd name="T4" fmla="*/ 20 w 61"/>
                  <a:gd name="T5" fmla="*/ 91 h 97"/>
                  <a:gd name="T6" fmla="*/ 52 w 61"/>
                  <a:gd name="T7" fmla="*/ 51 h 97"/>
                  <a:gd name="T8" fmla="*/ 53 w 61"/>
                  <a:gd name="T9" fmla="*/ 3 h 97"/>
                  <a:gd name="T10" fmla="*/ 46 w 61"/>
                  <a:gd name="T11" fmla="*/ 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1" h="97">
                    <a:moveTo>
                      <a:pt x="46" y="3"/>
                    </a:moveTo>
                    <a:cubicBezTo>
                      <a:pt x="33" y="29"/>
                      <a:pt x="23" y="57"/>
                      <a:pt x="6" y="81"/>
                    </a:cubicBezTo>
                    <a:cubicBezTo>
                      <a:pt x="0" y="89"/>
                      <a:pt x="13" y="97"/>
                      <a:pt x="20" y="91"/>
                    </a:cubicBezTo>
                    <a:cubicBezTo>
                      <a:pt x="34" y="80"/>
                      <a:pt x="45" y="69"/>
                      <a:pt x="52" y="51"/>
                    </a:cubicBezTo>
                    <a:cubicBezTo>
                      <a:pt x="58" y="35"/>
                      <a:pt x="61" y="20"/>
                      <a:pt x="53" y="3"/>
                    </a:cubicBezTo>
                    <a:cubicBezTo>
                      <a:pt x="52" y="0"/>
                      <a:pt x="47" y="1"/>
                      <a:pt x="4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50" name="chenying0907 21"/>
              <p:cNvSpPr>
                <a:spLocks/>
              </p:cNvSpPr>
              <p:nvPr/>
            </p:nvSpPr>
            <p:spPr bwMode="auto">
              <a:xfrm>
                <a:off x="8559801" y="3544888"/>
                <a:ext cx="68263" cy="84138"/>
              </a:xfrm>
              <a:custGeom>
                <a:avLst/>
                <a:gdLst>
                  <a:gd name="T0" fmla="*/ 51 w 66"/>
                  <a:gd name="T1" fmla="*/ 4 h 81"/>
                  <a:gd name="T2" fmla="*/ 24 w 66"/>
                  <a:gd name="T3" fmla="*/ 33 h 81"/>
                  <a:gd name="T4" fmla="*/ 14 w 66"/>
                  <a:gd name="T5" fmla="*/ 46 h 81"/>
                  <a:gd name="T6" fmla="*/ 5 w 66"/>
                  <a:gd name="T7" fmla="*/ 62 h 81"/>
                  <a:gd name="T8" fmla="*/ 18 w 66"/>
                  <a:gd name="T9" fmla="*/ 75 h 81"/>
                  <a:gd name="T10" fmla="*/ 32 w 66"/>
                  <a:gd name="T11" fmla="*/ 65 h 81"/>
                  <a:gd name="T12" fmla="*/ 45 w 66"/>
                  <a:gd name="T13" fmla="*/ 49 h 81"/>
                  <a:gd name="T14" fmla="*/ 63 w 66"/>
                  <a:gd name="T15" fmla="*/ 11 h 81"/>
                  <a:gd name="T16" fmla="*/ 51 w 66"/>
                  <a:gd name="T17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81">
                    <a:moveTo>
                      <a:pt x="51" y="4"/>
                    </a:moveTo>
                    <a:cubicBezTo>
                      <a:pt x="41" y="13"/>
                      <a:pt x="32" y="22"/>
                      <a:pt x="24" y="33"/>
                    </a:cubicBezTo>
                    <a:cubicBezTo>
                      <a:pt x="21" y="37"/>
                      <a:pt x="17" y="41"/>
                      <a:pt x="14" y="46"/>
                    </a:cubicBezTo>
                    <a:cubicBezTo>
                      <a:pt x="10" y="51"/>
                      <a:pt x="9" y="57"/>
                      <a:pt x="5" y="62"/>
                    </a:cubicBezTo>
                    <a:cubicBezTo>
                      <a:pt x="0" y="70"/>
                      <a:pt x="10" y="81"/>
                      <a:pt x="18" y="75"/>
                    </a:cubicBezTo>
                    <a:cubicBezTo>
                      <a:pt x="22" y="72"/>
                      <a:pt x="29" y="69"/>
                      <a:pt x="32" y="65"/>
                    </a:cubicBezTo>
                    <a:cubicBezTo>
                      <a:pt x="37" y="60"/>
                      <a:pt x="41" y="55"/>
                      <a:pt x="45" y="49"/>
                    </a:cubicBezTo>
                    <a:cubicBezTo>
                      <a:pt x="53" y="37"/>
                      <a:pt x="59" y="25"/>
                      <a:pt x="63" y="11"/>
                    </a:cubicBezTo>
                    <a:cubicBezTo>
                      <a:pt x="66" y="4"/>
                      <a:pt x="56" y="0"/>
                      <a:pt x="5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51" name="chenying0907 22"/>
              <p:cNvSpPr>
                <a:spLocks/>
              </p:cNvSpPr>
              <p:nvPr/>
            </p:nvSpPr>
            <p:spPr bwMode="auto">
              <a:xfrm>
                <a:off x="8374063" y="3732213"/>
                <a:ext cx="80963" cy="65088"/>
              </a:xfrm>
              <a:custGeom>
                <a:avLst/>
                <a:gdLst>
                  <a:gd name="T0" fmla="*/ 66 w 79"/>
                  <a:gd name="T1" fmla="*/ 3 h 62"/>
                  <a:gd name="T2" fmla="*/ 35 w 79"/>
                  <a:gd name="T3" fmla="*/ 23 h 62"/>
                  <a:gd name="T4" fmla="*/ 6 w 79"/>
                  <a:gd name="T5" fmla="*/ 48 h 62"/>
                  <a:gd name="T6" fmla="*/ 14 w 79"/>
                  <a:gd name="T7" fmla="*/ 58 h 62"/>
                  <a:gd name="T8" fmla="*/ 45 w 79"/>
                  <a:gd name="T9" fmla="*/ 38 h 62"/>
                  <a:gd name="T10" fmla="*/ 73 w 79"/>
                  <a:gd name="T11" fmla="*/ 13 h 62"/>
                  <a:gd name="T12" fmla="*/ 66 w 79"/>
                  <a:gd name="T13" fmla="*/ 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62">
                    <a:moveTo>
                      <a:pt x="66" y="3"/>
                    </a:moveTo>
                    <a:cubicBezTo>
                      <a:pt x="55" y="9"/>
                      <a:pt x="45" y="15"/>
                      <a:pt x="35" y="23"/>
                    </a:cubicBezTo>
                    <a:cubicBezTo>
                      <a:pt x="25" y="31"/>
                      <a:pt x="16" y="39"/>
                      <a:pt x="6" y="48"/>
                    </a:cubicBezTo>
                    <a:cubicBezTo>
                      <a:pt x="0" y="53"/>
                      <a:pt x="8" y="62"/>
                      <a:pt x="14" y="58"/>
                    </a:cubicBezTo>
                    <a:cubicBezTo>
                      <a:pt x="25" y="52"/>
                      <a:pt x="35" y="46"/>
                      <a:pt x="45" y="38"/>
                    </a:cubicBezTo>
                    <a:cubicBezTo>
                      <a:pt x="55" y="30"/>
                      <a:pt x="64" y="21"/>
                      <a:pt x="73" y="13"/>
                    </a:cubicBezTo>
                    <a:cubicBezTo>
                      <a:pt x="79" y="9"/>
                      <a:pt x="72" y="0"/>
                      <a:pt x="6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52" name="chenying0907 23"/>
              <p:cNvSpPr>
                <a:spLocks/>
              </p:cNvSpPr>
              <p:nvPr/>
            </p:nvSpPr>
            <p:spPr bwMode="auto">
              <a:xfrm>
                <a:off x="7953376" y="3932238"/>
                <a:ext cx="93663" cy="30163"/>
              </a:xfrm>
              <a:custGeom>
                <a:avLst/>
                <a:gdLst>
                  <a:gd name="T0" fmla="*/ 82 w 91"/>
                  <a:gd name="T1" fmla="*/ 1 h 30"/>
                  <a:gd name="T2" fmla="*/ 42 w 91"/>
                  <a:gd name="T3" fmla="*/ 5 h 30"/>
                  <a:gd name="T4" fmla="*/ 9 w 91"/>
                  <a:gd name="T5" fmla="*/ 11 h 30"/>
                  <a:gd name="T6" fmla="*/ 9 w 91"/>
                  <a:gd name="T7" fmla="*/ 28 h 30"/>
                  <a:gd name="T8" fmla="*/ 45 w 91"/>
                  <a:gd name="T9" fmla="*/ 27 h 30"/>
                  <a:gd name="T10" fmla="*/ 86 w 91"/>
                  <a:gd name="T11" fmla="*/ 9 h 30"/>
                  <a:gd name="T12" fmla="*/ 82 w 91"/>
                  <a:gd name="T13" fmla="*/ 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30">
                    <a:moveTo>
                      <a:pt x="82" y="1"/>
                    </a:moveTo>
                    <a:cubicBezTo>
                      <a:pt x="69" y="3"/>
                      <a:pt x="55" y="3"/>
                      <a:pt x="42" y="5"/>
                    </a:cubicBezTo>
                    <a:cubicBezTo>
                      <a:pt x="31" y="6"/>
                      <a:pt x="20" y="9"/>
                      <a:pt x="9" y="11"/>
                    </a:cubicBezTo>
                    <a:cubicBezTo>
                      <a:pt x="0" y="13"/>
                      <a:pt x="0" y="27"/>
                      <a:pt x="9" y="28"/>
                    </a:cubicBezTo>
                    <a:cubicBezTo>
                      <a:pt x="22" y="30"/>
                      <a:pt x="32" y="30"/>
                      <a:pt x="45" y="27"/>
                    </a:cubicBezTo>
                    <a:cubicBezTo>
                      <a:pt x="60" y="23"/>
                      <a:pt x="72" y="15"/>
                      <a:pt x="86" y="9"/>
                    </a:cubicBezTo>
                    <a:cubicBezTo>
                      <a:pt x="91" y="7"/>
                      <a:pt x="87" y="0"/>
                      <a:pt x="8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53" name="chenying0907 24"/>
              <p:cNvSpPr>
                <a:spLocks/>
              </p:cNvSpPr>
              <p:nvPr/>
            </p:nvSpPr>
            <p:spPr bwMode="auto">
              <a:xfrm>
                <a:off x="7991476" y="3992563"/>
                <a:ext cx="65088" cy="77788"/>
              </a:xfrm>
              <a:custGeom>
                <a:avLst/>
                <a:gdLst>
                  <a:gd name="T0" fmla="*/ 2 w 63"/>
                  <a:gd name="T1" fmla="*/ 6 h 74"/>
                  <a:gd name="T2" fmla="*/ 12 w 63"/>
                  <a:gd name="T3" fmla="*/ 18 h 74"/>
                  <a:gd name="T4" fmla="*/ 24 w 63"/>
                  <a:gd name="T5" fmla="*/ 34 h 74"/>
                  <a:gd name="T6" fmla="*/ 36 w 63"/>
                  <a:gd name="T7" fmla="*/ 51 h 74"/>
                  <a:gd name="T8" fmla="*/ 47 w 63"/>
                  <a:gd name="T9" fmla="*/ 66 h 74"/>
                  <a:gd name="T10" fmla="*/ 61 w 63"/>
                  <a:gd name="T11" fmla="*/ 60 h 74"/>
                  <a:gd name="T12" fmla="*/ 37 w 63"/>
                  <a:gd name="T13" fmla="*/ 16 h 74"/>
                  <a:gd name="T14" fmla="*/ 18 w 63"/>
                  <a:gd name="T15" fmla="*/ 3 h 74"/>
                  <a:gd name="T16" fmla="*/ 3 w 63"/>
                  <a:gd name="T17" fmla="*/ 2 h 74"/>
                  <a:gd name="T18" fmla="*/ 2 w 63"/>
                  <a:gd name="T19" fmla="*/ 6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3" h="74">
                    <a:moveTo>
                      <a:pt x="2" y="6"/>
                    </a:moveTo>
                    <a:cubicBezTo>
                      <a:pt x="6" y="7"/>
                      <a:pt x="10" y="15"/>
                      <a:pt x="12" y="18"/>
                    </a:cubicBezTo>
                    <a:cubicBezTo>
                      <a:pt x="15" y="24"/>
                      <a:pt x="20" y="29"/>
                      <a:pt x="24" y="34"/>
                    </a:cubicBezTo>
                    <a:cubicBezTo>
                      <a:pt x="29" y="39"/>
                      <a:pt x="32" y="45"/>
                      <a:pt x="36" y="51"/>
                    </a:cubicBezTo>
                    <a:cubicBezTo>
                      <a:pt x="39" y="56"/>
                      <a:pt x="44" y="60"/>
                      <a:pt x="47" y="66"/>
                    </a:cubicBezTo>
                    <a:cubicBezTo>
                      <a:pt x="51" y="74"/>
                      <a:pt x="63" y="68"/>
                      <a:pt x="61" y="60"/>
                    </a:cubicBezTo>
                    <a:cubicBezTo>
                      <a:pt x="57" y="43"/>
                      <a:pt x="50" y="29"/>
                      <a:pt x="37" y="16"/>
                    </a:cubicBezTo>
                    <a:cubicBezTo>
                      <a:pt x="32" y="10"/>
                      <a:pt x="26" y="6"/>
                      <a:pt x="18" y="3"/>
                    </a:cubicBezTo>
                    <a:cubicBezTo>
                      <a:pt x="13" y="0"/>
                      <a:pt x="8" y="1"/>
                      <a:pt x="3" y="2"/>
                    </a:cubicBezTo>
                    <a:cubicBezTo>
                      <a:pt x="0" y="2"/>
                      <a:pt x="0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54" name="chenying0907 25"/>
              <p:cNvSpPr>
                <a:spLocks/>
              </p:cNvSpPr>
              <p:nvPr/>
            </p:nvSpPr>
            <p:spPr bwMode="auto">
              <a:xfrm>
                <a:off x="8085138" y="4160838"/>
                <a:ext cx="26988" cy="95250"/>
              </a:xfrm>
              <a:custGeom>
                <a:avLst/>
                <a:gdLst>
                  <a:gd name="T0" fmla="*/ 0 w 26"/>
                  <a:gd name="T1" fmla="*/ 8 h 91"/>
                  <a:gd name="T2" fmla="*/ 6 w 26"/>
                  <a:gd name="T3" fmla="*/ 83 h 91"/>
                  <a:gd name="T4" fmla="*/ 22 w 26"/>
                  <a:gd name="T5" fmla="*/ 83 h 91"/>
                  <a:gd name="T6" fmla="*/ 13 w 26"/>
                  <a:gd name="T7" fmla="*/ 5 h 91"/>
                  <a:gd name="T8" fmla="*/ 0 w 26"/>
                  <a:gd name="T9" fmla="*/ 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91">
                    <a:moveTo>
                      <a:pt x="0" y="8"/>
                    </a:moveTo>
                    <a:cubicBezTo>
                      <a:pt x="1" y="33"/>
                      <a:pt x="2" y="59"/>
                      <a:pt x="6" y="83"/>
                    </a:cubicBezTo>
                    <a:cubicBezTo>
                      <a:pt x="8" y="91"/>
                      <a:pt x="20" y="91"/>
                      <a:pt x="22" y="83"/>
                    </a:cubicBezTo>
                    <a:cubicBezTo>
                      <a:pt x="26" y="58"/>
                      <a:pt x="26" y="27"/>
                      <a:pt x="13" y="5"/>
                    </a:cubicBezTo>
                    <a:cubicBezTo>
                      <a:pt x="9" y="0"/>
                      <a:pt x="0" y="2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55" name="chenying0907 26"/>
              <p:cNvSpPr>
                <a:spLocks/>
              </p:cNvSpPr>
              <p:nvPr/>
            </p:nvSpPr>
            <p:spPr bwMode="auto">
              <a:xfrm>
                <a:off x="8034338" y="4348163"/>
                <a:ext cx="44450" cy="106363"/>
              </a:xfrm>
              <a:custGeom>
                <a:avLst/>
                <a:gdLst>
                  <a:gd name="T0" fmla="*/ 8 w 43"/>
                  <a:gd name="T1" fmla="*/ 99 h 102"/>
                  <a:gd name="T2" fmla="*/ 32 w 43"/>
                  <a:gd name="T3" fmla="*/ 61 h 102"/>
                  <a:gd name="T4" fmla="*/ 42 w 43"/>
                  <a:gd name="T5" fmla="*/ 9 h 102"/>
                  <a:gd name="T6" fmla="*/ 27 w 43"/>
                  <a:gd name="T7" fmla="*/ 7 h 102"/>
                  <a:gd name="T8" fmla="*/ 13 w 43"/>
                  <a:gd name="T9" fmla="*/ 50 h 102"/>
                  <a:gd name="T10" fmla="*/ 1 w 43"/>
                  <a:gd name="T11" fmla="*/ 95 h 102"/>
                  <a:gd name="T12" fmla="*/ 8 w 43"/>
                  <a:gd name="T13" fmla="*/ 9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102">
                    <a:moveTo>
                      <a:pt x="8" y="99"/>
                    </a:moveTo>
                    <a:cubicBezTo>
                      <a:pt x="19" y="87"/>
                      <a:pt x="26" y="76"/>
                      <a:pt x="32" y="61"/>
                    </a:cubicBezTo>
                    <a:cubicBezTo>
                      <a:pt x="38" y="44"/>
                      <a:pt x="40" y="27"/>
                      <a:pt x="42" y="9"/>
                    </a:cubicBezTo>
                    <a:cubicBezTo>
                      <a:pt x="43" y="0"/>
                      <a:pt x="30" y="0"/>
                      <a:pt x="27" y="7"/>
                    </a:cubicBezTo>
                    <a:cubicBezTo>
                      <a:pt x="21" y="22"/>
                      <a:pt x="16" y="35"/>
                      <a:pt x="13" y="50"/>
                    </a:cubicBezTo>
                    <a:cubicBezTo>
                      <a:pt x="9" y="64"/>
                      <a:pt x="7" y="81"/>
                      <a:pt x="1" y="95"/>
                    </a:cubicBezTo>
                    <a:cubicBezTo>
                      <a:pt x="0" y="99"/>
                      <a:pt x="6" y="102"/>
                      <a:pt x="8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56" name="chenying0907 27"/>
              <p:cNvSpPr>
                <a:spLocks/>
              </p:cNvSpPr>
              <p:nvPr/>
            </p:nvSpPr>
            <p:spPr bwMode="auto">
              <a:xfrm>
                <a:off x="7883526" y="4581526"/>
                <a:ext cx="80963" cy="74613"/>
              </a:xfrm>
              <a:custGeom>
                <a:avLst/>
                <a:gdLst>
                  <a:gd name="T0" fmla="*/ 7 w 78"/>
                  <a:gd name="T1" fmla="*/ 69 h 72"/>
                  <a:gd name="T2" fmla="*/ 45 w 78"/>
                  <a:gd name="T3" fmla="*/ 47 h 72"/>
                  <a:gd name="T4" fmla="*/ 75 w 78"/>
                  <a:gd name="T5" fmla="*/ 11 h 72"/>
                  <a:gd name="T6" fmla="*/ 67 w 78"/>
                  <a:gd name="T7" fmla="*/ 5 h 72"/>
                  <a:gd name="T8" fmla="*/ 37 w 78"/>
                  <a:gd name="T9" fmla="*/ 33 h 72"/>
                  <a:gd name="T10" fmla="*/ 4 w 78"/>
                  <a:gd name="T11" fmla="*/ 63 h 72"/>
                  <a:gd name="T12" fmla="*/ 7 w 78"/>
                  <a:gd name="T13" fmla="*/ 69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72">
                    <a:moveTo>
                      <a:pt x="7" y="69"/>
                    </a:moveTo>
                    <a:cubicBezTo>
                      <a:pt x="20" y="62"/>
                      <a:pt x="33" y="56"/>
                      <a:pt x="45" y="47"/>
                    </a:cubicBezTo>
                    <a:cubicBezTo>
                      <a:pt x="57" y="37"/>
                      <a:pt x="68" y="26"/>
                      <a:pt x="75" y="11"/>
                    </a:cubicBezTo>
                    <a:cubicBezTo>
                      <a:pt x="78" y="6"/>
                      <a:pt x="71" y="0"/>
                      <a:pt x="67" y="5"/>
                    </a:cubicBezTo>
                    <a:cubicBezTo>
                      <a:pt x="57" y="15"/>
                      <a:pt x="47" y="24"/>
                      <a:pt x="37" y="33"/>
                    </a:cubicBezTo>
                    <a:cubicBezTo>
                      <a:pt x="26" y="43"/>
                      <a:pt x="15" y="55"/>
                      <a:pt x="4" y="63"/>
                    </a:cubicBezTo>
                    <a:cubicBezTo>
                      <a:pt x="0" y="66"/>
                      <a:pt x="3" y="72"/>
                      <a:pt x="7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57" name="chenying0907 28"/>
              <p:cNvSpPr>
                <a:spLocks/>
              </p:cNvSpPr>
              <p:nvPr/>
            </p:nvSpPr>
            <p:spPr bwMode="auto">
              <a:xfrm>
                <a:off x="7666038" y="4762501"/>
                <a:ext cx="120650" cy="58738"/>
              </a:xfrm>
              <a:custGeom>
                <a:avLst/>
                <a:gdLst>
                  <a:gd name="T0" fmla="*/ 6 w 117"/>
                  <a:gd name="T1" fmla="*/ 56 h 56"/>
                  <a:gd name="T2" fmla="*/ 111 w 117"/>
                  <a:gd name="T3" fmla="*/ 13 h 56"/>
                  <a:gd name="T4" fmla="*/ 105 w 117"/>
                  <a:gd name="T5" fmla="*/ 2 h 56"/>
                  <a:gd name="T6" fmla="*/ 5 w 117"/>
                  <a:gd name="T7" fmla="*/ 48 h 56"/>
                  <a:gd name="T8" fmla="*/ 6 w 117"/>
                  <a:gd name="T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56">
                    <a:moveTo>
                      <a:pt x="6" y="56"/>
                    </a:moveTo>
                    <a:cubicBezTo>
                      <a:pt x="44" y="51"/>
                      <a:pt x="81" y="37"/>
                      <a:pt x="111" y="13"/>
                    </a:cubicBezTo>
                    <a:cubicBezTo>
                      <a:pt x="117" y="9"/>
                      <a:pt x="111" y="0"/>
                      <a:pt x="105" y="2"/>
                    </a:cubicBezTo>
                    <a:cubicBezTo>
                      <a:pt x="70" y="12"/>
                      <a:pt x="40" y="36"/>
                      <a:pt x="5" y="48"/>
                    </a:cubicBezTo>
                    <a:cubicBezTo>
                      <a:pt x="0" y="49"/>
                      <a:pt x="1" y="56"/>
                      <a:pt x="6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58" name="chenying0907 29"/>
              <p:cNvSpPr>
                <a:spLocks/>
              </p:cNvSpPr>
              <p:nvPr/>
            </p:nvSpPr>
            <p:spPr bwMode="auto">
              <a:xfrm>
                <a:off x="7434263" y="4868863"/>
                <a:ext cx="123825" cy="47625"/>
              </a:xfrm>
              <a:custGeom>
                <a:avLst/>
                <a:gdLst>
                  <a:gd name="T0" fmla="*/ 4 w 120"/>
                  <a:gd name="T1" fmla="*/ 46 h 46"/>
                  <a:gd name="T2" fmla="*/ 117 w 120"/>
                  <a:gd name="T3" fmla="*/ 10 h 46"/>
                  <a:gd name="T4" fmla="*/ 112 w 120"/>
                  <a:gd name="T5" fmla="*/ 2 h 46"/>
                  <a:gd name="T6" fmla="*/ 3 w 120"/>
                  <a:gd name="T7" fmla="*/ 39 h 46"/>
                  <a:gd name="T8" fmla="*/ 4 w 120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" h="46">
                    <a:moveTo>
                      <a:pt x="4" y="46"/>
                    </a:moveTo>
                    <a:cubicBezTo>
                      <a:pt x="43" y="44"/>
                      <a:pt x="86" y="36"/>
                      <a:pt x="117" y="10"/>
                    </a:cubicBezTo>
                    <a:cubicBezTo>
                      <a:pt x="120" y="7"/>
                      <a:pt x="116" y="0"/>
                      <a:pt x="112" y="2"/>
                    </a:cubicBezTo>
                    <a:cubicBezTo>
                      <a:pt x="75" y="14"/>
                      <a:pt x="40" y="27"/>
                      <a:pt x="3" y="39"/>
                    </a:cubicBezTo>
                    <a:cubicBezTo>
                      <a:pt x="0" y="40"/>
                      <a:pt x="0" y="46"/>
                      <a:pt x="4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59" name="chenying0907 30"/>
              <p:cNvSpPr>
                <a:spLocks/>
              </p:cNvSpPr>
              <p:nvPr/>
            </p:nvSpPr>
            <p:spPr bwMode="auto">
              <a:xfrm>
                <a:off x="7192963" y="4932363"/>
                <a:ext cx="153988" cy="38100"/>
              </a:xfrm>
              <a:custGeom>
                <a:avLst/>
                <a:gdLst>
                  <a:gd name="T0" fmla="*/ 6 w 148"/>
                  <a:gd name="T1" fmla="*/ 36 h 37"/>
                  <a:gd name="T2" fmla="*/ 137 w 148"/>
                  <a:gd name="T3" fmla="*/ 20 h 37"/>
                  <a:gd name="T4" fmla="*/ 133 w 148"/>
                  <a:gd name="T5" fmla="*/ 3 h 37"/>
                  <a:gd name="T6" fmla="*/ 3 w 148"/>
                  <a:gd name="T7" fmla="*/ 31 h 37"/>
                  <a:gd name="T8" fmla="*/ 6 w 148"/>
                  <a:gd name="T9" fmla="*/ 3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37">
                    <a:moveTo>
                      <a:pt x="6" y="36"/>
                    </a:moveTo>
                    <a:cubicBezTo>
                      <a:pt x="51" y="28"/>
                      <a:pt x="94" y="36"/>
                      <a:pt x="137" y="20"/>
                    </a:cubicBezTo>
                    <a:cubicBezTo>
                      <a:pt x="148" y="16"/>
                      <a:pt x="144" y="0"/>
                      <a:pt x="133" y="3"/>
                    </a:cubicBezTo>
                    <a:cubicBezTo>
                      <a:pt x="88" y="13"/>
                      <a:pt x="46" y="13"/>
                      <a:pt x="3" y="31"/>
                    </a:cubicBezTo>
                    <a:cubicBezTo>
                      <a:pt x="0" y="32"/>
                      <a:pt x="2" y="37"/>
                      <a:pt x="6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60" name="chenying0907 31"/>
              <p:cNvSpPr>
                <a:spLocks/>
              </p:cNvSpPr>
              <p:nvPr/>
            </p:nvSpPr>
            <p:spPr bwMode="auto">
              <a:xfrm>
                <a:off x="6989763" y="4945063"/>
                <a:ext cx="88900" cy="22225"/>
              </a:xfrm>
              <a:custGeom>
                <a:avLst/>
                <a:gdLst>
                  <a:gd name="T0" fmla="*/ 4 w 86"/>
                  <a:gd name="T1" fmla="*/ 18 h 22"/>
                  <a:gd name="T2" fmla="*/ 80 w 86"/>
                  <a:gd name="T3" fmla="*/ 10 h 22"/>
                  <a:gd name="T4" fmla="*/ 77 w 86"/>
                  <a:gd name="T5" fmla="*/ 1 h 22"/>
                  <a:gd name="T6" fmla="*/ 4 w 86"/>
                  <a:gd name="T7" fmla="*/ 8 h 22"/>
                  <a:gd name="T8" fmla="*/ 4 w 86"/>
                  <a:gd name="T9" fmla="*/ 1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22">
                    <a:moveTo>
                      <a:pt x="4" y="18"/>
                    </a:moveTo>
                    <a:cubicBezTo>
                      <a:pt x="30" y="22"/>
                      <a:pt x="56" y="21"/>
                      <a:pt x="80" y="10"/>
                    </a:cubicBezTo>
                    <a:cubicBezTo>
                      <a:pt x="86" y="8"/>
                      <a:pt x="82" y="0"/>
                      <a:pt x="77" y="1"/>
                    </a:cubicBezTo>
                    <a:cubicBezTo>
                      <a:pt x="53" y="5"/>
                      <a:pt x="28" y="5"/>
                      <a:pt x="4" y="8"/>
                    </a:cubicBezTo>
                    <a:cubicBezTo>
                      <a:pt x="0" y="9"/>
                      <a:pt x="0" y="17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61" name="chenying0907 32"/>
              <p:cNvSpPr>
                <a:spLocks/>
              </p:cNvSpPr>
              <p:nvPr/>
            </p:nvSpPr>
            <p:spPr bwMode="auto">
              <a:xfrm>
                <a:off x="6748463" y="4924426"/>
                <a:ext cx="80963" cy="31750"/>
              </a:xfrm>
              <a:custGeom>
                <a:avLst/>
                <a:gdLst>
                  <a:gd name="T0" fmla="*/ 6 w 79"/>
                  <a:gd name="T1" fmla="*/ 17 h 31"/>
                  <a:gd name="T2" fmla="*/ 37 w 79"/>
                  <a:gd name="T3" fmla="*/ 24 h 31"/>
                  <a:gd name="T4" fmla="*/ 72 w 79"/>
                  <a:gd name="T5" fmla="*/ 31 h 31"/>
                  <a:gd name="T6" fmla="*/ 75 w 79"/>
                  <a:gd name="T7" fmla="*/ 21 h 31"/>
                  <a:gd name="T8" fmla="*/ 6 w 79"/>
                  <a:gd name="T9" fmla="*/ 6 h 31"/>
                  <a:gd name="T10" fmla="*/ 6 w 79"/>
                  <a:gd name="T11" fmla="*/ 1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31">
                    <a:moveTo>
                      <a:pt x="6" y="17"/>
                    </a:moveTo>
                    <a:cubicBezTo>
                      <a:pt x="16" y="20"/>
                      <a:pt x="27" y="22"/>
                      <a:pt x="37" y="24"/>
                    </a:cubicBezTo>
                    <a:cubicBezTo>
                      <a:pt x="49" y="27"/>
                      <a:pt x="60" y="31"/>
                      <a:pt x="72" y="31"/>
                    </a:cubicBezTo>
                    <a:cubicBezTo>
                      <a:pt x="78" y="31"/>
                      <a:pt x="79" y="24"/>
                      <a:pt x="75" y="21"/>
                    </a:cubicBezTo>
                    <a:cubicBezTo>
                      <a:pt x="56" y="8"/>
                      <a:pt x="28" y="0"/>
                      <a:pt x="6" y="6"/>
                    </a:cubicBezTo>
                    <a:cubicBezTo>
                      <a:pt x="0" y="8"/>
                      <a:pt x="1" y="15"/>
                      <a:pt x="6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62" name="chenying0907 33"/>
              <p:cNvSpPr>
                <a:spLocks/>
              </p:cNvSpPr>
              <p:nvPr/>
            </p:nvSpPr>
            <p:spPr bwMode="auto">
              <a:xfrm>
                <a:off x="6559551" y="4949826"/>
                <a:ext cx="68263" cy="61913"/>
              </a:xfrm>
              <a:custGeom>
                <a:avLst/>
                <a:gdLst>
                  <a:gd name="T0" fmla="*/ 11 w 67"/>
                  <a:gd name="T1" fmla="*/ 56 h 59"/>
                  <a:gd name="T2" fmla="*/ 39 w 67"/>
                  <a:gd name="T3" fmla="*/ 37 h 59"/>
                  <a:gd name="T4" fmla="*/ 63 w 67"/>
                  <a:gd name="T5" fmla="*/ 12 h 59"/>
                  <a:gd name="T6" fmla="*/ 55 w 67"/>
                  <a:gd name="T7" fmla="*/ 4 h 59"/>
                  <a:gd name="T8" fmla="*/ 31 w 67"/>
                  <a:gd name="T9" fmla="*/ 25 h 59"/>
                  <a:gd name="T10" fmla="*/ 4 w 67"/>
                  <a:gd name="T11" fmla="*/ 48 h 59"/>
                  <a:gd name="T12" fmla="*/ 11 w 67"/>
                  <a:gd name="T13" fmla="*/ 5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" h="59">
                    <a:moveTo>
                      <a:pt x="11" y="56"/>
                    </a:moveTo>
                    <a:cubicBezTo>
                      <a:pt x="21" y="50"/>
                      <a:pt x="30" y="44"/>
                      <a:pt x="39" y="37"/>
                    </a:cubicBezTo>
                    <a:cubicBezTo>
                      <a:pt x="48" y="29"/>
                      <a:pt x="55" y="21"/>
                      <a:pt x="63" y="12"/>
                    </a:cubicBezTo>
                    <a:cubicBezTo>
                      <a:pt x="67" y="7"/>
                      <a:pt x="60" y="0"/>
                      <a:pt x="55" y="4"/>
                    </a:cubicBezTo>
                    <a:cubicBezTo>
                      <a:pt x="47" y="11"/>
                      <a:pt x="39" y="17"/>
                      <a:pt x="31" y="25"/>
                    </a:cubicBezTo>
                    <a:cubicBezTo>
                      <a:pt x="22" y="33"/>
                      <a:pt x="14" y="41"/>
                      <a:pt x="4" y="48"/>
                    </a:cubicBezTo>
                    <a:cubicBezTo>
                      <a:pt x="0" y="52"/>
                      <a:pt x="6" y="59"/>
                      <a:pt x="11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63" name="chenying0907 34"/>
              <p:cNvSpPr>
                <a:spLocks/>
              </p:cNvSpPr>
              <p:nvPr/>
            </p:nvSpPr>
            <p:spPr bwMode="auto">
              <a:xfrm>
                <a:off x="6375401" y="5078413"/>
                <a:ext cx="80963" cy="49213"/>
              </a:xfrm>
              <a:custGeom>
                <a:avLst/>
                <a:gdLst>
                  <a:gd name="T0" fmla="*/ 5 w 78"/>
                  <a:gd name="T1" fmla="*/ 46 h 46"/>
                  <a:gd name="T2" fmla="*/ 41 w 78"/>
                  <a:gd name="T3" fmla="*/ 34 h 46"/>
                  <a:gd name="T4" fmla="*/ 73 w 78"/>
                  <a:gd name="T5" fmla="*/ 11 h 46"/>
                  <a:gd name="T6" fmla="*/ 67 w 78"/>
                  <a:gd name="T7" fmla="*/ 2 h 46"/>
                  <a:gd name="T8" fmla="*/ 33 w 78"/>
                  <a:gd name="T9" fmla="*/ 21 h 46"/>
                  <a:gd name="T10" fmla="*/ 3 w 78"/>
                  <a:gd name="T11" fmla="*/ 41 h 46"/>
                  <a:gd name="T12" fmla="*/ 5 w 78"/>
                  <a:gd name="T13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46">
                    <a:moveTo>
                      <a:pt x="5" y="46"/>
                    </a:moveTo>
                    <a:cubicBezTo>
                      <a:pt x="17" y="42"/>
                      <a:pt x="29" y="41"/>
                      <a:pt x="41" y="34"/>
                    </a:cubicBezTo>
                    <a:cubicBezTo>
                      <a:pt x="53" y="28"/>
                      <a:pt x="63" y="20"/>
                      <a:pt x="73" y="11"/>
                    </a:cubicBezTo>
                    <a:cubicBezTo>
                      <a:pt x="78" y="6"/>
                      <a:pt x="72" y="0"/>
                      <a:pt x="67" y="2"/>
                    </a:cubicBezTo>
                    <a:cubicBezTo>
                      <a:pt x="55" y="8"/>
                      <a:pt x="44" y="14"/>
                      <a:pt x="33" y="21"/>
                    </a:cubicBezTo>
                    <a:cubicBezTo>
                      <a:pt x="23" y="28"/>
                      <a:pt x="14" y="37"/>
                      <a:pt x="3" y="41"/>
                    </a:cubicBezTo>
                    <a:cubicBezTo>
                      <a:pt x="0" y="42"/>
                      <a:pt x="2" y="46"/>
                      <a:pt x="5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64" name="chenying0907 35"/>
              <p:cNvSpPr>
                <a:spLocks/>
              </p:cNvSpPr>
              <p:nvPr/>
            </p:nvSpPr>
            <p:spPr bwMode="auto">
              <a:xfrm>
                <a:off x="6167438" y="5192713"/>
                <a:ext cx="114300" cy="50800"/>
              </a:xfrm>
              <a:custGeom>
                <a:avLst/>
                <a:gdLst>
                  <a:gd name="T0" fmla="*/ 10 w 110"/>
                  <a:gd name="T1" fmla="*/ 48 h 50"/>
                  <a:gd name="T2" fmla="*/ 105 w 110"/>
                  <a:gd name="T3" fmla="*/ 11 h 50"/>
                  <a:gd name="T4" fmla="*/ 102 w 110"/>
                  <a:gd name="T5" fmla="*/ 2 h 50"/>
                  <a:gd name="T6" fmla="*/ 7 w 110"/>
                  <a:gd name="T7" fmla="*/ 37 h 50"/>
                  <a:gd name="T8" fmla="*/ 10 w 110"/>
                  <a:gd name="T9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50">
                    <a:moveTo>
                      <a:pt x="10" y="48"/>
                    </a:moveTo>
                    <a:cubicBezTo>
                      <a:pt x="45" y="42"/>
                      <a:pt x="75" y="29"/>
                      <a:pt x="105" y="11"/>
                    </a:cubicBezTo>
                    <a:cubicBezTo>
                      <a:pt x="110" y="8"/>
                      <a:pt x="107" y="0"/>
                      <a:pt x="102" y="2"/>
                    </a:cubicBezTo>
                    <a:cubicBezTo>
                      <a:pt x="71" y="15"/>
                      <a:pt x="40" y="30"/>
                      <a:pt x="7" y="37"/>
                    </a:cubicBezTo>
                    <a:cubicBezTo>
                      <a:pt x="0" y="39"/>
                      <a:pt x="3" y="50"/>
                      <a:pt x="10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65" name="chenying0907 36"/>
              <p:cNvSpPr>
                <a:spLocks/>
              </p:cNvSpPr>
              <p:nvPr/>
            </p:nvSpPr>
            <p:spPr bwMode="auto">
              <a:xfrm>
                <a:off x="5929313" y="5272088"/>
                <a:ext cx="131763" cy="36513"/>
              </a:xfrm>
              <a:custGeom>
                <a:avLst/>
                <a:gdLst>
                  <a:gd name="T0" fmla="*/ 7 w 128"/>
                  <a:gd name="T1" fmla="*/ 30 h 35"/>
                  <a:gd name="T2" fmla="*/ 120 w 128"/>
                  <a:gd name="T3" fmla="*/ 16 h 35"/>
                  <a:gd name="T4" fmla="*/ 114 w 128"/>
                  <a:gd name="T5" fmla="*/ 2 h 35"/>
                  <a:gd name="T6" fmla="*/ 7 w 128"/>
                  <a:gd name="T7" fmla="*/ 18 h 35"/>
                  <a:gd name="T8" fmla="*/ 7 w 128"/>
                  <a:gd name="T9" fmla="*/ 3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35">
                    <a:moveTo>
                      <a:pt x="7" y="30"/>
                    </a:moveTo>
                    <a:cubicBezTo>
                      <a:pt x="47" y="33"/>
                      <a:pt x="84" y="35"/>
                      <a:pt x="120" y="16"/>
                    </a:cubicBezTo>
                    <a:cubicBezTo>
                      <a:pt x="128" y="11"/>
                      <a:pt x="122" y="0"/>
                      <a:pt x="114" y="2"/>
                    </a:cubicBezTo>
                    <a:cubicBezTo>
                      <a:pt x="79" y="10"/>
                      <a:pt x="43" y="15"/>
                      <a:pt x="7" y="18"/>
                    </a:cubicBezTo>
                    <a:cubicBezTo>
                      <a:pt x="0" y="18"/>
                      <a:pt x="0" y="29"/>
                      <a:pt x="7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66" name="chenying0907 37"/>
              <p:cNvSpPr>
                <a:spLocks/>
              </p:cNvSpPr>
              <p:nvPr/>
            </p:nvSpPr>
            <p:spPr bwMode="auto">
              <a:xfrm>
                <a:off x="5719763" y="5281613"/>
                <a:ext cx="104775" cy="34925"/>
              </a:xfrm>
              <a:custGeom>
                <a:avLst/>
                <a:gdLst>
                  <a:gd name="T0" fmla="*/ 3 w 101"/>
                  <a:gd name="T1" fmla="*/ 11 h 33"/>
                  <a:gd name="T2" fmla="*/ 94 w 101"/>
                  <a:gd name="T3" fmla="*/ 29 h 33"/>
                  <a:gd name="T4" fmla="*/ 94 w 101"/>
                  <a:gd name="T5" fmla="*/ 15 h 33"/>
                  <a:gd name="T6" fmla="*/ 6 w 101"/>
                  <a:gd name="T7" fmla="*/ 3 h 33"/>
                  <a:gd name="T8" fmla="*/ 3 w 101"/>
                  <a:gd name="T9" fmla="*/ 1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33">
                    <a:moveTo>
                      <a:pt x="3" y="11"/>
                    </a:moveTo>
                    <a:cubicBezTo>
                      <a:pt x="29" y="28"/>
                      <a:pt x="65" y="33"/>
                      <a:pt x="94" y="29"/>
                    </a:cubicBezTo>
                    <a:cubicBezTo>
                      <a:pt x="101" y="28"/>
                      <a:pt x="101" y="16"/>
                      <a:pt x="94" y="15"/>
                    </a:cubicBezTo>
                    <a:cubicBezTo>
                      <a:pt x="66" y="10"/>
                      <a:pt x="34" y="0"/>
                      <a:pt x="6" y="3"/>
                    </a:cubicBezTo>
                    <a:cubicBezTo>
                      <a:pt x="1" y="3"/>
                      <a:pt x="0" y="9"/>
                      <a:pt x="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67" name="chenying0907 38"/>
              <p:cNvSpPr>
                <a:spLocks/>
              </p:cNvSpPr>
              <p:nvPr/>
            </p:nvSpPr>
            <p:spPr bwMode="auto">
              <a:xfrm>
                <a:off x="5516563" y="5238751"/>
                <a:ext cx="103188" cy="33338"/>
              </a:xfrm>
              <a:custGeom>
                <a:avLst/>
                <a:gdLst>
                  <a:gd name="T0" fmla="*/ 5 w 100"/>
                  <a:gd name="T1" fmla="*/ 9 h 32"/>
                  <a:gd name="T2" fmla="*/ 92 w 100"/>
                  <a:gd name="T3" fmla="*/ 31 h 32"/>
                  <a:gd name="T4" fmla="*/ 94 w 100"/>
                  <a:gd name="T5" fmla="*/ 22 h 32"/>
                  <a:gd name="T6" fmla="*/ 7 w 100"/>
                  <a:gd name="T7" fmla="*/ 1 h 32"/>
                  <a:gd name="T8" fmla="*/ 5 w 100"/>
                  <a:gd name="T9" fmla="*/ 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2">
                    <a:moveTo>
                      <a:pt x="5" y="9"/>
                    </a:moveTo>
                    <a:cubicBezTo>
                      <a:pt x="34" y="18"/>
                      <a:pt x="62" y="26"/>
                      <a:pt x="92" y="31"/>
                    </a:cubicBezTo>
                    <a:cubicBezTo>
                      <a:pt x="98" y="32"/>
                      <a:pt x="100" y="24"/>
                      <a:pt x="94" y="22"/>
                    </a:cubicBezTo>
                    <a:cubicBezTo>
                      <a:pt x="66" y="13"/>
                      <a:pt x="37" y="6"/>
                      <a:pt x="7" y="1"/>
                    </a:cubicBezTo>
                    <a:cubicBezTo>
                      <a:pt x="2" y="0"/>
                      <a:pt x="0" y="7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68" name="chenying0907 39"/>
              <p:cNvSpPr>
                <a:spLocks/>
              </p:cNvSpPr>
              <p:nvPr/>
            </p:nvSpPr>
            <p:spPr bwMode="auto">
              <a:xfrm>
                <a:off x="5327651" y="5132388"/>
                <a:ext cx="85725" cy="60325"/>
              </a:xfrm>
              <a:custGeom>
                <a:avLst/>
                <a:gdLst>
                  <a:gd name="T0" fmla="*/ 2 w 82"/>
                  <a:gd name="T1" fmla="*/ 8 h 58"/>
                  <a:gd name="T2" fmla="*/ 71 w 82"/>
                  <a:gd name="T3" fmla="*/ 57 h 58"/>
                  <a:gd name="T4" fmla="*/ 74 w 82"/>
                  <a:gd name="T5" fmla="*/ 44 h 58"/>
                  <a:gd name="T6" fmla="*/ 11 w 82"/>
                  <a:gd name="T7" fmla="*/ 3 h 58"/>
                  <a:gd name="T8" fmla="*/ 2 w 82"/>
                  <a:gd name="T9" fmla="*/ 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58">
                    <a:moveTo>
                      <a:pt x="2" y="8"/>
                    </a:moveTo>
                    <a:cubicBezTo>
                      <a:pt x="14" y="38"/>
                      <a:pt x="41" y="52"/>
                      <a:pt x="71" y="57"/>
                    </a:cubicBezTo>
                    <a:cubicBezTo>
                      <a:pt x="79" y="58"/>
                      <a:pt x="82" y="47"/>
                      <a:pt x="74" y="44"/>
                    </a:cubicBezTo>
                    <a:cubicBezTo>
                      <a:pt x="51" y="35"/>
                      <a:pt x="30" y="19"/>
                      <a:pt x="11" y="3"/>
                    </a:cubicBezTo>
                    <a:cubicBezTo>
                      <a:pt x="8" y="0"/>
                      <a:pt x="0" y="3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69" name="chenying0907 40"/>
              <p:cNvSpPr>
                <a:spLocks/>
              </p:cNvSpPr>
              <p:nvPr/>
            </p:nvSpPr>
            <p:spPr bwMode="auto">
              <a:xfrm>
                <a:off x="5167313" y="4940301"/>
                <a:ext cx="87313" cy="103188"/>
              </a:xfrm>
              <a:custGeom>
                <a:avLst/>
                <a:gdLst>
                  <a:gd name="T0" fmla="*/ 4 w 83"/>
                  <a:gd name="T1" fmla="*/ 13 h 98"/>
                  <a:gd name="T2" fmla="*/ 72 w 83"/>
                  <a:gd name="T3" fmla="*/ 94 h 98"/>
                  <a:gd name="T4" fmla="*/ 80 w 83"/>
                  <a:gd name="T5" fmla="*/ 87 h 98"/>
                  <a:gd name="T6" fmla="*/ 13 w 83"/>
                  <a:gd name="T7" fmla="*/ 4 h 98"/>
                  <a:gd name="T8" fmla="*/ 4 w 83"/>
                  <a:gd name="T9" fmla="*/ 13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98">
                    <a:moveTo>
                      <a:pt x="4" y="13"/>
                    </a:moveTo>
                    <a:cubicBezTo>
                      <a:pt x="23" y="41"/>
                      <a:pt x="44" y="74"/>
                      <a:pt x="72" y="94"/>
                    </a:cubicBezTo>
                    <a:cubicBezTo>
                      <a:pt x="76" y="98"/>
                      <a:pt x="83" y="91"/>
                      <a:pt x="80" y="87"/>
                    </a:cubicBezTo>
                    <a:cubicBezTo>
                      <a:pt x="61" y="58"/>
                      <a:pt x="41" y="25"/>
                      <a:pt x="13" y="4"/>
                    </a:cubicBezTo>
                    <a:cubicBezTo>
                      <a:pt x="8" y="0"/>
                      <a:pt x="0" y="8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70" name="chenying0907 41"/>
              <p:cNvSpPr>
                <a:spLocks/>
              </p:cNvSpPr>
              <p:nvPr/>
            </p:nvSpPr>
            <p:spPr bwMode="auto">
              <a:xfrm>
                <a:off x="5113338" y="4803776"/>
                <a:ext cx="50800" cy="74613"/>
              </a:xfrm>
              <a:custGeom>
                <a:avLst/>
                <a:gdLst>
                  <a:gd name="T0" fmla="*/ 2 w 49"/>
                  <a:gd name="T1" fmla="*/ 6 h 71"/>
                  <a:gd name="T2" fmla="*/ 15 w 49"/>
                  <a:gd name="T3" fmla="*/ 35 h 71"/>
                  <a:gd name="T4" fmla="*/ 35 w 49"/>
                  <a:gd name="T5" fmla="*/ 65 h 71"/>
                  <a:gd name="T6" fmla="*/ 45 w 49"/>
                  <a:gd name="T7" fmla="*/ 59 h 71"/>
                  <a:gd name="T8" fmla="*/ 26 w 49"/>
                  <a:gd name="T9" fmla="*/ 28 h 71"/>
                  <a:gd name="T10" fmla="*/ 5 w 49"/>
                  <a:gd name="T11" fmla="*/ 3 h 71"/>
                  <a:gd name="T12" fmla="*/ 2 w 49"/>
                  <a:gd name="T13" fmla="*/ 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71">
                    <a:moveTo>
                      <a:pt x="2" y="6"/>
                    </a:moveTo>
                    <a:cubicBezTo>
                      <a:pt x="6" y="15"/>
                      <a:pt x="10" y="25"/>
                      <a:pt x="15" y="35"/>
                    </a:cubicBezTo>
                    <a:cubicBezTo>
                      <a:pt x="21" y="46"/>
                      <a:pt x="27" y="55"/>
                      <a:pt x="35" y="65"/>
                    </a:cubicBezTo>
                    <a:cubicBezTo>
                      <a:pt x="39" y="71"/>
                      <a:pt x="49" y="66"/>
                      <a:pt x="45" y="59"/>
                    </a:cubicBezTo>
                    <a:cubicBezTo>
                      <a:pt x="39" y="49"/>
                      <a:pt x="33" y="38"/>
                      <a:pt x="26" y="28"/>
                    </a:cubicBezTo>
                    <a:cubicBezTo>
                      <a:pt x="20" y="19"/>
                      <a:pt x="13" y="11"/>
                      <a:pt x="5" y="3"/>
                    </a:cubicBezTo>
                    <a:cubicBezTo>
                      <a:pt x="4" y="0"/>
                      <a:pt x="0" y="3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71" name="chenying0907 42"/>
              <p:cNvSpPr>
                <a:spLocks/>
              </p:cNvSpPr>
              <p:nvPr/>
            </p:nvSpPr>
            <p:spPr bwMode="auto">
              <a:xfrm>
                <a:off x="5035551" y="4613276"/>
                <a:ext cx="60325" cy="101600"/>
              </a:xfrm>
              <a:custGeom>
                <a:avLst/>
                <a:gdLst>
                  <a:gd name="T0" fmla="*/ 2 w 58"/>
                  <a:gd name="T1" fmla="*/ 8 h 97"/>
                  <a:gd name="T2" fmla="*/ 45 w 58"/>
                  <a:gd name="T3" fmla="*/ 91 h 97"/>
                  <a:gd name="T4" fmla="*/ 56 w 58"/>
                  <a:gd name="T5" fmla="*/ 84 h 97"/>
                  <a:gd name="T6" fmla="*/ 11 w 58"/>
                  <a:gd name="T7" fmla="*/ 4 h 97"/>
                  <a:gd name="T8" fmla="*/ 2 w 58"/>
                  <a:gd name="T9" fmla="*/ 8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7">
                    <a:moveTo>
                      <a:pt x="2" y="8"/>
                    </a:moveTo>
                    <a:cubicBezTo>
                      <a:pt x="10" y="37"/>
                      <a:pt x="25" y="67"/>
                      <a:pt x="45" y="91"/>
                    </a:cubicBezTo>
                    <a:cubicBezTo>
                      <a:pt x="50" y="97"/>
                      <a:pt x="58" y="91"/>
                      <a:pt x="56" y="84"/>
                    </a:cubicBezTo>
                    <a:cubicBezTo>
                      <a:pt x="49" y="54"/>
                      <a:pt x="29" y="28"/>
                      <a:pt x="11" y="4"/>
                    </a:cubicBezTo>
                    <a:cubicBezTo>
                      <a:pt x="7" y="0"/>
                      <a:pt x="0" y="2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72" name="chenying0907 43"/>
              <p:cNvSpPr>
                <a:spLocks/>
              </p:cNvSpPr>
              <p:nvPr/>
            </p:nvSpPr>
            <p:spPr bwMode="auto">
              <a:xfrm>
                <a:off x="4221163" y="4760913"/>
                <a:ext cx="82550" cy="20638"/>
              </a:xfrm>
              <a:custGeom>
                <a:avLst/>
                <a:gdLst>
                  <a:gd name="T0" fmla="*/ 2 w 79"/>
                  <a:gd name="T1" fmla="*/ 4 h 19"/>
                  <a:gd name="T2" fmla="*/ 74 w 79"/>
                  <a:gd name="T3" fmla="*/ 19 h 19"/>
                  <a:gd name="T4" fmla="*/ 76 w 79"/>
                  <a:gd name="T5" fmla="*/ 14 h 19"/>
                  <a:gd name="T6" fmla="*/ 3 w 79"/>
                  <a:gd name="T7" fmla="*/ 0 h 19"/>
                  <a:gd name="T8" fmla="*/ 2 w 79"/>
                  <a:gd name="T9" fmla="*/ 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19">
                    <a:moveTo>
                      <a:pt x="2" y="4"/>
                    </a:moveTo>
                    <a:cubicBezTo>
                      <a:pt x="26" y="11"/>
                      <a:pt x="50" y="14"/>
                      <a:pt x="74" y="19"/>
                    </a:cubicBezTo>
                    <a:cubicBezTo>
                      <a:pt x="77" y="19"/>
                      <a:pt x="79" y="15"/>
                      <a:pt x="76" y="14"/>
                    </a:cubicBezTo>
                    <a:cubicBezTo>
                      <a:pt x="52" y="8"/>
                      <a:pt x="27" y="7"/>
                      <a:pt x="3" y="0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73" name="chenying0907 44"/>
              <p:cNvSpPr>
                <a:spLocks/>
              </p:cNvSpPr>
              <p:nvPr/>
            </p:nvSpPr>
            <p:spPr bwMode="auto">
              <a:xfrm>
                <a:off x="4384676" y="4772026"/>
                <a:ext cx="106363" cy="17463"/>
              </a:xfrm>
              <a:custGeom>
                <a:avLst/>
                <a:gdLst>
                  <a:gd name="T0" fmla="*/ 5 w 102"/>
                  <a:gd name="T1" fmla="*/ 16 h 17"/>
                  <a:gd name="T2" fmla="*/ 98 w 102"/>
                  <a:gd name="T3" fmla="*/ 10 h 17"/>
                  <a:gd name="T4" fmla="*/ 98 w 102"/>
                  <a:gd name="T5" fmla="*/ 3 h 17"/>
                  <a:gd name="T6" fmla="*/ 3 w 102"/>
                  <a:gd name="T7" fmla="*/ 11 h 17"/>
                  <a:gd name="T8" fmla="*/ 5 w 102"/>
                  <a:gd name="T9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7">
                    <a:moveTo>
                      <a:pt x="5" y="16"/>
                    </a:moveTo>
                    <a:cubicBezTo>
                      <a:pt x="35" y="11"/>
                      <a:pt x="67" y="13"/>
                      <a:pt x="98" y="10"/>
                    </a:cubicBezTo>
                    <a:cubicBezTo>
                      <a:pt x="102" y="10"/>
                      <a:pt x="102" y="3"/>
                      <a:pt x="98" y="3"/>
                    </a:cubicBezTo>
                    <a:cubicBezTo>
                      <a:pt x="66" y="0"/>
                      <a:pt x="34" y="2"/>
                      <a:pt x="3" y="11"/>
                    </a:cubicBezTo>
                    <a:cubicBezTo>
                      <a:pt x="0" y="12"/>
                      <a:pt x="1" y="17"/>
                      <a:pt x="5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74" name="chenying0907 45"/>
              <p:cNvSpPr>
                <a:spLocks/>
              </p:cNvSpPr>
              <p:nvPr/>
            </p:nvSpPr>
            <p:spPr bwMode="auto">
              <a:xfrm>
                <a:off x="4584701" y="4762501"/>
                <a:ext cx="90488" cy="34925"/>
              </a:xfrm>
              <a:custGeom>
                <a:avLst/>
                <a:gdLst>
                  <a:gd name="T0" fmla="*/ 4 w 87"/>
                  <a:gd name="T1" fmla="*/ 20 h 33"/>
                  <a:gd name="T2" fmla="*/ 83 w 87"/>
                  <a:gd name="T3" fmla="*/ 12 h 33"/>
                  <a:gd name="T4" fmla="*/ 77 w 87"/>
                  <a:gd name="T5" fmla="*/ 2 h 33"/>
                  <a:gd name="T6" fmla="*/ 6 w 87"/>
                  <a:gd name="T7" fmla="*/ 10 h 33"/>
                  <a:gd name="T8" fmla="*/ 4 w 87"/>
                  <a:gd name="T9" fmla="*/ 2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3">
                    <a:moveTo>
                      <a:pt x="4" y="20"/>
                    </a:moveTo>
                    <a:cubicBezTo>
                      <a:pt x="29" y="33"/>
                      <a:pt x="61" y="33"/>
                      <a:pt x="83" y="12"/>
                    </a:cubicBezTo>
                    <a:cubicBezTo>
                      <a:pt x="87" y="9"/>
                      <a:pt x="83" y="0"/>
                      <a:pt x="77" y="2"/>
                    </a:cubicBezTo>
                    <a:cubicBezTo>
                      <a:pt x="55" y="11"/>
                      <a:pt x="30" y="13"/>
                      <a:pt x="6" y="10"/>
                    </a:cubicBezTo>
                    <a:cubicBezTo>
                      <a:pt x="1" y="10"/>
                      <a:pt x="0" y="17"/>
                      <a:pt x="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75" name="chenying0907 46"/>
              <p:cNvSpPr>
                <a:spLocks/>
              </p:cNvSpPr>
              <p:nvPr/>
            </p:nvSpPr>
            <p:spPr bwMode="auto">
              <a:xfrm>
                <a:off x="4751388" y="4727576"/>
                <a:ext cx="88900" cy="25400"/>
              </a:xfrm>
              <a:custGeom>
                <a:avLst/>
                <a:gdLst>
                  <a:gd name="T0" fmla="*/ 5 w 86"/>
                  <a:gd name="T1" fmla="*/ 24 h 25"/>
                  <a:gd name="T2" fmla="*/ 79 w 86"/>
                  <a:gd name="T3" fmla="*/ 11 h 25"/>
                  <a:gd name="T4" fmla="*/ 76 w 86"/>
                  <a:gd name="T5" fmla="*/ 1 h 25"/>
                  <a:gd name="T6" fmla="*/ 41 w 86"/>
                  <a:gd name="T7" fmla="*/ 8 h 25"/>
                  <a:gd name="T8" fmla="*/ 5 w 86"/>
                  <a:gd name="T9" fmla="*/ 17 h 25"/>
                  <a:gd name="T10" fmla="*/ 5 w 86"/>
                  <a:gd name="T11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6" h="25">
                    <a:moveTo>
                      <a:pt x="5" y="24"/>
                    </a:moveTo>
                    <a:cubicBezTo>
                      <a:pt x="32" y="25"/>
                      <a:pt x="54" y="20"/>
                      <a:pt x="79" y="11"/>
                    </a:cubicBezTo>
                    <a:cubicBezTo>
                      <a:pt x="86" y="9"/>
                      <a:pt x="83" y="0"/>
                      <a:pt x="76" y="1"/>
                    </a:cubicBezTo>
                    <a:cubicBezTo>
                      <a:pt x="64" y="3"/>
                      <a:pt x="53" y="5"/>
                      <a:pt x="41" y="8"/>
                    </a:cubicBezTo>
                    <a:cubicBezTo>
                      <a:pt x="30" y="11"/>
                      <a:pt x="17" y="16"/>
                      <a:pt x="5" y="17"/>
                    </a:cubicBezTo>
                    <a:cubicBezTo>
                      <a:pt x="0" y="17"/>
                      <a:pt x="0" y="24"/>
                      <a:pt x="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76" name="chenying0907 47"/>
              <p:cNvSpPr>
                <a:spLocks/>
              </p:cNvSpPr>
              <p:nvPr/>
            </p:nvSpPr>
            <p:spPr bwMode="auto">
              <a:xfrm>
                <a:off x="4892676" y="4657726"/>
                <a:ext cx="92075" cy="52388"/>
              </a:xfrm>
              <a:custGeom>
                <a:avLst/>
                <a:gdLst>
                  <a:gd name="T0" fmla="*/ 9 w 89"/>
                  <a:gd name="T1" fmla="*/ 48 h 50"/>
                  <a:gd name="T2" fmla="*/ 43 w 89"/>
                  <a:gd name="T3" fmla="*/ 32 h 50"/>
                  <a:gd name="T4" fmla="*/ 81 w 89"/>
                  <a:gd name="T5" fmla="*/ 15 h 50"/>
                  <a:gd name="T6" fmla="*/ 77 w 89"/>
                  <a:gd name="T7" fmla="*/ 1 h 50"/>
                  <a:gd name="T8" fmla="*/ 38 w 89"/>
                  <a:gd name="T9" fmla="*/ 14 h 50"/>
                  <a:gd name="T10" fmla="*/ 4 w 89"/>
                  <a:gd name="T11" fmla="*/ 41 h 50"/>
                  <a:gd name="T12" fmla="*/ 9 w 89"/>
                  <a:gd name="T13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" h="50">
                    <a:moveTo>
                      <a:pt x="9" y="48"/>
                    </a:moveTo>
                    <a:cubicBezTo>
                      <a:pt x="20" y="42"/>
                      <a:pt x="32" y="37"/>
                      <a:pt x="43" y="32"/>
                    </a:cubicBezTo>
                    <a:cubicBezTo>
                      <a:pt x="55" y="26"/>
                      <a:pt x="68" y="20"/>
                      <a:pt x="81" y="15"/>
                    </a:cubicBezTo>
                    <a:cubicBezTo>
                      <a:pt x="89" y="11"/>
                      <a:pt x="86" y="0"/>
                      <a:pt x="77" y="1"/>
                    </a:cubicBezTo>
                    <a:cubicBezTo>
                      <a:pt x="62" y="4"/>
                      <a:pt x="51" y="7"/>
                      <a:pt x="38" y="14"/>
                    </a:cubicBezTo>
                    <a:cubicBezTo>
                      <a:pt x="25" y="22"/>
                      <a:pt x="15" y="32"/>
                      <a:pt x="4" y="41"/>
                    </a:cubicBezTo>
                    <a:cubicBezTo>
                      <a:pt x="0" y="44"/>
                      <a:pt x="5" y="50"/>
                      <a:pt x="9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77" name="chenying0907 48"/>
              <p:cNvSpPr>
                <a:spLocks/>
              </p:cNvSpPr>
              <p:nvPr/>
            </p:nvSpPr>
            <p:spPr bwMode="auto">
              <a:xfrm>
                <a:off x="4024313" y="4714876"/>
                <a:ext cx="93663" cy="31750"/>
              </a:xfrm>
              <a:custGeom>
                <a:avLst/>
                <a:gdLst>
                  <a:gd name="T0" fmla="*/ 3 w 91"/>
                  <a:gd name="T1" fmla="*/ 6 h 31"/>
                  <a:gd name="T2" fmla="*/ 83 w 91"/>
                  <a:gd name="T3" fmla="*/ 30 h 31"/>
                  <a:gd name="T4" fmla="*/ 85 w 91"/>
                  <a:gd name="T5" fmla="*/ 21 h 31"/>
                  <a:gd name="T6" fmla="*/ 5 w 91"/>
                  <a:gd name="T7" fmla="*/ 1 h 31"/>
                  <a:gd name="T8" fmla="*/ 3 w 91"/>
                  <a:gd name="T9" fmla="*/ 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31">
                    <a:moveTo>
                      <a:pt x="3" y="6"/>
                    </a:moveTo>
                    <a:cubicBezTo>
                      <a:pt x="29" y="18"/>
                      <a:pt x="55" y="25"/>
                      <a:pt x="83" y="30"/>
                    </a:cubicBezTo>
                    <a:cubicBezTo>
                      <a:pt x="89" y="31"/>
                      <a:pt x="91" y="23"/>
                      <a:pt x="85" y="21"/>
                    </a:cubicBezTo>
                    <a:cubicBezTo>
                      <a:pt x="59" y="12"/>
                      <a:pt x="33" y="6"/>
                      <a:pt x="5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78" name="chenying0907 49"/>
              <p:cNvSpPr>
                <a:spLocks/>
              </p:cNvSpPr>
              <p:nvPr/>
            </p:nvSpPr>
            <p:spPr bwMode="auto">
              <a:xfrm>
                <a:off x="3851276" y="4625976"/>
                <a:ext cx="98425" cy="63500"/>
              </a:xfrm>
              <a:custGeom>
                <a:avLst/>
                <a:gdLst>
                  <a:gd name="T0" fmla="*/ 2 w 94"/>
                  <a:gd name="T1" fmla="*/ 4 h 61"/>
                  <a:gd name="T2" fmla="*/ 82 w 94"/>
                  <a:gd name="T3" fmla="*/ 60 h 61"/>
                  <a:gd name="T4" fmla="*/ 88 w 94"/>
                  <a:gd name="T5" fmla="*/ 49 h 61"/>
                  <a:gd name="T6" fmla="*/ 5 w 94"/>
                  <a:gd name="T7" fmla="*/ 1 h 61"/>
                  <a:gd name="T8" fmla="*/ 2 w 94"/>
                  <a:gd name="T9" fmla="*/ 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61">
                    <a:moveTo>
                      <a:pt x="2" y="4"/>
                    </a:moveTo>
                    <a:cubicBezTo>
                      <a:pt x="26" y="27"/>
                      <a:pt x="50" y="51"/>
                      <a:pt x="82" y="60"/>
                    </a:cubicBezTo>
                    <a:cubicBezTo>
                      <a:pt x="88" y="61"/>
                      <a:pt x="94" y="53"/>
                      <a:pt x="88" y="49"/>
                    </a:cubicBezTo>
                    <a:cubicBezTo>
                      <a:pt x="64" y="28"/>
                      <a:pt x="35" y="13"/>
                      <a:pt x="5" y="1"/>
                    </a:cubicBezTo>
                    <a:cubicBezTo>
                      <a:pt x="3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79" name="chenying0907 50"/>
              <p:cNvSpPr>
                <a:spLocks/>
              </p:cNvSpPr>
              <p:nvPr/>
            </p:nvSpPr>
            <p:spPr bwMode="auto">
              <a:xfrm>
                <a:off x="3706813" y="4486276"/>
                <a:ext cx="82550" cy="73025"/>
              </a:xfrm>
              <a:custGeom>
                <a:avLst/>
                <a:gdLst>
                  <a:gd name="T0" fmla="*/ 2 w 79"/>
                  <a:gd name="T1" fmla="*/ 9 h 71"/>
                  <a:gd name="T2" fmla="*/ 68 w 79"/>
                  <a:gd name="T3" fmla="*/ 69 h 71"/>
                  <a:gd name="T4" fmla="*/ 75 w 79"/>
                  <a:gd name="T5" fmla="*/ 61 h 71"/>
                  <a:gd name="T6" fmla="*/ 9 w 79"/>
                  <a:gd name="T7" fmla="*/ 4 h 71"/>
                  <a:gd name="T8" fmla="*/ 2 w 79"/>
                  <a:gd name="T9" fmla="*/ 9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71">
                    <a:moveTo>
                      <a:pt x="2" y="9"/>
                    </a:moveTo>
                    <a:cubicBezTo>
                      <a:pt x="15" y="34"/>
                      <a:pt x="42" y="57"/>
                      <a:pt x="68" y="69"/>
                    </a:cubicBezTo>
                    <a:cubicBezTo>
                      <a:pt x="73" y="71"/>
                      <a:pt x="79" y="65"/>
                      <a:pt x="75" y="61"/>
                    </a:cubicBezTo>
                    <a:cubicBezTo>
                      <a:pt x="53" y="40"/>
                      <a:pt x="28" y="25"/>
                      <a:pt x="9" y="4"/>
                    </a:cubicBezTo>
                    <a:cubicBezTo>
                      <a:pt x="5" y="0"/>
                      <a:pt x="0" y="5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80" name="chenying0907 51"/>
              <p:cNvSpPr>
                <a:spLocks/>
              </p:cNvSpPr>
              <p:nvPr/>
            </p:nvSpPr>
            <p:spPr bwMode="auto">
              <a:xfrm>
                <a:off x="3595688" y="4313238"/>
                <a:ext cx="57150" cy="82550"/>
              </a:xfrm>
              <a:custGeom>
                <a:avLst/>
                <a:gdLst>
                  <a:gd name="T0" fmla="*/ 1 w 56"/>
                  <a:gd name="T1" fmla="*/ 6 h 79"/>
                  <a:gd name="T2" fmla="*/ 45 w 56"/>
                  <a:gd name="T3" fmla="*/ 75 h 79"/>
                  <a:gd name="T4" fmla="*/ 52 w 56"/>
                  <a:gd name="T5" fmla="*/ 68 h 79"/>
                  <a:gd name="T6" fmla="*/ 9 w 56"/>
                  <a:gd name="T7" fmla="*/ 4 h 79"/>
                  <a:gd name="T8" fmla="*/ 1 w 56"/>
                  <a:gd name="T9" fmla="*/ 6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79">
                    <a:moveTo>
                      <a:pt x="1" y="6"/>
                    </a:moveTo>
                    <a:cubicBezTo>
                      <a:pt x="5" y="35"/>
                      <a:pt x="24" y="56"/>
                      <a:pt x="45" y="75"/>
                    </a:cubicBezTo>
                    <a:cubicBezTo>
                      <a:pt x="50" y="79"/>
                      <a:pt x="56" y="73"/>
                      <a:pt x="52" y="68"/>
                    </a:cubicBezTo>
                    <a:cubicBezTo>
                      <a:pt x="35" y="48"/>
                      <a:pt x="22" y="26"/>
                      <a:pt x="9" y="4"/>
                    </a:cubicBezTo>
                    <a:cubicBezTo>
                      <a:pt x="7" y="0"/>
                      <a:pt x="0" y="2"/>
                      <a:pt x="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81" name="chenying0907 52"/>
              <p:cNvSpPr>
                <a:spLocks/>
              </p:cNvSpPr>
              <p:nvPr/>
            </p:nvSpPr>
            <p:spPr bwMode="auto">
              <a:xfrm>
                <a:off x="3533776" y="4113213"/>
                <a:ext cx="42863" cy="101600"/>
              </a:xfrm>
              <a:custGeom>
                <a:avLst/>
                <a:gdLst>
                  <a:gd name="T0" fmla="*/ 2 w 42"/>
                  <a:gd name="T1" fmla="*/ 5 h 99"/>
                  <a:gd name="T2" fmla="*/ 31 w 42"/>
                  <a:gd name="T3" fmla="*/ 94 h 99"/>
                  <a:gd name="T4" fmla="*/ 39 w 42"/>
                  <a:gd name="T5" fmla="*/ 89 h 99"/>
                  <a:gd name="T6" fmla="*/ 10 w 42"/>
                  <a:gd name="T7" fmla="*/ 5 h 99"/>
                  <a:gd name="T8" fmla="*/ 2 w 42"/>
                  <a:gd name="T9" fmla="*/ 5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99">
                    <a:moveTo>
                      <a:pt x="2" y="5"/>
                    </a:moveTo>
                    <a:cubicBezTo>
                      <a:pt x="0" y="37"/>
                      <a:pt x="13" y="68"/>
                      <a:pt x="31" y="94"/>
                    </a:cubicBezTo>
                    <a:cubicBezTo>
                      <a:pt x="35" y="99"/>
                      <a:pt x="42" y="94"/>
                      <a:pt x="39" y="89"/>
                    </a:cubicBezTo>
                    <a:cubicBezTo>
                      <a:pt x="24" y="64"/>
                      <a:pt x="14" y="34"/>
                      <a:pt x="10" y="5"/>
                    </a:cubicBezTo>
                    <a:cubicBezTo>
                      <a:pt x="9" y="0"/>
                      <a:pt x="3" y="0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82" name="chenying0907 53"/>
              <p:cNvSpPr>
                <a:spLocks/>
              </p:cNvSpPr>
              <p:nvPr/>
            </p:nvSpPr>
            <p:spPr bwMode="auto">
              <a:xfrm>
                <a:off x="3517901" y="3932238"/>
                <a:ext cx="20638" cy="79375"/>
              </a:xfrm>
              <a:custGeom>
                <a:avLst/>
                <a:gdLst>
                  <a:gd name="T0" fmla="*/ 4 w 19"/>
                  <a:gd name="T1" fmla="*/ 4 h 76"/>
                  <a:gd name="T2" fmla="*/ 10 w 19"/>
                  <a:gd name="T3" fmla="*/ 71 h 76"/>
                  <a:gd name="T4" fmla="*/ 18 w 19"/>
                  <a:gd name="T5" fmla="*/ 68 h 76"/>
                  <a:gd name="T6" fmla="*/ 10 w 19"/>
                  <a:gd name="T7" fmla="*/ 4 h 76"/>
                  <a:gd name="T8" fmla="*/ 4 w 19"/>
                  <a:gd name="T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76">
                    <a:moveTo>
                      <a:pt x="4" y="4"/>
                    </a:moveTo>
                    <a:cubicBezTo>
                      <a:pt x="2" y="27"/>
                      <a:pt x="0" y="50"/>
                      <a:pt x="10" y="71"/>
                    </a:cubicBezTo>
                    <a:cubicBezTo>
                      <a:pt x="13" y="76"/>
                      <a:pt x="19" y="72"/>
                      <a:pt x="18" y="68"/>
                    </a:cubicBezTo>
                    <a:cubicBezTo>
                      <a:pt x="15" y="47"/>
                      <a:pt x="12" y="25"/>
                      <a:pt x="10" y="4"/>
                    </a:cubicBezTo>
                    <a:cubicBezTo>
                      <a:pt x="10" y="0"/>
                      <a:pt x="4" y="0"/>
                      <a:pt x="4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83" name="chenying0907 54"/>
              <p:cNvSpPr>
                <a:spLocks/>
              </p:cNvSpPr>
              <p:nvPr/>
            </p:nvSpPr>
            <p:spPr bwMode="auto">
              <a:xfrm>
                <a:off x="3522663" y="3695701"/>
                <a:ext cx="47625" cy="131763"/>
              </a:xfrm>
              <a:custGeom>
                <a:avLst/>
                <a:gdLst>
                  <a:gd name="T0" fmla="*/ 4 w 46"/>
                  <a:gd name="T1" fmla="*/ 125 h 127"/>
                  <a:gd name="T2" fmla="*/ 43 w 46"/>
                  <a:gd name="T3" fmla="*/ 12 h 127"/>
                  <a:gd name="T4" fmla="*/ 33 w 46"/>
                  <a:gd name="T5" fmla="*/ 6 h 127"/>
                  <a:gd name="T6" fmla="*/ 0 w 46"/>
                  <a:gd name="T7" fmla="*/ 124 h 127"/>
                  <a:gd name="T8" fmla="*/ 4 w 46"/>
                  <a:gd name="T9" fmla="*/ 125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127">
                    <a:moveTo>
                      <a:pt x="4" y="125"/>
                    </a:moveTo>
                    <a:cubicBezTo>
                      <a:pt x="17" y="88"/>
                      <a:pt x="25" y="47"/>
                      <a:pt x="43" y="12"/>
                    </a:cubicBezTo>
                    <a:cubicBezTo>
                      <a:pt x="46" y="5"/>
                      <a:pt x="37" y="0"/>
                      <a:pt x="33" y="6"/>
                    </a:cubicBezTo>
                    <a:cubicBezTo>
                      <a:pt x="10" y="43"/>
                      <a:pt x="6" y="82"/>
                      <a:pt x="0" y="124"/>
                    </a:cubicBezTo>
                    <a:cubicBezTo>
                      <a:pt x="0" y="126"/>
                      <a:pt x="3" y="127"/>
                      <a:pt x="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84" name="chenying0907 55"/>
              <p:cNvSpPr>
                <a:spLocks/>
              </p:cNvSpPr>
              <p:nvPr/>
            </p:nvSpPr>
            <p:spPr bwMode="auto">
              <a:xfrm>
                <a:off x="3586163" y="3575051"/>
                <a:ext cx="50800" cy="66675"/>
              </a:xfrm>
              <a:custGeom>
                <a:avLst/>
                <a:gdLst>
                  <a:gd name="T0" fmla="*/ 9 w 48"/>
                  <a:gd name="T1" fmla="*/ 61 h 64"/>
                  <a:gd name="T2" fmla="*/ 21 w 48"/>
                  <a:gd name="T3" fmla="*/ 53 h 64"/>
                  <a:gd name="T4" fmla="*/ 31 w 48"/>
                  <a:gd name="T5" fmla="*/ 40 h 64"/>
                  <a:gd name="T6" fmla="*/ 47 w 48"/>
                  <a:gd name="T7" fmla="*/ 9 h 64"/>
                  <a:gd name="T8" fmla="*/ 39 w 48"/>
                  <a:gd name="T9" fmla="*/ 3 h 64"/>
                  <a:gd name="T10" fmla="*/ 18 w 48"/>
                  <a:gd name="T11" fmla="*/ 29 h 64"/>
                  <a:gd name="T12" fmla="*/ 11 w 48"/>
                  <a:gd name="T13" fmla="*/ 41 h 64"/>
                  <a:gd name="T14" fmla="*/ 3 w 48"/>
                  <a:gd name="T15" fmla="*/ 57 h 64"/>
                  <a:gd name="T16" fmla="*/ 9 w 48"/>
                  <a:gd name="T17" fmla="*/ 61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64">
                    <a:moveTo>
                      <a:pt x="9" y="61"/>
                    </a:moveTo>
                    <a:cubicBezTo>
                      <a:pt x="13" y="58"/>
                      <a:pt x="17" y="56"/>
                      <a:pt x="21" y="53"/>
                    </a:cubicBezTo>
                    <a:cubicBezTo>
                      <a:pt x="25" y="49"/>
                      <a:pt x="28" y="45"/>
                      <a:pt x="31" y="40"/>
                    </a:cubicBezTo>
                    <a:cubicBezTo>
                      <a:pt x="39" y="31"/>
                      <a:pt x="44" y="21"/>
                      <a:pt x="47" y="9"/>
                    </a:cubicBezTo>
                    <a:cubicBezTo>
                      <a:pt x="48" y="5"/>
                      <a:pt x="43" y="0"/>
                      <a:pt x="39" y="3"/>
                    </a:cubicBezTo>
                    <a:cubicBezTo>
                      <a:pt x="30" y="11"/>
                      <a:pt x="24" y="19"/>
                      <a:pt x="18" y="29"/>
                    </a:cubicBezTo>
                    <a:cubicBezTo>
                      <a:pt x="15" y="33"/>
                      <a:pt x="13" y="37"/>
                      <a:pt x="11" y="41"/>
                    </a:cubicBezTo>
                    <a:cubicBezTo>
                      <a:pt x="8" y="46"/>
                      <a:pt x="6" y="52"/>
                      <a:pt x="3" y="57"/>
                    </a:cubicBezTo>
                    <a:cubicBezTo>
                      <a:pt x="0" y="60"/>
                      <a:pt x="5" y="64"/>
                      <a:pt x="9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85" name="chenying0907 56"/>
              <p:cNvSpPr>
                <a:spLocks/>
              </p:cNvSpPr>
              <p:nvPr/>
            </p:nvSpPr>
            <p:spPr bwMode="auto">
              <a:xfrm>
                <a:off x="3698876" y="3435351"/>
                <a:ext cx="66675" cy="74613"/>
              </a:xfrm>
              <a:custGeom>
                <a:avLst/>
                <a:gdLst>
                  <a:gd name="T0" fmla="*/ 11 w 64"/>
                  <a:gd name="T1" fmla="*/ 66 h 71"/>
                  <a:gd name="T2" fmla="*/ 60 w 64"/>
                  <a:gd name="T3" fmla="*/ 9 h 71"/>
                  <a:gd name="T4" fmla="*/ 56 w 64"/>
                  <a:gd name="T5" fmla="*/ 1 h 71"/>
                  <a:gd name="T6" fmla="*/ 2 w 64"/>
                  <a:gd name="T7" fmla="*/ 62 h 71"/>
                  <a:gd name="T8" fmla="*/ 11 w 64"/>
                  <a:gd name="T9" fmla="*/ 6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71">
                    <a:moveTo>
                      <a:pt x="11" y="66"/>
                    </a:moveTo>
                    <a:cubicBezTo>
                      <a:pt x="22" y="42"/>
                      <a:pt x="41" y="26"/>
                      <a:pt x="60" y="9"/>
                    </a:cubicBezTo>
                    <a:cubicBezTo>
                      <a:pt x="64" y="6"/>
                      <a:pt x="60" y="0"/>
                      <a:pt x="56" y="1"/>
                    </a:cubicBezTo>
                    <a:cubicBezTo>
                      <a:pt x="26" y="8"/>
                      <a:pt x="8" y="34"/>
                      <a:pt x="2" y="62"/>
                    </a:cubicBezTo>
                    <a:cubicBezTo>
                      <a:pt x="0" y="67"/>
                      <a:pt x="8" y="71"/>
                      <a:pt x="11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86" name="chenying0907 57"/>
              <p:cNvSpPr>
                <a:spLocks/>
              </p:cNvSpPr>
              <p:nvPr/>
            </p:nvSpPr>
            <p:spPr bwMode="auto">
              <a:xfrm>
                <a:off x="3798888" y="3357563"/>
                <a:ext cx="57150" cy="34925"/>
              </a:xfrm>
              <a:custGeom>
                <a:avLst/>
                <a:gdLst>
                  <a:gd name="T0" fmla="*/ 5 w 56"/>
                  <a:gd name="T1" fmla="*/ 33 h 34"/>
                  <a:gd name="T2" fmla="*/ 16 w 56"/>
                  <a:gd name="T3" fmla="*/ 32 h 34"/>
                  <a:gd name="T4" fmla="*/ 29 w 56"/>
                  <a:gd name="T5" fmla="*/ 28 h 34"/>
                  <a:gd name="T6" fmla="*/ 51 w 56"/>
                  <a:gd name="T7" fmla="*/ 13 h 34"/>
                  <a:gd name="T8" fmla="*/ 46 w 56"/>
                  <a:gd name="T9" fmla="*/ 2 h 34"/>
                  <a:gd name="T10" fmla="*/ 22 w 56"/>
                  <a:gd name="T11" fmla="*/ 11 h 34"/>
                  <a:gd name="T12" fmla="*/ 10 w 56"/>
                  <a:gd name="T13" fmla="*/ 19 h 34"/>
                  <a:gd name="T14" fmla="*/ 3 w 56"/>
                  <a:gd name="T15" fmla="*/ 27 h 34"/>
                  <a:gd name="T16" fmla="*/ 5 w 56"/>
                  <a:gd name="T17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34">
                    <a:moveTo>
                      <a:pt x="5" y="33"/>
                    </a:moveTo>
                    <a:cubicBezTo>
                      <a:pt x="9" y="32"/>
                      <a:pt x="12" y="33"/>
                      <a:pt x="16" y="32"/>
                    </a:cubicBezTo>
                    <a:cubicBezTo>
                      <a:pt x="20" y="31"/>
                      <a:pt x="24" y="29"/>
                      <a:pt x="29" y="28"/>
                    </a:cubicBezTo>
                    <a:cubicBezTo>
                      <a:pt x="38" y="24"/>
                      <a:pt x="43" y="19"/>
                      <a:pt x="51" y="13"/>
                    </a:cubicBezTo>
                    <a:cubicBezTo>
                      <a:pt x="56" y="10"/>
                      <a:pt x="53" y="0"/>
                      <a:pt x="46" y="2"/>
                    </a:cubicBezTo>
                    <a:cubicBezTo>
                      <a:pt x="37" y="5"/>
                      <a:pt x="30" y="7"/>
                      <a:pt x="22" y="11"/>
                    </a:cubicBezTo>
                    <a:cubicBezTo>
                      <a:pt x="18" y="14"/>
                      <a:pt x="14" y="16"/>
                      <a:pt x="10" y="19"/>
                    </a:cubicBezTo>
                    <a:cubicBezTo>
                      <a:pt x="7" y="21"/>
                      <a:pt x="5" y="25"/>
                      <a:pt x="3" y="27"/>
                    </a:cubicBezTo>
                    <a:cubicBezTo>
                      <a:pt x="0" y="29"/>
                      <a:pt x="1" y="34"/>
                      <a:pt x="5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87" name="chenying0907 58"/>
              <p:cNvSpPr>
                <a:spLocks/>
              </p:cNvSpPr>
              <p:nvPr/>
            </p:nvSpPr>
            <p:spPr bwMode="auto">
              <a:xfrm>
                <a:off x="3725863" y="3227388"/>
                <a:ext cx="76200" cy="69850"/>
              </a:xfrm>
              <a:custGeom>
                <a:avLst/>
                <a:gdLst>
                  <a:gd name="T0" fmla="*/ 69 w 74"/>
                  <a:gd name="T1" fmla="*/ 58 h 68"/>
                  <a:gd name="T2" fmla="*/ 42 w 74"/>
                  <a:gd name="T3" fmla="*/ 36 h 68"/>
                  <a:gd name="T4" fmla="*/ 14 w 74"/>
                  <a:gd name="T5" fmla="*/ 6 h 68"/>
                  <a:gd name="T6" fmla="*/ 3 w 74"/>
                  <a:gd name="T7" fmla="*/ 15 h 68"/>
                  <a:gd name="T8" fmla="*/ 66 w 74"/>
                  <a:gd name="T9" fmla="*/ 66 h 68"/>
                  <a:gd name="T10" fmla="*/ 69 w 74"/>
                  <a:gd name="T11" fmla="*/ 5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8">
                    <a:moveTo>
                      <a:pt x="69" y="58"/>
                    </a:moveTo>
                    <a:cubicBezTo>
                      <a:pt x="59" y="53"/>
                      <a:pt x="50" y="44"/>
                      <a:pt x="42" y="36"/>
                    </a:cubicBezTo>
                    <a:cubicBezTo>
                      <a:pt x="32" y="26"/>
                      <a:pt x="23" y="16"/>
                      <a:pt x="14" y="6"/>
                    </a:cubicBezTo>
                    <a:cubicBezTo>
                      <a:pt x="9" y="0"/>
                      <a:pt x="0" y="8"/>
                      <a:pt x="3" y="15"/>
                    </a:cubicBezTo>
                    <a:cubicBezTo>
                      <a:pt x="17" y="41"/>
                      <a:pt x="38" y="58"/>
                      <a:pt x="66" y="66"/>
                    </a:cubicBezTo>
                    <a:cubicBezTo>
                      <a:pt x="71" y="68"/>
                      <a:pt x="74" y="60"/>
                      <a:pt x="69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88" name="chenying0907 59"/>
              <p:cNvSpPr>
                <a:spLocks/>
              </p:cNvSpPr>
              <p:nvPr/>
            </p:nvSpPr>
            <p:spPr bwMode="auto">
              <a:xfrm>
                <a:off x="3622676" y="3065463"/>
                <a:ext cx="60325" cy="96838"/>
              </a:xfrm>
              <a:custGeom>
                <a:avLst/>
                <a:gdLst>
                  <a:gd name="T0" fmla="*/ 54 w 58"/>
                  <a:gd name="T1" fmla="*/ 85 h 94"/>
                  <a:gd name="T2" fmla="*/ 12 w 58"/>
                  <a:gd name="T3" fmla="*/ 6 h 94"/>
                  <a:gd name="T4" fmla="*/ 2 w 58"/>
                  <a:gd name="T5" fmla="*/ 9 h 94"/>
                  <a:gd name="T6" fmla="*/ 47 w 58"/>
                  <a:gd name="T7" fmla="*/ 91 h 94"/>
                  <a:gd name="T8" fmla="*/ 54 w 58"/>
                  <a:gd name="T9" fmla="*/ 85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4">
                    <a:moveTo>
                      <a:pt x="54" y="85"/>
                    </a:moveTo>
                    <a:cubicBezTo>
                      <a:pt x="37" y="61"/>
                      <a:pt x="23" y="35"/>
                      <a:pt x="12" y="6"/>
                    </a:cubicBezTo>
                    <a:cubicBezTo>
                      <a:pt x="10" y="0"/>
                      <a:pt x="0" y="2"/>
                      <a:pt x="2" y="9"/>
                    </a:cubicBezTo>
                    <a:cubicBezTo>
                      <a:pt x="7" y="41"/>
                      <a:pt x="22" y="71"/>
                      <a:pt x="47" y="91"/>
                    </a:cubicBezTo>
                    <a:cubicBezTo>
                      <a:pt x="51" y="94"/>
                      <a:pt x="58" y="90"/>
                      <a:pt x="54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89" name="chenying0907 60"/>
              <p:cNvSpPr>
                <a:spLocks/>
              </p:cNvSpPr>
              <p:nvPr/>
            </p:nvSpPr>
            <p:spPr bwMode="auto">
              <a:xfrm>
                <a:off x="3565526" y="2909888"/>
                <a:ext cx="22225" cy="68263"/>
              </a:xfrm>
              <a:custGeom>
                <a:avLst/>
                <a:gdLst>
                  <a:gd name="T0" fmla="*/ 22 w 22"/>
                  <a:gd name="T1" fmla="*/ 62 h 66"/>
                  <a:gd name="T2" fmla="*/ 9 w 22"/>
                  <a:gd name="T3" fmla="*/ 4 h 66"/>
                  <a:gd name="T4" fmla="*/ 1 w 22"/>
                  <a:gd name="T5" fmla="*/ 6 h 66"/>
                  <a:gd name="T6" fmla="*/ 18 w 22"/>
                  <a:gd name="T7" fmla="*/ 64 h 66"/>
                  <a:gd name="T8" fmla="*/ 22 w 22"/>
                  <a:gd name="T9" fmla="*/ 6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66">
                    <a:moveTo>
                      <a:pt x="22" y="62"/>
                    </a:moveTo>
                    <a:cubicBezTo>
                      <a:pt x="17" y="43"/>
                      <a:pt x="16" y="23"/>
                      <a:pt x="9" y="4"/>
                    </a:cubicBezTo>
                    <a:cubicBezTo>
                      <a:pt x="7" y="0"/>
                      <a:pt x="0" y="1"/>
                      <a:pt x="1" y="6"/>
                    </a:cubicBezTo>
                    <a:cubicBezTo>
                      <a:pt x="6" y="25"/>
                      <a:pt x="6" y="47"/>
                      <a:pt x="18" y="64"/>
                    </a:cubicBezTo>
                    <a:cubicBezTo>
                      <a:pt x="19" y="66"/>
                      <a:pt x="22" y="65"/>
                      <a:pt x="22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90" name="chenying0907 61"/>
              <p:cNvSpPr>
                <a:spLocks/>
              </p:cNvSpPr>
              <p:nvPr/>
            </p:nvSpPr>
            <p:spPr bwMode="auto">
              <a:xfrm>
                <a:off x="3538538" y="2741613"/>
                <a:ext cx="28575" cy="100013"/>
              </a:xfrm>
              <a:custGeom>
                <a:avLst/>
                <a:gdLst>
                  <a:gd name="T0" fmla="*/ 22 w 27"/>
                  <a:gd name="T1" fmla="*/ 89 h 96"/>
                  <a:gd name="T2" fmla="*/ 15 w 27"/>
                  <a:gd name="T3" fmla="*/ 8 h 96"/>
                  <a:gd name="T4" fmla="*/ 2 w 27"/>
                  <a:gd name="T5" fmla="*/ 8 h 96"/>
                  <a:gd name="T6" fmla="*/ 9 w 27"/>
                  <a:gd name="T7" fmla="*/ 89 h 96"/>
                  <a:gd name="T8" fmla="*/ 22 w 27"/>
                  <a:gd name="T9" fmla="*/ 89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96">
                    <a:moveTo>
                      <a:pt x="22" y="89"/>
                    </a:moveTo>
                    <a:cubicBezTo>
                      <a:pt x="27" y="62"/>
                      <a:pt x="18" y="35"/>
                      <a:pt x="15" y="8"/>
                    </a:cubicBezTo>
                    <a:cubicBezTo>
                      <a:pt x="14" y="0"/>
                      <a:pt x="3" y="0"/>
                      <a:pt x="2" y="8"/>
                    </a:cubicBezTo>
                    <a:cubicBezTo>
                      <a:pt x="0" y="35"/>
                      <a:pt x="4" y="62"/>
                      <a:pt x="9" y="89"/>
                    </a:cubicBezTo>
                    <a:cubicBezTo>
                      <a:pt x="10" y="96"/>
                      <a:pt x="21" y="96"/>
                      <a:pt x="22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91" name="chenying0907 62"/>
              <p:cNvSpPr>
                <a:spLocks/>
              </p:cNvSpPr>
              <p:nvPr/>
            </p:nvSpPr>
            <p:spPr bwMode="auto">
              <a:xfrm>
                <a:off x="3546476" y="2592388"/>
                <a:ext cx="22225" cy="73025"/>
              </a:xfrm>
              <a:custGeom>
                <a:avLst/>
                <a:gdLst>
                  <a:gd name="T0" fmla="*/ 13 w 22"/>
                  <a:gd name="T1" fmla="*/ 66 h 70"/>
                  <a:gd name="T2" fmla="*/ 21 w 22"/>
                  <a:gd name="T3" fmla="*/ 8 h 70"/>
                  <a:gd name="T4" fmla="*/ 11 w 22"/>
                  <a:gd name="T5" fmla="*/ 6 h 70"/>
                  <a:gd name="T6" fmla="*/ 5 w 22"/>
                  <a:gd name="T7" fmla="*/ 66 h 70"/>
                  <a:gd name="T8" fmla="*/ 13 w 22"/>
                  <a:gd name="T9" fmla="*/ 6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70">
                    <a:moveTo>
                      <a:pt x="13" y="66"/>
                    </a:moveTo>
                    <a:cubicBezTo>
                      <a:pt x="17" y="47"/>
                      <a:pt x="16" y="27"/>
                      <a:pt x="21" y="8"/>
                    </a:cubicBezTo>
                    <a:cubicBezTo>
                      <a:pt x="22" y="2"/>
                      <a:pt x="13" y="0"/>
                      <a:pt x="11" y="6"/>
                    </a:cubicBezTo>
                    <a:cubicBezTo>
                      <a:pt x="4" y="26"/>
                      <a:pt x="0" y="45"/>
                      <a:pt x="5" y="66"/>
                    </a:cubicBezTo>
                    <a:cubicBezTo>
                      <a:pt x="6" y="70"/>
                      <a:pt x="12" y="70"/>
                      <a:pt x="1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92" name="chenying0907 63"/>
              <p:cNvSpPr>
                <a:spLocks/>
              </p:cNvSpPr>
              <p:nvPr/>
            </p:nvSpPr>
            <p:spPr bwMode="auto">
              <a:xfrm>
                <a:off x="3595688" y="2397126"/>
                <a:ext cx="49213" cy="103188"/>
              </a:xfrm>
              <a:custGeom>
                <a:avLst/>
                <a:gdLst>
                  <a:gd name="T0" fmla="*/ 7 w 47"/>
                  <a:gd name="T1" fmla="*/ 96 h 99"/>
                  <a:gd name="T2" fmla="*/ 45 w 47"/>
                  <a:gd name="T3" fmla="*/ 8 h 99"/>
                  <a:gd name="T4" fmla="*/ 36 w 47"/>
                  <a:gd name="T5" fmla="*/ 5 h 99"/>
                  <a:gd name="T6" fmla="*/ 0 w 47"/>
                  <a:gd name="T7" fmla="*/ 94 h 99"/>
                  <a:gd name="T8" fmla="*/ 7 w 47"/>
                  <a:gd name="T9" fmla="*/ 96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99">
                    <a:moveTo>
                      <a:pt x="7" y="96"/>
                    </a:moveTo>
                    <a:cubicBezTo>
                      <a:pt x="20" y="67"/>
                      <a:pt x="33" y="38"/>
                      <a:pt x="45" y="8"/>
                    </a:cubicBezTo>
                    <a:cubicBezTo>
                      <a:pt x="47" y="3"/>
                      <a:pt x="39" y="0"/>
                      <a:pt x="36" y="5"/>
                    </a:cubicBezTo>
                    <a:cubicBezTo>
                      <a:pt x="19" y="33"/>
                      <a:pt x="4" y="61"/>
                      <a:pt x="0" y="94"/>
                    </a:cubicBezTo>
                    <a:cubicBezTo>
                      <a:pt x="0" y="97"/>
                      <a:pt x="6" y="99"/>
                      <a:pt x="7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93" name="chenying0907 64"/>
              <p:cNvSpPr>
                <a:spLocks/>
              </p:cNvSpPr>
              <p:nvPr/>
            </p:nvSpPr>
            <p:spPr bwMode="auto">
              <a:xfrm>
                <a:off x="3670301" y="2254251"/>
                <a:ext cx="57150" cy="80963"/>
              </a:xfrm>
              <a:custGeom>
                <a:avLst/>
                <a:gdLst>
                  <a:gd name="T0" fmla="*/ 8 w 55"/>
                  <a:gd name="T1" fmla="*/ 74 h 78"/>
                  <a:gd name="T2" fmla="*/ 27 w 55"/>
                  <a:gd name="T3" fmla="*/ 44 h 78"/>
                  <a:gd name="T4" fmla="*/ 52 w 55"/>
                  <a:gd name="T5" fmla="*/ 10 h 78"/>
                  <a:gd name="T6" fmla="*/ 45 w 55"/>
                  <a:gd name="T7" fmla="*/ 3 h 78"/>
                  <a:gd name="T8" fmla="*/ 16 w 55"/>
                  <a:gd name="T9" fmla="*/ 33 h 78"/>
                  <a:gd name="T10" fmla="*/ 1 w 55"/>
                  <a:gd name="T11" fmla="*/ 72 h 78"/>
                  <a:gd name="T12" fmla="*/ 8 w 55"/>
                  <a:gd name="T13" fmla="*/ 74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78">
                    <a:moveTo>
                      <a:pt x="8" y="74"/>
                    </a:moveTo>
                    <a:cubicBezTo>
                      <a:pt x="12" y="63"/>
                      <a:pt x="21" y="53"/>
                      <a:pt x="27" y="44"/>
                    </a:cubicBezTo>
                    <a:cubicBezTo>
                      <a:pt x="35" y="32"/>
                      <a:pt x="45" y="22"/>
                      <a:pt x="52" y="10"/>
                    </a:cubicBezTo>
                    <a:cubicBezTo>
                      <a:pt x="55" y="6"/>
                      <a:pt x="50" y="0"/>
                      <a:pt x="45" y="3"/>
                    </a:cubicBezTo>
                    <a:cubicBezTo>
                      <a:pt x="34" y="11"/>
                      <a:pt x="25" y="21"/>
                      <a:pt x="16" y="33"/>
                    </a:cubicBezTo>
                    <a:cubicBezTo>
                      <a:pt x="7" y="45"/>
                      <a:pt x="5" y="57"/>
                      <a:pt x="1" y="72"/>
                    </a:cubicBezTo>
                    <a:cubicBezTo>
                      <a:pt x="0" y="76"/>
                      <a:pt x="6" y="78"/>
                      <a:pt x="8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94" name="chenying0907 65"/>
              <p:cNvSpPr>
                <a:spLocks/>
              </p:cNvSpPr>
              <p:nvPr/>
            </p:nvSpPr>
            <p:spPr bwMode="auto">
              <a:xfrm>
                <a:off x="3754438" y="2087563"/>
                <a:ext cx="73025" cy="87313"/>
              </a:xfrm>
              <a:custGeom>
                <a:avLst/>
                <a:gdLst>
                  <a:gd name="T0" fmla="*/ 6 w 71"/>
                  <a:gd name="T1" fmla="*/ 84 h 85"/>
                  <a:gd name="T2" fmla="*/ 66 w 71"/>
                  <a:gd name="T3" fmla="*/ 14 h 85"/>
                  <a:gd name="T4" fmla="*/ 58 w 71"/>
                  <a:gd name="T5" fmla="*/ 5 h 85"/>
                  <a:gd name="T6" fmla="*/ 1 w 71"/>
                  <a:gd name="T7" fmla="*/ 81 h 85"/>
                  <a:gd name="T8" fmla="*/ 6 w 71"/>
                  <a:gd name="T9" fmla="*/ 8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85">
                    <a:moveTo>
                      <a:pt x="6" y="84"/>
                    </a:moveTo>
                    <a:cubicBezTo>
                      <a:pt x="31" y="64"/>
                      <a:pt x="46" y="37"/>
                      <a:pt x="66" y="14"/>
                    </a:cubicBezTo>
                    <a:cubicBezTo>
                      <a:pt x="71" y="8"/>
                      <a:pt x="64" y="0"/>
                      <a:pt x="58" y="5"/>
                    </a:cubicBezTo>
                    <a:cubicBezTo>
                      <a:pt x="33" y="26"/>
                      <a:pt x="11" y="49"/>
                      <a:pt x="1" y="81"/>
                    </a:cubicBezTo>
                    <a:cubicBezTo>
                      <a:pt x="0" y="84"/>
                      <a:pt x="4" y="85"/>
                      <a:pt x="6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95" name="chenying0907 66"/>
              <p:cNvSpPr>
                <a:spLocks/>
              </p:cNvSpPr>
              <p:nvPr/>
            </p:nvSpPr>
            <p:spPr bwMode="auto">
              <a:xfrm>
                <a:off x="3865563" y="1936751"/>
                <a:ext cx="80963" cy="104775"/>
              </a:xfrm>
              <a:custGeom>
                <a:avLst/>
                <a:gdLst>
                  <a:gd name="T0" fmla="*/ 8 w 79"/>
                  <a:gd name="T1" fmla="*/ 98 h 101"/>
                  <a:gd name="T2" fmla="*/ 74 w 79"/>
                  <a:gd name="T3" fmla="*/ 12 h 101"/>
                  <a:gd name="T4" fmla="*/ 67 w 79"/>
                  <a:gd name="T5" fmla="*/ 5 h 101"/>
                  <a:gd name="T6" fmla="*/ 31 w 79"/>
                  <a:gd name="T7" fmla="*/ 43 h 101"/>
                  <a:gd name="T8" fmla="*/ 2 w 79"/>
                  <a:gd name="T9" fmla="*/ 94 h 101"/>
                  <a:gd name="T10" fmla="*/ 8 w 79"/>
                  <a:gd name="T11" fmla="*/ 9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101">
                    <a:moveTo>
                      <a:pt x="8" y="98"/>
                    </a:moveTo>
                    <a:cubicBezTo>
                      <a:pt x="34" y="72"/>
                      <a:pt x="51" y="41"/>
                      <a:pt x="74" y="12"/>
                    </a:cubicBezTo>
                    <a:cubicBezTo>
                      <a:pt x="79" y="7"/>
                      <a:pt x="72" y="0"/>
                      <a:pt x="67" y="5"/>
                    </a:cubicBezTo>
                    <a:cubicBezTo>
                      <a:pt x="53" y="17"/>
                      <a:pt x="41" y="28"/>
                      <a:pt x="31" y="43"/>
                    </a:cubicBezTo>
                    <a:cubicBezTo>
                      <a:pt x="20" y="59"/>
                      <a:pt x="12" y="76"/>
                      <a:pt x="2" y="94"/>
                    </a:cubicBezTo>
                    <a:cubicBezTo>
                      <a:pt x="0" y="97"/>
                      <a:pt x="5" y="101"/>
                      <a:pt x="8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96" name="chenying0907 67"/>
              <p:cNvSpPr>
                <a:spLocks/>
              </p:cNvSpPr>
              <p:nvPr/>
            </p:nvSpPr>
            <p:spPr bwMode="auto">
              <a:xfrm>
                <a:off x="3984626" y="1827213"/>
                <a:ext cx="87313" cy="65088"/>
              </a:xfrm>
              <a:custGeom>
                <a:avLst/>
                <a:gdLst>
                  <a:gd name="T0" fmla="*/ 8 w 85"/>
                  <a:gd name="T1" fmla="*/ 61 h 63"/>
                  <a:gd name="T2" fmla="*/ 23 w 85"/>
                  <a:gd name="T3" fmla="*/ 57 h 63"/>
                  <a:gd name="T4" fmla="*/ 40 w 85"/>
                  <a:gd name="T5" fmla="*/ 47 h 63"/>
                  <a:gd name="T6" fmla="*/ 76 w 85"/>
                  <a:gd name="T7" fmla="*/ 21 h 63"/>
                  <a:gd name="T8" fmla="*/ 67 w 85"/>
                  <a:gd name="T9" fmla="*/ 6 h 63"/>
                  <a:gd name="T10" fmla="*/ 34 w 85"/>
                  <a:gd name="T11" fmla="*/ 26 h 63"/>
                  <a:gd name="T12" fmla="*/ 18 w 85"/>
                  <a:gd name="T13" fmla="*/ 38 h 63"/>
                  <a:gd name="T14" fmla="*/ 3 w 85"/>
                  <a:gd name="T15" fmla="*/ 53 h 63"/>
                  <a:gd name="T16" fmla="*/ 8 w 85"/>
                  <a:gd name="T17" fmla="*/ 6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" h="63">
                    <a:moveTo>
                      <a:pt x="8" y="61"/>
                    </a:moveTo>
                    <a:cubicBezTo>
                      <a:pt x="13" y="59"/>
                      <a:pt x="18" y="59"/>
                      <a:pt x="23" y="57"/>
                    </a:cubicBezTo>
                    <a:cubicBezTo>
                      <a:pt x="29" y="54"/>
                      <a:pt x="35" y="50"/>
                      <a:pt x="40" y="47"/>
                    </a:cubicBezTo>
                    <a:cubicBezTo>
                      <a:pt x="53" y="39"/>
                      <a:pt x="64" y="30"/>
                      <a:pt x="76" y="21"/>
                    </a:cubicBezTo>
                    <a:cubicBezTo>
                      <a:pt x="85" y="14"/>
                      <a:pt x="77" y="0"/>
                      <a:pt x="67" y="6"/>
                    </a:cubicBezTo>
                    <a:cubicBezTo>
                      <a:pt x="56" y="12"/>
                      <a:pt x="44" y="18"/>
                      <a:pt x="34" y="26"/>
                    </a:cubicBezTo>
                    <a:cubicBezTo>
                      <a:pt x="28" y="30"/>
                      <a:pt x="23" y="34"/>
                      <a:pt x="18" y="38"/>
                    </a:cubicBezTo>
                    <a:cubicBezTo>
                      <a:pt x="11" y="42"/>
                      <a:pt x="8" y="48"/>
                      <a:pt x="3" y="53"/>
                    </a:cubicBezTo>
                    <a:cubicBezTo>
                      <a:pt x="0" y="57"/>
                      <a:pt x="3" y="63"/>
                      <a:pt x="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97" name="chenying0907 68"/>
              <p:cNvSpPr>
                <a:spLocks/>
              </p:cNvSpPr>
              <p:nvPr/>
            </p:nvSpPr>
            <p:spPr bwMode="auto">
              <a:xfrm>
                <a:off x="4127501" y="1725613"/>
                <a:ext cx="109538" cy="76200"/>
              </a:xfrm>
              <a:custGeom>
                <a:avLst/>
                <a:gdLst>
                  <a:gd name="T0" fmla="*/ 9 w 105"/>
                  <a:gd name="T1" fmla="*/ 71 h 74"/>
                  <a:gd name="T2" fmla="*/ 96 w 105"/>
                  <a:gd name="T3" fmla="*/ 16 h 74"/>
                  <a:gd name="T4" fmla="*/ 89 w 105"/>
                  <a:gd name="T5" fmla="*/ 4 h 74"/>
                  <a:gd name="T6" fmla="*/ 2 w 105"/>
                  <a:gd name="T7" fmla="*/ 66 h 74"/>
                  <a:gd name="T8" fmla="*/ 9 w 105"/>
                  <a:gd name="T9" fmla="*/ 71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74">
                    <a:moveTo>
                      <a:pt x="9" y="71"/>
                    </a:moveTo>
                    <a:cubicBezTo>
                      <a:pt x="33" y="47"/>
                      <a:pt x="67" y="33"/>
                      <a:pt x="96" y="16"/>
                    </a:cubicBezTo>
                    <a:cubicBezTo>
                      <a:pt x="105" y="12"/>
                      <a:pt x="97" y="0"/>
                      <a:pt x="89" y="4"/>
                    </a:cubicBezTo>
                    <a:cubicBezTo>
                      <a:pt x="55" y="19"/>
                      <a:pt x="22" y="32"/>
                      <a:pt x="2" y="66"/>
                    </a:cubicBezTo>
                    <a:cubicBezTo>
                      <a:pt x="0" y="70"/>
                      <a:pt x="5" y="74"/>
                      <a:pt x="9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98" name="chenying0907 69"/>
              <p:cNvSpPr>
                <a:spLocks/>
              </p:cNvSpPr>
              <p:nvPr/>
            </p:nvSpPr>
            <p:spPr bwMode="auto">
              <a:xfrm>
                <a:off x="4300538" y="1655763"/>
                <a:ext cx="87313" cy="47625"/>
              </a:xfrm>
              <a:custGeom>
                <a:avLst/>
                <a:gdLst>
                  <a:gd name="T0" fmla="*/ 7 w 84"/>
                  <a:gd name="T1" fmla="*/ 46 h 47"/>
                  <a:gd name="T2" fmla="*/ 80 w 84"/>
                  <a:gd name="T3" fmla="*/ 9 h 47"/>
                  <a:gd name="T4" fmla="*/ 77 w 84"/>
                  <a:gd name="T5" fmla="*/ 3 h 47"/>
                  <a:gd name="T6" fmla="*/ 5 w 84"/>
                  <a:gd name="T7" fmla="*/ 38 h 47"/>
                  <a:gd name="T8" fmla="*/ 7 w 84"/>
                  <a:gd name="T9" fmla="*/ 4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47">
                    <a:moveTo>
                      <a:pt x="7" y="46"/>
                    </a:moveTo>
                    <a:cubicBezTo>
                      <a:pt x="36" y="41"/>
                      <a:pt x="58" y="26"/>
                      <a:pt x="80" y="9"/>
                    </a:cubicBezTo>
                    <a:cubicBezTo>
                      <a:pt x="84" y="6"/>
                      <a:pt x="81" y="0"/>
                      <a:pt x="77" y="3"/>
                    </a:cubicBezTo>
                    <a:cubicBezTo>
                      <a:pt x="54" y="16"/>
                      <a:pt x="30" y="29"/>
                      <a:pt x="5" y="38"/>
                    </a:cubicBezTo>
                    <a:cubicBezTo>
                      <a:pt x="0" y="40"/>
                      <a:pt x="2" y="47"/>
                      <a:pt x="7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99" name="chenying0907 70"/>
              <p:cNvSpPr>
                <a:spLocks/>
              </p:cNvSpPr>
              <p:nvPr/>
            </p:nvSpPr>
            <p:spPr bwMode="auto">
              <a:xfrm>
                <a:off x="4451351" y="1609726"/>
                <a:ext cx="103188" cy="31750"/>
              </a:xfrm>
              <a:custGeom>
                <a:avLst/>
                <a:gdLst>
                  <a:gd name="T0" fmla="*/ 4 w 100"/>
                  <a:gd name="T1" fmla="*/ 25 h 31"/>
                  <a:gd name="T2" fmla="*/ 95 w 100"/>
                  <a:gd name="T3" fmla="*/ 11 h 31"/>
                  <a:gd name="T4" fmla="*/ 92 w 100"/>
                  <a:gd name="T5" fmla="*/ 1 h 31"/>
                  <a:gd name="T6" fmla="*/ 4 w 100"/>
                  <a:gd name="T7" fmla="*/ 17 h 31"/>
                  <a:gd name="T8" fmla="*/ 4 w 100"/>
                  <a:gd name="T9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1">
                    <a:moveTo>
                      <a:pt x="4" y="25"/>
                    </a:moveTo>
                    <a:cubicBezTo>
                      <a:pt x="34" y="31"/>
                      <a:pt x="67" y="23"/>
                      <a:pt x="95" y="11"/>
                    </a:cubicBezTo>
                    <a:cubicBezTo>
                      <a:pt x="100" y="9"/>
                      <a:pt x="97" y="0"/>
                      <a:pt x="92" y="1"/>
                    </a:cubicBezTo>
                    <a:cubicBezTo>
                      <a:pt x="63" y="3"/>
                      <a:pt x="32" y="9"/>
                      <a:pt x="4" y="17"/>
                    </a:cubicBezTo>
                    <a:cubicBezTo>
                      <a:pt x="0" y="18"/>
                      <a:pt x="0" y="24"/>
                      <a:pt x="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00" name="chenying0907 71"/>
              <p:cNvSpPr>
                <a:spLocks/>
              </p:cNvSpPr>
              <p:nvPr/>
            </p:nvSpPr>
            <p:spPr bwMode="auto">
              <a:xfrm>
                <a:off x="4638676" y="1628776"/>
                <a:ext cx="109538" cy="19050"/>
              </a:xfrm>
              <a:custGeom>
                <a:avLst/>
                <a:gdLst>
                  <a:gd name="T0" fmla="*/ 4 w 105"/>
                  <a:gd name="T1" fmla="*/ 13 h 18"/>
                  <a:gd name="T2" fmla="*/ 99 w 105"/>
                  <a:gd name="T3" fmla="*/ 14 h 18"/>
                  <a:gd name="T4" fmla="*/ 99 w 105"/>
                  <a:gd name="T5" fmla="*/ 4 h 18"/>
                  <a:gd name="T6" fmla="*/ 4 w 105"/>
                  <a:gd name="T7" fmla="*/ 5 h 18"/>
                  <a:gd name="T8" fmla="*/ 4 w 105"/>
                  <a:gd name="T9" fmla="*/ 1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18">
                    <a:moveTo>
                      <a:pt x="4" y="13"/>
                    </a:moveTo>
                    <a:cubicBezTo>
                      <a:pt x="35" y="18"/>
                      <a:pt x="67" y="17"/>
                      <a:pt x="99" y="14"/>
                    </a:cubicBezTo>
                    <a:cubicBezTo>
                      <a:pt x="105" y="13"/>
                      <a:pt x="105" y="5"/>
                      <a:pt x="99" y="4"/>
                    </a:cubicBezTo>
                    <a:cubicBezTo>
                      <a:pt x="67" y="1"/>
                      <a:pt x="35" y="0"/>
                      <a:pt x="4" y="5"/>
                    </a:cubicBezTo>
                    <a:cubicBezTo>
                      <a:pt x="0" y="6"/>
                      <a:pt x="0" y="12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01" name="chenying0907 72"/>
              <p:cNvSpPr>
                <a:spLocks/>
              </p:cNvSpPr>
              <p:nvPr/>
            </p:nvSpPr>
            <p:spPr bwMode="auto">
              <a:xfrm>
                <a:off x="4851401" y="1643063"/>
                <a:ext cx="68263" cy="30163"/>
              </a:xfrm>
              <a:custGeom>
                <a:avLst/>
                <a:gdLst>
                  <a:gd name="T0" fmla="*/ 2 w 65"/>
                  <a:gd name="T1" fmla="*/ 4 h 28"/>
                  <a:gd name="T2" fmla="*/ 59 w 65"/>
                  <a:gd name="T3" fmla="*/ 27 h 28"/>
                  <a:gd name="T4" fmla="*/ 62 w 65"/>
                  <a:gd name="T5" fmla="*/ 21 h 28"/>
                  <a:gd name="T6" fmla="*/ 3 w 65"/>
                  <a:gd name="T7" fmla="*/ 1 h 28"/>
                  <a:gd name="T8" fmla="*/ 2 w 65"/>
                  <a:gd name="T9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28">
                    <a:moveTo>
                      <a:pt x="2" y="4"/>
                    </a:moveTo>
                    <a:cubicBezTo>
                      <a:pt x="19" y="15"/>
                      <a:pt x="40" y="22"/>
                      <a:pt x="59" y="27"/>
                    </a:cubicBezTo>
                    <a:cubicBezTo>
                      <a:pt x="63" y="28"/>
                      <a:pt x="65" y="23"/>
                      <a:pt x="62" y="21"/>
                    </a:cubicBezTo>
                    <a:cubicBezTo>
                      <a:pt x="43" y="13"/>
                      <a:pt x="23" y="7"/>
                      <a:pt x="3" y="1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02" name="chenying0907 73"/>
              <p:cNvSpPr>
                <a:spLocks/>
              </p:cNvSpPr>
              <p:nvPr/>
            </p:nvSpPr>
            <p:spPr bwMode="auto">
              <a:xfrm>
                <a:off x="5008563" y="1714501"/>
                <a:ext cx="71438" cy="33338"/>
              </a:xfrm>
              <a:custGeom>
                <a:avLst/>
                <a:gdLst>
                  <a:gd name="T0" fmla="*/ 3 w 68"/>
                  <a:gd name="T1" fmla="*/ 10 h 33"/>
                  <a:gd name="T2" fmla="*/ 59 w 68"/>
                  <a:gd name="T3" fmla="*/ 32 h 33"/>
                  <a:gd name="T4" fmla="*/ 64 w 68"/>
                  <a:gd name="T5" fmla="*/ 26 h 33"/>
                  <a:gd name="T6" fmla="*/ 3 w 68"/>
                  <a:gd name="T7" fmla="*/ 4 h 33"/>
                  <a:gd name="T8" fmla="*/ 3 w 68"/>
                  <a:gd name="T9" fmla="*/ 1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3">
                    <a:moveTo>
                      <a:pt x="3" y="10"/>
                    </a:moveTo>
                    <a:cubicBezTo>
                      <a:pt x="23" y="14"/>
                      <a:pt x="40" y="23"/>
                      <a:pt x="59" y="32"/>
                    </a:cubicBezTo>
                    <a:cubicBezTo>
                      <a:pt x="63" y="33"/>
                      <a:pt x="68" y="29"/>
                      <a:pt x="64" y="26"/>
                    </a:cubicBezTo>
                    <a:cubicBezTo>
                      <a:pt x="46" y="10"/>
                      <a:pt x="26" y="0"/>
                      <a:pt x="3" y="4"/>
                    </a:cubicBezTo>
                    <a:cubicBezTo>
                      <a:pt x="0" y="4"/>
                      <a:pt x="0" y="9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03" name="chenying0907 74"/>
              <p:cNvSpPr>
                <a:spLocks/>
              </p:cNvSpPr>
              <p:nvPr/>
            </p:nvSpPr>
            <p:spPr bwMode="auto">
              <a:xfrm>
                <a:off x="5149851" y="1784351"/>
                <a:ext cx="85725" cy="47625"/>
              </a:xfrm>
              <a:custGeom>
                <a:avLst/>
                <a:gdLst>
                  <a:gd name="T0" fmla="*/ 3 w 83"/>
                  <a:gd name="T1" fmla="*/ 6 h 46"/>
                  <a:gd name="T2" fmla="*/ 75 w 83"/>
                  <a:gd name="T3" fmla="*/ 43 h 46"/>
                  <a:gd name="T4" fmla="*/ 79 w 83"/>
                  <a:gd name="T5" fmla="*/ 37 h 46"/>
                  <a:gd name="T6" fmla="*/ 6 w 83"/>
                  <a:gd name="T7" fmla="*/ 1 h 46"/>
                  <a:gd name="T8" fmla="*/ 3 w 83"/>
                  <a:gd name="T9" fmla="*/ 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46">
                    <a:moveTo>
                      <a:pt x="3" y="6"/>
                    </a:moveTo>
                    <a:cubicBezTo>
                      <a:pt x="28" y="18"/>
                      <a:pt x="52" y="30"/>
                      <a:pt x="75" y="43"/>
                    </a:cubicBezTo>
                    <a:cubicBezTo>
                      <a:pt x="80" y="46"/>
                      <a:pt x="83" y="39"/>
                      <a:pt x="79" y="37"/>
                    </a:cubicBezTo>
                    <a:cubicBezTo>
                      <a:pt x="57" y="20"/>
                      <a:pt x="33" y="7"/>
                      <a:pt x="6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04" name="chenying0907 75"/>
              <p:cNvSpPr>
                <a:spLocks/>
              </p:cNvSpPr>
              <p:nvPr/>
            </p:nvSpPr>
            <p:spPr bwMode="auto">
              <a:xfrm>
                <a:off x="5305426" y="1847851"/>
                <a:ext cx="66675" cy="61913"/>
              </a:xfrm>
              <a:custGeom>
                <a:avLst/>
                <a:gdLst>
                  <a:gd name="T0" fmla="*/ 5 w 65"/>
                  <a:gd name="T1" fmla="*/ 12 h 59"/>
                  <a:gd name="T2" fmla="*/ 55 w 65"/>
                  <a:gd name="T3" fmla="*/ 55 h 59"/>
                  <a:gd name="T4" fmla="*/ 62 w 65"/>
                  <a:gd name="T5" fmla="*/ 49 h 59"/>
                  <a:gd name="T6" fmla="*/ 42 w 65"/>
                  <a:gd name="T7" fmla="*/ 23 h 59"/>
                  <a:gd name="T8" fmla="*/ 10 w 65"/>
                  <a:gd name="T9" fmla="*/ 4 h 59"/>
                  <a:gd name="T10" fmla="*/ 5 w 65"/>
                  <a:gd name="T11" fmla="*/ 12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59">
                    <a:moveTo>
                      <a:pt x="5" y="12"/>
                    </a:moveTo>
                    <a:cubicBezTo>
                      <a:pt x="23" y="25"/>
                      <a:pt x="42" y="37"/>
                      <a:pt x="55" y="55"/>
                    </a:cubicBezTo>
                    <a:cubicBezTo>
                      <a:pt x="58" y="59"/>
                      <a:pt x="65" y="53"/>
                      <a:pt x="62" y="49"/>
                    </a:cubicBezTo>
                    <a:cubicBezTo>
                      <a:pt x="57" y="39"/>
                      <a:pt x="50" y="31"/>
                      <a:pt x="42" y="23"/>
                    </a:cubicBezTo>
                    <a:cubicBezTo>
                      <a:pt x="33" y="15"/>
                      <a:pt x="21" y="9"/>
                      <a:pt x="10" y="4"/>
                    </a:cubicBezTo>
                    <a:cubicBezTo>
                      <a:pt x="5" y="0"/>
                      <a:pt x="0" y="8"/>
                      <a:pt x="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05" name="chenying0907 76"/>
              <p:cNvSpPr>
                <a:spLocks/>
              </p:cNvSpPr>
              <p:nvPr/>
            </p:nvSpPr>
            <p:spPr bwMode="auto">
              <a:xfrm>
                <a:off x="5380038" y="1765301"/>
                <a:ext cx="30163" cy="87313"/>
              </a:xfrm>
              <a:custGeom>
                <a:avLst/>
                <a:gdLst>
                  <a:gd name="T0" fmla="*/ 10 w 28"/>
                  <a:gd name="T1" fmla="*/ 81 h 84"/>
                  <a:gd name="T2" fmla="*/ 27 w 28"/>
                  <a:gd name="T3" fmla="*/ 10 h 84"/>
                  <a:gd name="T4" fmla="*/ 17 w 28"/>
                  <a:gd name="T5" fmla="*/ 6 h 84"/>
                  <a:gd name="T6" fmla="*/ 4 w 28"/>
                  <a:gd name="T7" fmla="*/ 81 h 84"/>
                  <a:gd name="T8" fmla="*/ 10 w 28"/>
                  <a:gd name="T9" fmla="*/ 8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84">
                    <a:moveTo>
                      <a:pt x="10" y="81"/>
                    </a:moveTo>
                    <a:cubicBezTo>
                      <a:pt x="15" y="57"/>
                      <a:pt x="22" y="34"/>
                      <a:pt x="27" y="10"/>
                    </a:cubicBezTo>
                    <a:cubicBezTo>
                      <a:pt x="28" y="4"/>
                      <a:pt x="20" y="0"/>
                      <a:pt x="17" y="6"/>
                    </a:cubicBezTo>
                    <a:cubicBezTo>
                      <a:pt x="6" y="29"/>
                      <a:pt x="0" y="55"/>
                      <a:pt x="4" y="81"/>
                    </a:cubicBezTo>
                    <a:cubicBezTo>
                      <a:pt x="5" y="84"/>
                      <a:pt x="10" y="84"/>
                      <a:pt x="10" y="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06" name="chenying0907 77"/>
              <p:cNvSpPr>
                <a:spLocks/>
              </p:cNvSpPr>
              <p:nvPr/>
            </p:nvSpPr>
            <p:spPr bwMode="auto">
              <a:xfrm>
                <a:off x="5451476" y="1625601"/>
                <a:ext cx="39688" cy="63500"/>
              </a:xfrm>
              <a:custGeom>
                <a:avLst/>
                <a:gdLst>
                  <a:gd name="T0" fmla="*/ 7 w 39"/>
                  <a:gd name="T1" fmla="*/ 58 h 62"/>
                  <a:gd name="T2" fmla="*/ 38 w 39"/>
                  <a:gd name="T3" fmla="*/ 7 h 62"/>
                  <a:gd name="T4" fmla="*/ 29 w 39"/>
                  <a:gd name="T5" fmla="*/ 3 h 62"/>
                  <a:gd name="T6" fmla="*/ 13 w 39"/>
                  <a:gd name="T7" fmla="*/ 25 h 62"/>
                  <a:gd name="T8" fmla="*/ 1 w 39"/>
                  <a:gd name="T9" fmla="*/ 56 h 62"/>
                  <a:gd name="T10" fmla="*/ 7 w 39"/>
                  <a:gd name="T11" fmla="*/ 5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62">
                    <a:moveTo>
                      <a:pt x="7" y="58"/>
                    </a:moveTo>
                    <a:cubicBezTo>
                      <a:pt x="16" y="40"/>
                      <a:pt x="30" y="26"/>
                      <a:pt x="38" y="7"/>
                    </a:cubicBezTo>
                    <a:cubicBezTo>
                      <a:pt x="39" y="2"/>
                      <a:pt x="32" y="0"/>
                      <a:pt x="29" y="3"/>
                    </a:cubicBezTo>
                    <a:cubicBezTo>
                      <a:pt x="24" y="11"/>
                      <a:pt x="18" y="18"/>
                      <a:pt x="13" y="25"/>
                    </a:cubicBezTo>
                    <a:cubicBezTo>
                      <a:pt x="7" y="34"/>
                      <a:pt x="4" y="45"/>
                      <a:pt x="1" y="56"/>
                    </a:cubicBezTo>
                    <a:cubicBezTo>
                      <a:pt x="0" y="59"/>
                      <a:pt x="5" y="62"/>
                      <a:pt x="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07" name="chenying0907 78"/>
              <p:cNvSpPr>
                <a:spLocks/>
              </p:cNvSpPr>
              <p:nvPr/>
            </p:nvSpPr>
            <p:spPr bwMode="auto">
              <a:xfrm>
                <a:off x="5540376" y="1449388"/>
                <a:ext cx="88900" cy="112713"/>
              </a:xfrm>
              <a:custGeom>
                <a:avLst/>
                <a:gdLst>
                  <a:gd name="T0" fmla="*/ 8 w 86"/>
                  <a:gd name="T1" fmla="*/ 105 h 108"/>
                  <a:gd name="T2" fmla="*/ 81 w 86"/>
                  <a:gd name="T3" fmla="*/ 12 h 108"/>
                  <a:gd name="T4" fmla="*/ 75 w 86"/>
                  <a:gd name="T5" fmla="*/ 4 h 108"/>
                  <a:gd name="T6" fmla="*/ 1 w 86"/>
                  <a:gd name="T7" fmla="*/ 101 h 108"/>
                  <a:gd name="T8" fmla="*/ 8 w 86"/>
                  <a:gd name="T9" fmla="*/ 105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108">
                    <a:moveTo>
                      <a:pt x="8" y="105"/>
                    </a:moveTo>
                    <a:cubicBezTo>
                      <a:pt x="34" y="75"/>
                      <a:pt x="53" y="41"/>
                      <a:pt x="81" y="12"/>
                    </a:cubicBezTo>
                    <a:cubicBezTo>
                      <a:pt x="86" y="8"/>
                      <a:pt x="80" y="0"/>
                      <a:pt x="75" y="4"/>
                    </a:cubicBezTo>
                    <a:cubicBezTo>
                      <a:pt x="39" y="25"/>
                      <a:pt x="16" y="63"/>
                      <a:pt x="1" y="101"/>
                    </a:cubicBezTo>
                    <a:cubicBezTo>
                      <a:pt x="0" y="105"/>
                      <a:pt x="5" y="108"/>
                      <a:pt x="8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08" name="chenying0907 79"/>
              <p:cNvSpPr>
                <a:spLocks/>
              </p:cNvSpPr>
              <p:nvPr/>
            </p:nvSpPr>
            <p:spPr bwMode="auto">
              <a:xfrm>
                <a:off x="5675313" y="1382713"/>
                <a:ext cx="88900" cy="57150"/>
              </a:xfrm>
              <a:custGeom>
                <a:avLst/>
                <a:gdLst>
                  <a:gd name="T0" fmla="*/ 7 w 86"/>
                  <a:gd name="T1" fmla="*/ 53 h 55"/>
                  <a:gd name="T2" fmla="*/ 79 w 86"/>
                  <a:gd name="T3" fmla="*/ 13 h 55"/>
                  <a:gd name="T4" fmla="*/ 76 w 86"/>
                  <a:gd name="T5" fmla="*/ 2 h 55"/>
                  <a:gd name="T6" fmla="*/ 3 w 86"/>
                  <a:gd name="T7" fmla="*/ 48 h 55"/>
                  <a:gd name="T8" fmla="*/ 7 w 86"/>
                  <a:gd name="T9" fmla="*/ 5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55">
                    <a:moveTo>
                      <a:pt x="7" y="53"/>
                    </a:moveTo>
                    <a:cubicBezTo>
                      <a:pt x="32" y="43"/>
                      <a:pt x="53" y="22"/>
                      <a:pt x="79" y="13"/>
                    </a:cubicBezTo>
                    <a:cubicBezTo>
                      <a:pt x="86" y="10"/>
                      <a:pt x="83" y="0"/>
                      <a:pt x="76" y="2"/>
                    </a:cubicBezTo>
                    <a:cubicBezTo>
                      <a:pt x="46" y="8"/>
                      <a:pt x="24" y="27"/>
                      <a:pt x="3" y="48"/>
                    </a:cubicBezTo>
                    <a:cubicBezTo>
                      <a:pt x="0" y="51"/>
                      <a:pt x="4" y="55"/>
                      <a:pt x="7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09" name="chenying0907 80"/>
              <p:cNvSpPr>
                <a:spLocks/>
              </p:cNvSpPr>
              <p:nvPr/>
            </p:nvSpPr>
            <p:spPr bwMode="auto">
              <a:xfrm>
                <a:off x="5895976" y="1304926"/>
                <a:ext cx="57150" cy="28575"/>
              </a:xfrm>
              <a:custGeom>
                <a:avLst/>
                <a:gdLst>
                  <a:gd name="T0" fmla="*/ 4 w 56"/>
                  <a:gd name="T1" fmla="*/ 26 h 27"/>
                  <a:gd name="T2" fmla="*/ 55 w 56"/>
                  <a:gd name="T3" fmla="*/ 4 h 27"/>
                  <a:gd name="T4" fmla="*/ 53 w 56"/>
                  <a:gd name="T5" fmla="*/ 2 h 27"/>
                  <a:gd name="T6" fmla="*/ 2 w 56"/>
                  <a:gd name="T7" fmla="*/ 23 h 27"/>
                  <a:gd name="T8" fmla="*/ 4 w 56"/>
                  <a:gd name="T9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27">
                    <a:moveTo>
                      <a:pt x="4" y="26"/>
                    </a:moveTo>
                    <a:cubicBezTo>
                      <a:pt x="21" y="18"/>
                      <a:pt x="41" y="18"/>
                      <a:pt x="55" y="4"/>
                    </a:cubicBezTo>
                    <a:cubicBezTo>
                      <a:pt x="56" y="2"/>
                      <a:pt x="54" y="0"/>
                      <a:pt x="53" y="2"/>
                    </a:cubicBezTo>
                    <a:cubicBezTo>
                      <a:pt x="38" y="14"/>
                      <a:pt x="19" y="15"/>
                      <a:pt x="2" y="23"/>
                    </a:cubicBezTo>
                    <a:cubicBezTo>
                      <a:pt x="0" y="24"/>
                      <a:pt x="2" y="27"/>
                      <a:pt x="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10" name="chenying0907 81"/>
              <p:cNvSpPr>
                <a:spLocks/>
              </p:cNvSpPr>
              <p:nvPr/>
            </p:nvSpPr>
            <p:spPr bwMode="auto">
              <a:xfrm>
                <a:off x="6059488" y="1247776"/>
                <a:ext cx="125413" cy="41275"/>
              </a:xfrm>
              <a:custGeom>
                <a:avLst/>
                <a:gdLst>
                  <a:gd name="T0" fmla="*/ 6 w 121"/>
                  <a:gd name="T1" fmla="*/ 38 h 40"/>
                  <a:gd name="T2" fmla="*/ 115 w 121"/>
                  <a:gd name="T3" fmla="*/ 13 h 40"/>
                  <a:gd name="T4" fmla="*/ 113 w 121"/>
                  <a:gd name="T5" fmla="*/ 0 h 40"/>
                  <a:gd name="T6" fmla="*/ 3 w 121"/>
                  <a:gd name="T7" fmla="*/ 34 h 40"/>
                  <a:gd name="T8" fmla="*/ 6 w 121"/>
                  <a:gd name="T9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40">
                    <a:moveTo>
                      <a:pt x="6" y="38"/>
                    </a:moveTo>
                    <a:cubicBezTo>
                      <a:pt x="40" y="23"/>
                      <a:pt x="79" y="25"/>
                      <a:pt x="115" y="13"/>
                    </a:cubicBezTo>
                    <a:cubicBezTo>
                      <a:pt x="121" y="11"/>
                      <a:pt x="121" y="0"/>
                      <a:pt x="113" y="0"/>
                    </a:cubicBezTo>
                    <a:cubicBezTo>
                      <a:pt x="72" y="3"/>
                      <a:pt x="37" y="11"/>
                      <a:pt x="3" y="34"/>
                    </a:cubicBezTo>
                    <a:cubicBezTo>
                      <a:pt x="0" y="36"/>
                      <a:pt x="3" y="40"/>
                      <a:pt x="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11" name="chenying0907 82"/>
              <p:cNvSpPr>
                <a:spLocks/>
              </p:cNvSpPr>
              <p:nvPr/>
            </p:nvSpPr>
            <p:spPr bwMode="auto">
              <a:xfrm>
                <a:off x="6319838" y="1225551"/>
                <a:ext cx="120650" cy="30163"/>
              </a:xfrm>
              <a:custGeom>
                <a:avLst/>
                <a:gdLst>
                  <a:gd name="T0" fmla="*/ 8 w 116"/>
                  <a:gd name="T1" fmla="*/ 25 h 28"/>
                  <a:gd name="T2" fmla="*/ 108 w 116"/>
                  <a:gd name="T3" fmla="*/ 27 h 28"/>
                  <a:gd name="T4" fmla="*/ 110 w 116"/>
                  <a:gd name="T5" fmla="*/ 15 h 28"/>
                  <a:gd name="T6" fmla="*/ 4 w 116"/>
                  <a:gd name="T7" fmla="*/ 17 h 28"/>
                  <a:gd name="T8" fmla="*/ 8 w 116"/>
                  <a:gd name="T9" fmla="*/ 2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8">
                    <a:moveTo>
                      <a:pt x="8" y="25"/>
                    </a:moveTo>
                    <a:cubicBezTo>
                      <a:pt x="41" y="16"/>
                      <a:pt x="74" y="23"/>
                      <a:pt x="108" y="27"/>
                    </a:cubicBezTo>
                    <a:cubicBezTo>
                      <a:pt x="115" y="28"/>
                      <a:pt x="116" y="17"/>
                      <a:pt x="110" y="15"/>
                    </a:cubicBezTo>
                    <a:cubicBezTo>
                      <a:pt x="72" y="4"/>
                      <a:pt x="40" y="0"/>
                      <a:pt x="4" y="17"/>
                    </a:cubicBezTo>
                    <a:cubicBezTo>
                      <a:pt x="0" y="19"/>
                      <a:pt x="3" y="26"/>
                      <a:pt x="8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12" name="chenying0907 83"/>
              <p:cNvSpPr>
                <a:spLocks/>
              </p:cNvSpPr>
              <p:nvPr/>
            </p:nvSpPr>
            <p:spPr bwMode="auto">
              <a:xfrm>
                <a:off x="6584951" y="1241426"/>
                <a:ext cx="109538" cy="19050"/>
              </a:xfrm>
              <a:custGeom>
                <a:avLst/>
                <a:gdLst>
                  <a:gd name="T0" fmla="*/ 5 w 106"/>
                  <a:gd name="T1" fmla="*/ 9 h 18"/>
                  <a:gd name="T2" fmla="*/ 98 w 106"/>
                  <a:gd name="T3" fmla="*/ 17 h 18"/>
                  <a:gd name="T4" fmla="*/ 100 w 106"/>
                  <a:gd name="T5" fmla="*/ 9 h 18"/>
                  <a:gd name="T6" fmla="*/ 5 w 106"/>
                  <a:gd name="T7" fmla="*/ 2 h 18"/>
                  <a:gd name="T8" fmla="*/ 5 w 106"/>
                  <a:gd name="T9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18">
                    <a:moveTo>
                      <a:pt x="5" y="9"/>
                    </a:moveTo>
                    <a:cubicBezTo>
                      <a:pt x="35" y="11"/>
                      <a:pt x="68" y="12"/>
                      <a:pt x="98" y="17"/>
                    </a:cubicBezTo>
                    <a:cubicBezTo>
                      <a:pt x="103" y="18"/>
                      <a:pt x="106" y="10"/>
                      <a:pt x="100" y="9"/>
                    </a:cubicBezTo>
                    <a:cubicBezTo>
                      <a:pt x="68" y="0"/>
                      <a:pt x="38" y="1"/>
                      <a:pt x="5" y="2"/>
                    </a:cubicBezTo>
                    <a:cubicBezTo>
                      <a:pt x="0" y="2"/>
                      <a:pt x="0" y="9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13" name="chenying0907 84"/>
              <p:cNvSpPr>
                <a:spLocks/>
              </p:cNvSpPr>
              <p:nvPr/>
            </p:nvSpPr>
            <p:spPr bwMode="auto">
              <a:xfrm>
                <a:off x="6799263" y="1285876"/>
                <a:ext cx="117475" cy="47625"/>
              </a:xfrm>
              <a:custGeom>
                <a:avLst/>
                <a:gdLst>
                  <a:gd name="T0" fmla="*/ 5 w 112"/>
                  <a:gd name="T1" fmla="*/ 11 h 45"/>
                  <a:gd name="T2" fmla="*/ 100 w 112"/>
                  <a:gd name="T3" fmla="*/ 42 h 45"/>
                  <a:gd name="T4" fmla="*/ 105 w 112"/>
                  <a:gd name="T5" fmla="*/ 29 h 45"/>
                  <a:gd name="T6" fmla="*/ 8 w 112"/>
                  <a:gd name="T7" fmla="*/ 1 h 45"/>
                  <a:gd name="T8" fmla="*/ 5 w 112"/>
                  <a:gd name="T9" fmla="*/ 1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5">
                    <a:moveTo>
                      <a:pt x="5" y="11"/>
                    </a:moveTo>
                    <a:cubicBezTo>
                      <a:pt x="35" y="25"/>
                      <a:pt x="69" y="29"/>
                      <a:pt x="100" y="42"/>
                    </a:cubicBezTo>
                    <a:cubicBezTo>
                      <a:pt x="107" y="45"/>
                      <a:pt x="112" y="33"/>
                      <a:pt x="105" y="29"/>
                    </a:cubicBezTo>
                    <a:cubicBezTo>
                      <a:pt x="76" y="13"/>
                      <a:pt x="41" y="2"/>
                      <a:pt x="8" y="1"/>
                    </a:cubicBezTo>
                    <a:cubicBezTo>
                      <a:pt x="2" y="0"/>
                      <a:pt x="0" y="9"/>
                      <a:pt x="5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14" name="chenying0907 85"/>
              <p:cNvSpPr>
                <a:spLocks/>
              </p:cNvSpPr>
              <p:nvPr/>
            </p:nvSpPr>
            <p:spPr bwMode="auto">
              <a:xfrm>
                <a:off x="6962776" y="1343026"/>
                <a:ext cx="122238" cy="44450"/>
              </a:xfrm>
              <a:custGeom>
                <a:avLst/>
                <a:gdLst>
                  <a:gd name="T0" fmla="*/ 3 w 117"/>
                  <a:gd name="T1" fmla="*/ 4 h 43"/>
                  <a:gd name="T2" fmla="*/ 109 w 117"/>
                  <a:gd name="T3" fmla="*/ 41 h 43"/>
                  <a:gd name="T4" fmla="*/ 113 w 117"/>
                  <a:gd name="T5" fmla="*/ 35 h 43"/>
                  <a:gd name="T6" fmla="*/ 3 w 117"/>
                  <a:gd name="T7" fmla="*/ 0 h 43"/>
                  <a:gd name="T8" fmla="*/ 3 w 117"/>
                  <a:gd name="T9" fmla="*/ 4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43">
                    <a:moveTo>
                      <a:pt x="3" y="4"/>
                    </a:moveTo>
                    <a:cubicBezTo>
                      <a:pt x="41" y="6"/>
                      <a:pt x="76" y="23"/>
                      <a:pt x="109" y="41"/>
                    </a:cubicBezTo>
                    <a:cubicBezTo>
                      <a:pt x="113" y="43"/>
                      <a:pt x="117" y="37"/>
                      <a:pt x="113" y="35"/>
                    </a:cubicBezTo>
                    <a:cubicBezTo>
                      <a:pt x="79" y="13"/>
                      <a:pt x="43" y="0"/>
                      <a:pt x="3" y="0"/>
                    </a:cubicBezTo>
                    <a:cubicBezTo>
                      <a:pt x="0" y="0"/>
                      <a:pt x="0" y="4"/>
                      <a:pt x="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15" name="chenying0907 86"/>
              <p:cNvSpPr>
                <a:spLocks/>
              </p:cNvSpPr>
              <p:nvPr/>
            </p:nvSpPr>
            <p:spPr bwMode="auto">
              <a:xfrm>
                <a:off x="7148513" y="1409701"/>
                <a:ext cx="104775" cy="49213"/>
              </a:xfrm>
              <a:custGeom>
                <a:avLst/>
                <a:gdLst>
                  <a:gd name="T0" fmla="*/ 3 w 101"/>
                  <a:gd name="T1" fmla="*/ 6 h 47"/>
                  <a:gd name="T2" fmla="*/ 90 w 101"/>
                  <a:gd name="T3" fmla="*/ 45 h 47"/>
                  <a:gd name="T4" fmla="*/ 96 w 101"/>
                  <a:gd name="T5" fmla="*/ 35 h 47"/>
                  <a:gd name="T6" fmla="*/ 4 w 101"/>
                  <a:gd name="T7" fmla="*/ 0 h 47"/>
                  <a:gd name="T8" fmla="*/ 3 w 101"/>
                  <a:gd name="T9" fmla="*/ 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47">
                    <a:moveTo>
                      <a:pt x="3" y="6"/>
                    </a:moveTo>
                    <a:cubicBezTo>
                      <a:pt x="31" y="18"/>
                      <a:pt x="59" y="37"/>
                      <a:pt x="90" y="45"/>
                    </a:cubicBezTo>
                    <a:cubicBezTo>
                      <a:pt x="95" y="47"/>
                      <a:pt x="101" y="39"/>
                      <a:pt x="96" y="35"/>
                    </a:cubicBezTo>
                    <a:cubicBezTo>
                      <a:pt x="70" y="15"/>
                      <a:pt x="36" y="3"/>
                      <a:pt x="4" y="0"/>
                    </a:cubicBezTo>
                    <a:cubicBezTo>
                      <a:pt x="1" y="0"/>
                      <a:pt x="0" y="4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16" name="chenying0907 87"/>
              <p:cNvSpPr>
                <a:spLocks/>
              </p:cNvSpPr>
              <p:nvPr/>
            </p:nvSpPr>
            <p:spPr bwMode="auto">
              <a:xfrm>
                <a:off x="7273926" y="1504951"/>
                <a:ext cx="114300" cy="74613"/>
              </a:xfrm>
              <a:custGeom>
                <a:avLst/>
                <a:gdLst>
                  <a:gd name="T0" fmla="*/ 6 w 110"/>
                  <a:gd name="T1" fmla="*/ 10 h 71"/>
                  <a:gd name="T2" fmla="*/ 55 w 110"/>
                  <a:gd name="T3" fmla="*/ 40 h 71"/>
                  <a:gd name="T4" fmla="*/ 99 w 110"/>
                  <a:gd name="T5" fmla="*/ 67 h 71"/>
                  <a:gd name="T6" fmla="*/ 104 w 110"/>
                  <a:gd name="T7" fmla="*/ 58 h 71"/>
                  <a:gd name="T8" fmla="*/ 9 w 110"/>
                  <a:gd name="T9" fmla="*/ 0 h 71"/>
                  <a:gd name="T10" fmla="*/ 6 w 110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0" h="71">
                    <a:moveTo>
                      <a:pt x="6" y="10"/>
                    </a:moveTo>
                    <a:cubicBezTo>
                      <a:pt x="24" y="16"/>
                      <a:pt x="41" y="28"/>
                      <a:pt x="55" y="40"/>
                    </a:cubicBezTo>
                    <a:cubicBezTo>
                      <a:pt x="69" y="51"/>
                      <a:pt x="83" y="59"/>
                      <a:pt x="99" y="67"/>
                    </a:cubicBezTo>
                    <a:cubicBezTo>
                      <a:pt x="105" y="71"/>
                      <a:pt x="110" y="62"/>
                      <a:pt x="104" y="58"/>
                    </a:cubicBezTo>
                    <a:cubicBezTo>
                      <a:pt x="73" y="35"/>
                      <a:pt x="49" y="6"/>
                      <a:pt x="9" y="0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17" name="chenying0907 88"/>
              <p:cNvSpPr>
                <a:spLocks/>
              </p:cNvSpPr>
              <p:nvPr/>
            </p:nvSpPr>
            <p:spPr bwMode="auto">
              <a:xfrm>
                <a:off x="7424738" y="1631951"/>
                <a:ext cx="88900" cy="96838"/>
              </a:xfrm>
              <a:custGeom>
                <a:avLst/>
                <a:gdLst>
                  <a:gd name="T0" fmla="*/ 3 w 85"/>
                  <a:gd name="T1" fmla="*/ 9 h 93"/>
                  <a:gd name="T2" fmla="*/ 75 w 85"/>
                  <a:gd name="T3" fmla="*/ 89 h 93"/>
                  <a:gd name="T4" fmla="*/ 83 w 85"/>
                  <a:gd name="T5" fmla="*/ 83 h 93"/>
                  <a:gd name="T6" fmla="*/ 8 w 85"/>
                  <a:gd name="T7" fmla="*/ 2 h 93"/>
                  <a:gd name="T8" fmla="*/ 3 w 85"/>
                  <a:gd name="T9" fmla="*/ 9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93">
                    <a:moveTo>
                      <a:pt x="3" y="9"/>
                    </a:moveTo>
                    <a:cubicBezTo>
                      <a:pt x="28" y="35"/>
                      <a:pt x="50" y="63"/>
                      <a:pt x="75" y="89"/>
                    </a:cubicBezTo>
                    <a:cubicBezTo>
                      <a:pt x="79" y="93"/>
                      <a:pt x="85" y="88"/>
                      <a:pt x="83" y="83"/>
                    </a:cubicBezTo>
                    <a:cubicBezTo>
                      <a:pt x="64" y="52"/>
                      <a:pt x="41" y="20"/>
                      <a:pt x="8" y="2"/>
                    </a:cubicBezTo>
                    <a:cubicBezTo>
                      <a:pt x="4" y="0"/>
                      <a:pt x="0" y="5"/>
                      <a:pt x="3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18" name="chenying0907 89"/>
              <p:cNvSpPr>
                <a:spLocks/>
              </p:cNvSpPr>
              <p:nvPr/>
            </p:nvSpPr>
            <p:spPr bwMode="auto">
              <a:xfrm>
                <a:off x="7540626" y="1792288"/>
                <a:ext cx="53975" cy="84138"/>
              </a:xfrm>
              <a:custGeom>
                <a:avLst/>
                <a:gdLst>
                  <a:gd name="T0" fmla="*/ 2 w 52"/>
                  <a:gd name="T1" fmla="*/ 4 h 81"/>
                  <a:gd name="T2" fmla="*/ 22 w 52"/>
                  <a:gd name="T3" fmla="*/ 44 h 81"/>
                  <a:gd name="T4" fmla="*/ 45 w 52"/>
                  <a:gd name="T5" fmla="*/ 78 h 81"/>
                  <a:gd name="T6" fmla="*/ 50 w 52"/>
                  <a:gd name="T7" fmla="*/ 74 h 81"/>
                  <a:gd name="T8" fmla="*/ 32 w 52"/>
                  <a:gd name="T9" fmla="*/ 39 h 81"/>
                  <a:gd name="T10" fmla="*/ 6 w 52"/>
                  <a:gd name="T11" fmla="*/ 2 h 81"/>
                  <a:gd name="T12" fmla="*/ 2 w 52"/>
                  <a:gd name="T13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81">
                    <a:moveTo>
                      <a:pt x="2" y="4"/>
                    </a:moveTo>
                    <a:cubicBezTo>
                      <a:pt x="9" y="17"/>
                      <a:pt x="15" y="31"/>
                      <a:pt x="22" y="44"/>
                    </a:cubicBezTo>
                    <a:cubicBezTo>
                      <a:pt x="29" y="56"/>
                      <a:pt x="36" y="67"/>
                      <a:pt x="45" y="78"/>
                    </a:cubicBezTo>
                    <a:cubicBezTo>
                      <a:pt x="47" y="81"/>
                      <a:pt x="52" y="77"/>
                      <a:pt x="50" y="74"/>
                    </a:cubicBezTo>
                    <a:cubicBezTo>
                      <a:pt x="44" y="62"/>
                      <a:pt x="38" y="50"/>
                      <a:pt x="32" y="39"/>
                    </a:cubicBezTo>
                    <a:cubicBezTo>
                      <a:pt x="24" y="25"/>
                      <a:pt x="14" y="14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19" name="chenying0907 90"/>
              <p:cNvSpPr>
                <a:spLocks/>
              </p:cNvSpPr>
              <p:nvPr/>
            </p:nvSpPr>
            <p:spPr bwMode="auto">
              <a:xfrm>
                <a:off x="7627938" y="1963738"/>
                <a:ext cx="57150" cy="109538"/>
              </a:xfrm>
              <a:custGeom>
                <a:avLst/>
                <a:gdLst>
                  <a:gd name="T0" fmla="*/ 2 w 55"/>
                  <a:gd name="T1" fmla="*/ 6 h 106"/>
                  <a:gd name="T2" fmla="*/ 45 w 55"/>
                  <a:gd name="T3" fmla="*/ 102 h 106"/>
                  <a:gd name="T4" fmla="*/ 53 w 55"/>
                  <a:gd name="T5" fmla="*/ 98 h 106"/>
                  <a:gd name="T6" fmla="*/ 9 w 55"/>
                  <a:gd name="T7" fmla="*/ 3 h 106"/>
                  <a:gd name="T8" fmla="*/ 2 w 55"/>
                  <a:gd name="T9" fmla="*/ 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106">
                    <a:moveTo>
                      <a:pt x="2" y="6"/>
                    </a:moveTo>
                    <a:cubicBezTo>
                      <a:pt x="14" y="39"/>
                      <a:pt x="30" y="70"/>
                      <a:pt x="45" y="102"/>
                    </a:cubicBezTo>
                    <a:cubicBezTo>
                      <a:pt x="47" y="106"/>
                      <a:pt x="55" y="103"/>
                      <a:pt x="53" y="98"/>
                    </a:cubicBezTo>
                    <a:cubicBezTo>
                      <a:pt x="42" y="65"/>
                      <a:pt x="28" y="33"/>
                      <a:pt x="9" y="3"/>
                    </a:cubicBezTo>
                    <a:cubicBezTo>
                      <a:pt x="7" y="0"/>
                      <a:pt x="0" y="2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20" name="chenying0907 91"/>
              <p:cNvSpPr>
                <a:spLocks/>
              </p:cNvSpPr>
              <p:nvPr/>
            </p:nvSpPr>
            <p:spPr bwMode="auto">
              <a:xfrm>
                <a:off x="7700963" y="2119313"/>
                <a:ext cx="49213" cy="73025"/>
              </a:xfrm>
              <a:custGeom>
                <a:avLst/>
                <a:gdLst>
                  <a:gd name="T0" fmla="*/ 2 w 47"/>
                  <a:gd name="T1" fmla="*/ 9 h 70"/>
                  <a:gd name="T2" fmla="*/ 32 w 47"/>
                  <a:gd name="T3" fmla="*/ 63 h 70"/>
                  <a:gd name="T4" fmla="*/ 43 w 47"/>
                  <a:gd name="T5" fmla="*/ 54 h 70"/>
                  <a:gd name="T6" fmla="*/ 13 w 47"/>
                  <a:gd name="T7" fmla="*/ 4 h 70"/>
                  <a:gd name="T8" fmla="*/ 2 w 47"/>
                  <a:gd name="T9" fmla="*/ 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70">
                    <a:moveTo>
                      <a:pt x="2" y="9"/>
                    </a:moveTo>
                    <a:cubicBezTo>
                      <a:pt x="9" y="29"/>
                      <a:pt x="18" y="47"/>
                      <a:pt x="32" y="63"/>
                    </a:cubicBezTo>
                    <a:cubicBezTo>
                      <a:pt x="37" y="70"/>
                      <a:pt x="47" y="61"/>
                      <a:pt x="43" y="54"/>
                    </a:cubicBezTo>
                    <a:cubicBezTo>
                      <a:pt x="34" y="37"/>
                      <a:pt x="24" y="20"/>
                      <a:pt x="13" y="4"/>
                    </a:cubicBezTo>
                    <a:cubicBezTo>
                      <a:pt x="9" y="0"/>
                      <a:pt x="0" y="2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21" name="chenying0907 92"/>
              <p:cNvSpPr>
                <a:spLocks/>
              </p:cNvSpPr>
              <p:nvPr/>
            </p:nvSpPr>
            <p:spPr bwMode="auto">
              <a:xfrm>
                <a:off x="8164513" y="3827463"/>
                <a:ext cx="123825" cy="60325"/>
              </a:xfrm>
              <a:custGeom>
                <a:avLst/>
                <a:gdLst>
                  <a:gd name="T0" fmla="*/ 1 w 118"/>
                  <a:gd name="T1" fmla="*/ 59 h 59"/>
                  <a:gd name="T2" fmla="*/ 115 w 118"/>
                  <a:gd name="T3" fmla="*/ 6 h 59"/>
                  <a:gd name="T4" fmla="*/ 112 w 118"/>
                  <a:gd name="T5" fmla="*/ 0 h 59"/>
                  <a:gd name="T6" fmla="*/ 0 w 118"/>
                  <a:gd name="T7" fmla="*/ 58 h 59"/>
                  <a:gd name="T8" fmla="*/ 1 w 118"/>
                  <a:gd name="T9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8" h="59">
                    <a:moveTo>
                      <a:pt x="1" y="59"/>
                    </a:moveTo>
                    <a:cubicBezTo>
                      <a:pt x="41" y="56"/>
                      <a:pt x="81" y="26"/>
                      <a:pt x="115" y="6"/>
                    </a:cubicBezTo>
                    <a:cubicBezTo>
                      <a:pt x="118" y="4"/>
                      <a:pt x="116" y="0"/>
                      <a:pt x="112" y="0"/>
                    </a:cubicBezTo>
                    <a:cubicBezTo>
                      <a:pt x="73" y="9"/>
                      <a:pt x="33" y="35"/>
                      <a:pt x="0" y="58"/>
                    </a:cubicBezTo>
                    <a:cubicBezTo>
                      <a:pt x="0" y="58"/>
                      <a:pt x="0" y="59"/>
                      <a:pt x="1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</p:grpSp>
      </p:grpSp>
      <p:grpSp>
        <p:nvGrpSpPr>
          <p:cNvPr id="6" name="PA_chenying0907 5"/>
          <p:cNvGrpSpPr/>
          <p:nvPr>
            <p:custDataLst>
              <p:tags r:id="rId2"/>
            </p:custDataLst>
          </p:nvPr>
        </p:nvGrpSpPr>
        <p:grpSpPr>
          <a:xfrm flipH="1">
            <a:off x="7201361" y="268624"/>
            <a:ext cx="4573544" cy="3557825"/>
            <a:chOff x="3246438" y="1068388"/>
            <a:chExt cx="5711825" cy="4678363"/>
          </a:xfrm>
          <a:solidFill>
            <a:schemeClr val="tx1"/>
          </a:solidFill>
        </p:grpSpPr>
        <p:sp>
          <p:nvSpPr>
            <p:cNvPr id="144" name="chenying0907 5"/>
            <p:cNvSpPr>
              <a:spLocks/>
            </p:cNvSpPr>
            <p:nvPr/>
          </p:nvSpPr>
          <p:spPr bwMode="auto">
            <a:xfrm>
              <a:off x="3251201" y="3335338"/>
              <a:ext cx="1773238" cy="1609725"/>
            </a:xfrm>
            <a:custGeom>
              <a:avLst/>
              <a:gdLst>
                <a:gd name="T0" fmla="*/ 1697 w 1708"/>
                <a:gd name="T1" fmla="*/ 1365 h 1551"/>
                <a:gd name="T2" fmla="*/ 1422 w 1708"/>
                <a:gd name="T3" fmla="*/ 1470 h 1551"/>
                <a:gd name="T4" fmla="*/ 1072 w 1708"/>
                <a:gd name="T5" fmla="*/ 1471 h 1551"/>
                <a:gd name="T6" fmla="*/ 478 w 1708"/>
                <a:gd name="T7" fmla="*/ 1262 h 1551"/>
                <a:gd name="T8" fmla="*/ 166 w 1708"/>
                <a:gd name="T9" fmla="*/ 672 h 1551"/>
                <a:gd name="T10" fmla="*/ 422 w 1708"/>
                <a:gd name="T11" fmla="*/ 54 h 1551"/>
                <a:gd name="T12" fmla="*/ 393 w 1708"/>
                <a:gd name="T13" fmla="*/ 16 h 1551"/>
                <a:gd name="T14" fmla="*/ 349 w 1708"/>
                <a:gd name="T15" fmla="*/ 1214 h 1551"/>
                <a:gd name="T16" fmla="*/ 906 w 1708"/>
                <a:gd name="T17" fmla="*/ 1500 h 1551"/>
                <a:gd name="T18" fmla="*/ 1579 w 1708"/>
                <a:gd name="T19" fmla="*/ 1467 h 1551"/>
                <a:gd name="T20" fmla="*/ 1704 w 1708"/>
                <a:gd name="T21" fmla="*/ 1373 h 1551"/>
                <a:gd name="T22" fmla="*/ 1697 w 1708"/>
                <a:gd name="T23" fmla="*/ 1365 h 1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08" h="1551">
                  <a:moveTo>
                    <a:pt x="1697" y="1365"/>
                  </a:moveTo>
                  <a:cubicBezTo>
                    <a:pt x="1630" y="1437"/>
                    <a:pt x="1515" y="1458"/>
                    <a:pt x="1422" y="1470"/>
                  </a:cubicBezTo>
                  <a:cubicBezTo>
                    <a:pt x="1307" y="1486"/>
                    <a:pt x="1188" y="1481"/>
                    <a:pt x="1072" y="1471"/>
                  </a:cubicBezTo>
                  <a:cubicBezTo>
                    <a:pt x="854" y="1452"/>
                    <a:pt x="649" y="1407"/>
                    <a:pt x="478" y="1262"/>
                  </a:cubicBezTo>
                  <a:cubicBezTo>
                    <a:pt x="305" y="1115"/>
                    <a:pt x="190" y="898"/>
                    <a:pt x="166" y="672"/>
                  </a:cubicBezTo>
                  <a:cubicBezTo>
                    <a:pt x="142" y="434"/>
                    <a:pt x="242" y="210"/>
                    <a:pt x="422" y="54"/>
                  </a:cubicBezTo>
                  <a:cubicBezTo>
                    <a:pt x="442" y="36"/>
                    <a:pt x="414" y="0"/>
                    <a:pt x="393" y="16"/>
                  </a:cubicBezTo>
                  <a:cubicBezTo>
                    <a:pt x="0" y="317"/>
                    <a:pt x="41" y="866"/>
                    <a:pt x="349" y="1214"/>
                  </a:cubicBezTo>
                  <a:cubicBezTo>
                    <a:pt x="495" y="1380"/>
                    <a:pt x="690" y="1468"/>
                    <a:pt x="906" y="1500"/>
                  </a:cubicBezTo>
                  <a:cubicBezTo>
                    <a:pt x="1121" y="1532"/>
                    <a:pt x="1372" y="1551"/>
                    <a:pt x="1579" y="1467"/>
                  </a:cubicBezTo>
                  <a:cubicBezTo>
                    <a:pt x="1629" y="1447"/>
                    <a:pt x="1671" y="1415"/>
                    <a:pt x="1704" y="1373"/>
                  </a:cubicBezTo>
                  <a:cubicBezTo>
                    <a:pt x="1708" y="1368"/>
                    <a:pt x="1702" y="1361"/>
                    <a:pt x="1697" y="13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45" name="chenying0907 6"/>
            <p:cNvSpPr>
              <a:spLocks/>
            </p:cNvSpPr>
            <p:nvPr/>
          </p:nvSpPr>
          <p:spPr bwMode="auto">
            <a:xfrm>
              <a:off x="3246438" y="1457326"/>
              <a:ext cx="2112963" cy="1933575"/>
            </a:xfrm>
            <a:custGeom>
              <a:avLst/>
              <a:gdLst>
                <a:gd name="T0" fmla="*/ 394 w 2035"/>
                <a:gd name="T1" fmla="*/ 1839 h 1862"/>
                <a:gd name="T2" fmla="*/ 299 w 2035"/>
                <a:gd name="T3" fmla="*/ 1656 h 1862"/>
                <a:gd name="T4" fmla="*/ 221 w 2035"/>
                <a:gd name="T5" fmla="*/ 1452 h 1862"/>
                <a:gd name="T6" fmla="*/ 241 w 2035"/>
                <a:gd name="T7" fmla="*/ 997 h 1862"/>
                <a:gd name="T8" fmla="*/ 650 w 2035"/>
                <a:gd name="T9" fmla="*/ 365 h 1862"/>
                <a:gd name="T10" fmla="*/ 1301 w 2035"/>
                <a:gd name="T11" fmla="*/ 65 h 1862"/>
                <a:gd name="T12" fmla="*/ 1991 w 2035"/>
                <a:gd name="T13" fmla="*/ 323 h 1862"/>
                <a:gd name="T14" fmla="*/ 2019 w 2035"/>
                <a:gd name="T15" fmla="*/ 295 h 1862"/>
                <a:gd name="T16" fmla="*/ 1371 w 2035"/>
                <a:gd name="T17" fmla="*/ 0 h 1862"/>
                <a:gd name="T18" fmla="*/ 709 w 2035"/>
                <a:gd name="T19" fmla="*/ 241 h 1862"/>
                <a:gd name="T20" fmla="*/ 226 w 2035"/>
                <a:gd name="T21" fmla="*/ 1619 h 1862"/>
                <a:gd name="T22" fmla="*/ 375 w 2035"/>
                <a:gd name="T23" fmla="*/ 1851 h 1862"/>
                <a:gd name="T24" fmla="*/ 394 w 2035"/>
                <a:gd name="T25" fmla="*/ 1839 h 1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5" h="1862">
                  <a:moveTo>
                    <a:pt x="394" y="1839"/>
                  </a:moveTo>
                  <a:cubicBezTo>
                    <a:pt x="360" y="1781"/>
                    <a:pt x="330" y="1716"/>
                    <a:pt x="299" y="1656"/>
                  </a:cubicBezTo>
                  <a:cubicBezTo>
                    <a:pt x="266" y="1591"/>
                    <a:pt x="240" y="1523"/>
                    <a:pt x="221" y="1452"/>
                  </a:cubicBezTo>
                  <a:cubicBezTo>
                    <a:pt x="181" y="1301"/>
                    <a:pt x="199" y="1146"/>
                    <a:pt x="241" y="997"/>
                  </a:cubicBezTo>
                  <a:cubicBezTo>
                    <a:pt x="310" y="752"/>
                    <a:pt x="461" y="533"/>
                    <a:pt x="650" y="365"/>
                  </a:cubicBezTo>
                  <a:cubicBezTo>
                    <a:pt x="830" y="204"/>
                    <a:pt x="1059" y="88"/>
                    <a:pt x="1301" y="65"/>
                  </a:cubicBezTo>
                  <a:cubicBezTo>
                    <a:pt x="1565" y="40"/>
                    <a:pt x="1795" y="154"/>
                    <a:pt x="1991" y="323"/>
                  </a:cubicBezTo>
                  <a:cubicBezTo>
                    <a:pt x="2010" y="340"/>
                    <a:pt x="2035" y="315"/>
                    <a:pt x="2019" y="295"/>
                  </a:cubicBezTo>
                  <a:cubicBezTo>
                    <a:pt x="1859" y="102"/>
                    <a:pt x="1621" y="0"/>
                    <a:pt x="1371" y="0"/>
                  </a:cubicBezTo>
                  <a:cubicBezTo>
                    <a:pt x="1131" y="0"/>
                    <a:pt x="899" y="101"/>
                    <a:pt x="709" y="241"/>
                  </a:cubicBezTo>
                  <a:cubicBezTo>
                    <a:pt x="298" y="545"/>
                    <a:pt x="0" y="1121"/>
                    <a:pt x="226" y="1619"/>
                  </a:cubicBezTo>
                  <a:cubicBezTo>
                    <a:pt x="266" y="1706"/>
                    <a:pt x="320" y="1775"/>
                    <a:pt x="375" y="1851"/>
                  </a:cubicBezTo>
                  <a:cubicBezTo>
                    <a:pt x="384" y="1862"/>
                    <a:pt x="402" y="1852"/>
                    <a:pt x="394" y="18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46" name="chenying0907 7"/>
            <p:cNvSpPr>
              <a:spLocks/>
            </p:cNvSpPr>
            <p:nvPr/>
          </p:nvSpPr>
          <p:spPr bwMode="auto">
            <a:xfrm>
              <a:off x="5292726" y="1068388"/>
              <a:ext cx="2541588" cy="1016000"/>
            </a:xfrm>
            <a:custGeom>
              <a:avLst/>
              <a:gdLst>
                <a:gd name="T0" fmla="*/ 38 w 2447"/>
                <a:gd name="T1" fmla="*/ 664 h 979"/>
                <a:gd name="T2" fmla="*/ 1375 w 2447"/>
                <a:gd name="T3" fmla="*/ 104 h 979"/>
                <a:gd name="T4" fmla="*/ 2005 w 2447"/>
                <a:gd name="T5" fmla="*/ 373 h 979"/>
                <a:gd name="T6" fmla="*/ 2402 w 2447"/>
                <a:gd name="T7" fmla="*/ 953 h 979"/>
                <a:gd name="T8" fmla="*/ 2442 w 2447"/>
                <a:gd name="T9" fmla="*/ 943 h 979"/>
                <a:gd name="T10" fmla="*/ 1377 w 2447"/>
                <a:gd name="T11" fmla="*/ 41 h 979"/>
                <a:gd name="T12" fmla="*/ 622 w 2447"/>
                <a:gd name="T13" fmla="*/ 99 h 979"/>
                <a:gd name="T14" fmla="*/ 15 w 2447"/>
                <a:gd name="T15" fmla="*/ 622 h 979"/>
                <a:gd name="T16" fmla="*/ 6 w 2447"/>
                <a:gd name="T17" fmla="*/ 656 h 979"/>
                <a:gd name="T18" fmla="*/ 38 w 2447"/>
                <a:gd name="T19" fmla="*/ 664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7" h="979">
                  <a:moveTo>
                    <a:pt x="38" y="664"/>
                  </a:moveTo>
                  <a:cubicBezTo>
                    <a:pt x="235" y="159"/>
                    <a:pt x="897" y="25"/>
                    <a:pt x="1375" y="104"/>
                  </a:cubicBezTo>
                  <a:cubicBezTo>
                    <a:pt x="1602" y="141"/>
                    <a:pt x="1823" y="231"/>
                    <a:pt x="2005" y="373"/>
                  </a:cubicBezTo>
                  <a:cubicBezTo>
                    <a:pt x="2195" y="521"/>
                    <a:pt x="2325" y="727"/>
                    <a:pt x="2402" y="953"/>
                  </a:cubicBezTo>
                  <a:cubicBezTo>
                    <a:pt x="2411" y="979"/>
                    <a:pt x="2447" y="968"/>
                    <a:pt x="2442" y="943"/>
                  </a:cubicBezTo>
                  <a:cubicBezTo>
                    <a:pt x="2340" y="436"/>
                    <a:pt x="1862" y="118"/>
                    <a:pt x="1377" y="41"/>
                  </a:cubicBezTo>
                  <a:cubicBezTo>
                    <a:pt x="1125" y="0"/>
                    <a:pt x="864" y="21"/>
                    <a:pt x="622" y="99"/>
                  </a:cubicBezTo>
                  <a:cubicBezTo>
                    <a:pt x="370" y="180"/>
                    <a:pt x="103" y="360"/>
                    <a:pt x="15" y="622"/>
                  </a:cubicBezTo>
                  <a:cubicBezTo>
                    <a:pt x="13" y="633"/>
                    <a:pt x="10" y="645"/>
                    <a:pt x="6" y="656"/>
                  </a:cubicBezTo>
                  <a:cubicBezTo>
                    <a:pt x="0" y="676"/>
                    <a:pt x="30" y="683"/>
                    <a:pt x="38" y="6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47" name="chenying0907 8"/>
            <p:cNvSpPr>
              <a:spLocks/>
            </p:cNvSpPr>
            <p:nvPr/>
          </p:nvSpPr>
          <p:spPr bwMode="auto">
            <a:xfrm>
              <a:off x="7777163" y="1998663"/>
              <a:ext cx="1181100" cy="2060575"/>
            </a:xfrm>
            <a:custGeom>
              <a:avLst/>
              <a:gdLst>
                <a:gd name="T0" fmla="*/ 20 w 1137"/>
                <a:gd name="T1" fmla="*/ 63 h 1984"/>
                <a:gd name="T2" fmla="*/ 215 w 1137"/>
                <a:gd name="T3" fmla="*/ 53 h 1984"/>
                <a:gd name="T4" fmla="*/ 400 w 1137"/>
                <a:gd name="T5" fmla="*/ 98 h 1984"/>
                <a:gd name="T6" fmla="*/ 735 w 1137"/>
                <a:gd name="T7" fmla="*/ 336 h 1984"/>
                <a:gd name="T8" fmla="*/ 1044 w 1137"/>
                <a:gd name="T9" fmla="*/ 988 h 1984"/>
                <a:gd name="T10" fmla="*/ 897 w 1137"/>
                <a:gd name="T11" fmla="*/ 1554 h 1984"/>
                <a:gd name="T12" fmla="*/ 343 w 1137"/>
                <a:gd name="T13" fmla="*/ 1942 h 1984"/>
                <a:gd name="T14" fmla="*/ 358 w 1137"/>
                <a:gd name="T15" fmla="*/ 1980 h 1984"/>
                <a:gd name="T16" fmla="*/ 953 w 1137"/>
                <a:gd name="T17" fmla="*/ 1587 h 1984"/>
                <a:gd name="T18" fmla="*/ 1107 w 1137"/>
                <a:gd name="T19" fmla="*/ 964 h 1984"/>
                <a:gd name="T20" fmla="*/ 752 w 1137"/>
                <a:gd name="T21" fmla="*/ 266 h 1984"/>
                <a:gd name="T22" fmla="*/ 415 w 1137"/>
                <a:gd name="T23" fmla="*/ 44 h 1984"/>
                <a:gd name="T24" fmla="*/ 215 w 1137"/>
                <a:gd name="T25" fmla="*/ 2 h 1984"/>
                <a:gd name="T26" fmla="*/ 119 w 1137"/>
                <a:gd name="T27" fmla="*/ 7 h 1984"/>
                <a:gd name="T28" fmla="*/ 14 w 1137"/>
                <a:gd name="T29" fmla="*/ 41 h 1984"/>
                <a:gd name="T30" fmla="*/ 20 w 1137"/>
                <a:gd name="T31" fmla="*/ 63 h 1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7" h="1984">
                  <a:moveTo>
                    <a:pt x="20" y="63"/>
                  </a:moveTo>
                  <a:cubicBezTo>
                    <a:pt x="80" y="48"/>
                    <a:pt x="154" y="49"/>
                    <a:pt x="215" y="53"/>
                  </a:cubicBezTo>
                  <a:cubicBezTo>
                    <a:pt x="278" y="57"/>
                    <a:pt x="341" y="76"/>
                    <a:pt x="400" y="98"/>
                  </a:cubicBezTo>
                  <a:cubicBezTo>
                    <a:pt x="528" y="148"/>
                    <a:pt x="641" y="238"/>
                    <a:pt x="735" y="336"/>
                  </a:cubicBezTo>
                  <a:cubicBezTo>
                    <a:pt x="900" y="510"/>
                    <a:pt x="1016" y="750"/>
                    <a:pt x="1044" y="988"/>
                  </a:cubicBezTo>
                  <a:cubicBezTo>
                    <a:pt x="1069" y="1190"/>
                    <a:pt x="1016" y="1389"/>
                    <a:pt x="897" y="1554"/>
                  </a:cubicBezTo>
                  <a:cubicBezTo>
                    <a:pt x="757" y="1747"/>
                    <a:pt x="548" y="1839"/>
                    <a:pt x="343" y="1942"/>
                  </a:cubicBezTo>
                  <a:cubicBezTo>
                    <a:pt x="321" y="1953"/>
                    <a:pt x="337" y="1984"/>
                    <a:pt x="358" y="1980"/>
                  </a:cubicBezTo>
                  <a:cubicBezTo>
                    <a:pt x="592" y="1933"/>
                    <a:pt x="812" y="1776"/>
                    <a:pt x="953" y="1587"/>
                  </a:cubicBezTo>
                  <a:cubicBezTo>
                    <a:pt x="1086" y="1410"/>
                    <a:pt x="1137" y="1182"/>
                    <a:pt x="1107" y="964"/>
                  </a:cubicBezTo>
                  <a:cubicBezTo>
                    <a:pt x="1071" y="703"/>
                    <a:pt x="938" y="452"/>
                    <a:pt x="752" y="266"/>
                  </a:cubicBezTo>
                  <a:cubicBezTo>
                    <a:pt x="656" y="170"/>
                    <a:pt x="542" y="93"/>
                    <a:pt x="415" y="44"/>
                  </a:cubicBezTo>
                  <a:cubicBezTo>
                    <a:pt x="351" y="19"/>
                    <a:pt x="283" y="6"/>
                    <a:pt x="215" y="2"/>
                  </a:cubicBezTo>
                  <a:cubicBezTo>
                    <a:pt x="183" y="0"/>
                    <a:pt x="150" y="2"/>
                    <a:pt x="119" y="7"/>
                  </a:cubicBezTo>
                  <a:cubicBezTo>
                    <a:pt x="78" y="13"/>
                    <a:pt x="52" y="27"/>
                    <a:pt x="14" y="41"/>
                  </a:cubicBezTo>
                  <a:cubicBezTo>
                    <a:pt x="0" y="46"/>
                    <a:pt x="6" y="66"/>
                    <a:pt x="20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48" name="chenying0907 9"/>
            <p:cNvSpPr>
              <a:spLocks/>
            </p:cNvSpPr>
            <p:nvPr/>
          </p:nvSpPr>
          <p:spPr bwMode="auto">
            <a:xfrm>
              <a:off x="7016751" y="4010026"/>
              <a:ext cx="1208088" cy="1095375"/>
            </a:xfrm>
            <a:custGeom>
              <a:avLst/>
              <a:gdLst>
                <a:gd name="T0" fmla="*/ 1056 w 1164"/>
                <a:gd name="T1" fmla="*/ 16 h 1055"/>
                <a:gd name="T2" fmla="*/ 1085 w 1164"/>
                <a:gd name="T3" fmla="*/ 64 h 1055"/>
                <a:gd name="T4" fmla="*/ 1110 w 1164"/>
                <a:gd name="T5" fmla="*/ 176 h 1055"/>
                <a:gd name="T6" fmla="*/ 1081 w 1164"/>
                <a:gd name="T7" fmla="*/ 362 h 1055"/>
                <a:gd name="T8" fmla="*/ 828 w 1164"/>
                <a:gd name="T9" fmla="*/ 714 h 1055"/>
                <a:gd name="T10" fmla="*/ 30 w 1164"/>
                <a:gd name="T11" fmla="*/ 996 h 1055"/>
                <a:gd name="T12" fmla="*/ 30 w 1164"/>
                <a:gd name="T13" fmla="*/ 1042 h 1055"/>
                <a:gd name="T14" fmla="*/ 893 w 1164"/>
                <a:gd name="T15" fmla="*/ 736 h 1055"/>
                <a:gd name="T16" fmla="*/ 1143 w 1164"/>
                <a:gd name="T17" fmla="*/ 346 h 1055"/>
                <a:gd name="T18" fmla="*/ 1154 w 1164"/>
                <a:gd name="T19" fmla="*/ 140 h 1055"/>
                <a:gd name="T20" fmla="*/ 1121 w 1164"/>
                <a:gd name="T21" fmla="*/ 43 h 1055"/>
                <a:gd name="T22" fmla="*/ 1066 w 1164"/>
                <a:gd name="T23" fmla="*/ 4 h 1055"/>
                <a:gd name="T24" fmla="*/ 1056 w 1164"/>
                <a:gd name="T25" fmla="*/ 16 h 1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4" h="1055">
                  <a:moveTo>
                    <a:pt x="1056" y="16"/>
                  </a:moveTo>
                  <a:cubicBezTo>
                    <a:pt x="1068" y="25"/>
                    <a:pt x="1078" y="52"/>
                    <a:pt x="1085" y="64"/>
                  </a:cubicBezTo>
                  <a:cubicBezTo>
                    <a:pt x="1104" y="97"/>
                    <a:pt x="1108" y="139"/>
                    <a:pt x="1110" y="176"/>
                  </a:cubicBezTo>
                  <a:cubicBezTo>
                    <a:pt x="1115" y="240"/>
                    <a:pt x="1103" y="302"/>
                    <a:pt x="1081" y="362"/>
                  </a:cubicBezTo>
                  <a:cubicBezTo>
                    <a:pt x="1032" y="501"/>
                    <a:pt x="939" y="620"/>
                    <a:pt x="828" y="714"/>
                  </a:cubicBezTo>
                  <a:cubicBezTo>
                    <a:pt x="609" y="901"/>
                    <a:pt x="312" y="981"/>
                    <a:pt x="30" y="996"/>
                  </a:cubicBezTo>
                  <a:cubicBezTo>
                    <a:pt x="0" y="998"/>
                    <a:pt x="0" y="1041"/>
                    <a:pt x="30" y="1042"/>
                  </a:cubicBezTo>
                  <a:cubicBezTo>
                    <a:pt x="339" y="1055"/>
                    <a:pt x="661" y="941"/>
                    <a:pt x="893" y="736"/>
                  </a:cubicBezTo>
                  <a:cubicBezTo>
                    <a:pt x="1011" y="632"/>
                    <a:pt x="1097" y="496"/>
                    <a:pt x="1143" y="346"/>
                  </a:cubicBezTo>
                  <a:cubicBezTo>
                    <a:pt x="1163" y="279"/>
                    <a:pt x="1164" y="208"/>
                    <a:pt x="1154" y="140"/>
                  </a:cubicBezTo>
                  <a:cubicBezTo>
                    <a:pt x="1150" y="106"/>
                    <a:pt x="1138" y="73"/>
                    <a:pt x="1121" y="43"/>
                  </a:cubicBezTo>
                  <a:cubicBezTo>
                    <a:pt x="1105" y="16"/>
                    <a:pt x="1089" y="17"/>
                    <a:pt x="1066" y="4"/>
                  </a:cubicBezTo>
                  <a:cubicBezTo>
                    <a:pt x="1058" y="0"/>
                    <a:pt x="1049" y="11"/>
                    <a:pt x="1056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49" name="chenying0907 10"/>
            <p:cNvSpPr>
              <a:spLocks/>
            </p:cNvSpPr>
            <p:nvPr/>
          </p:nvSpPr>
          <p:spPr bwMode="auto">
            <a:xfrm>
              <a:off x="4975226" y="4775201"/>
              <a:ext cx="1274763" cy="733425"/>
            </a:xfrm>
            <a:custGeom>
              <a:avLst/>
              <a:gdLst>
                <a:gd name="T0" fmla="*/ 28 w 1229"/>
                <a:gd name="T1" fmla="*/ 8 h 706"/>
                <a:gd name="T2" fmla="*/ 139 w 1229"/>
                <a:gd name="T3" fmla="*/ 371 h 706"/>
                <a:gd name="T4" fmla="*/ 420 w 1229"/>
                <a:gd name="T5" fmla="*/ 595 h 706"/>
                <a:gd name="T6" fmla="*/ 1199 w 1229"/>
                <a:gd name="T7" fmla="*/ 617 h 706"/>
                <a:gd name="T8" fmla="*/ 1186 w 1229"/>
                <a:gd name="T9" fmla="*/ 571 h 706"/>
                <a:gd name="T10" fmla="*/ 469 w 1229"/>
                <a:gd name="T11" fmla="*/ 549 h 706"/>
                <a:gd name="T12" fmla="*/ 191 w 1229"/>
                <a:gd name="T13" fmla="*/ 341 h 706"/>
                <a:gd name="T14" fmla="*/ 105 w 1229"/>
                <a:gd name="T15" fmla="*/ 187 h 706"/>
                <a:gd name="T16" fmla="*/ 43 w 1229"/>
                <a:gd name="T17" fmla="*/ 7 h 706"/>
                <a:gd name="T18" fmla="*/ 28 w 1229"/>
                <a:gd name="T19" fmla="*/ 8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9" h="706">
                  <a:moveTo>
                    <a:pt x="28" y="8"/>
                  </a:moveTo>
                  <a:cubicBezTo>
                    <a:pt x="0" y="129"/>
                    <a:pt x="72" y="275"/>
                    <a:pt x="139" y="371"/>
                  </a:cubicBezTo>
                  <a:cubicBezTo>
                    <a:pt x="210" y="470"/>
                    <a:pt x="310" y="545"/>
                    <a:pt x="420" y="595"/>
                  </a:cubicBezTo>
                  <a:cubicBezTo>
                    <a:pt x="664" y="706"/>
                    <a:pt x="948" y="698"/>
                    <a:pt x="1199" y="617"/>
                  </a:cubicBezTo>
                  <a:cubicBezTo>
                    <a:pt x="1229" y="608"/>
                    <a:pt x="1217" y="563"/>
                    <a:pt x="1186" y="571"/>
                  </a:cubicBezTo>
                  <a:cubicBezTo>
                    <a:pt x="954" y="630"/>
                    <a:pt x="695" y="637"/>
                    <a:pt x="469" y="549"/>
                  </a:cubicBezTo>
                  <a:cubicBezTo>
                    <a:pt x="360" y="506"/>
                    <a:pt x="262" y="433"/>
                    <a:pt x="191" y="341"/>
                  </a:cubicBezTo>
                  <a:cubicBezTo>
                    <a:pt x="155" y="294"/>
                    <a:pt x="127" y="241"/>
                    <a:pt x="105" y="187"/>
                  </a:cubicBezTo>
                  <a:cubicBezTo>
                    <a:pt x="81" y="128"/>
                    <a:pt x="72" y="63"/>
                    <a:pt x="43" y="7"/>
                  </a:cubicBezTo>
                  <a:cubicBezTo>
                    <a:pt x="40" y="0"/>
                    <a:pt x="30" y="2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50" name="chenying0907 11"/>
            <p:cNvSpPr>
              <a:spLocks/>
            </p:cNvSpPr>
            <p:nvPr/>
          </p:nvSpPr>
          <p:spPr bwMode="auto">
            <a:xfrm>
              <a:off x="6203951" y="5040313"/>
              <a:ext cx="1285875" cy="706438"/>
            </a:xfrm>
            <a:custGeom>
              <a:avLst/>
              <a:gdLst>
                <a:gd name="T0" fmla="*/ 9 w 1238"/>
                <a:gd name="T1" fmla="*/ 343 h 681"/>
                <a:gd name="T2" fmla="*/ 575 w 1238"/>
                <a:gd name="T3" fmla="*/ 605 h 681"/>
                <a:gd name="T4" fmla="*/ 1222 w 1238"/>
                <a:gd name="T5" fmla="*/ 529 h 681"/>
                <a:gd name="T6" fmla="*/ 1222 w 1238"/>
                <a:gd name="T7" fmla="*/ 485 h 681"/>
                <a:gd name="T8" fmla="*/ 968 w 1238"/>
                <a:gd name="T9" fmla="*/ 314 h 681"/>
                <a:gd name="T10" fmla="*/ 825 w 1238"/>
                <a:gd name="T11" fmla="*/ 32 h 681"/>
                <a:gd name="T12" fmla="*/ 776 w 1238"/>
                <a:gd name="T13" fmla="*/ 46 h 681"/>
                <a:gd name="T14" fmla="*/ 921 w 1238"/>
                <a:gd name="T15" fmla="*/ 340 h 681"/>
                <a:gd name="T16" fmla="*/ 1196 w 1238"/>
                <a:gd name="T17" fmla="*/ 529 h 681"/>
                <a:gd name="T18" fmla="*/ 1196 w 1238"/>
                <a:gd name="T19" fmla="*/ 485 h 681"/>
                <a:gd name="T20" fmla="*/ 23 w 1238"/>
                <a:gd name="T21" fmla="*/ 324 h 681"/>
                <a:gd name="T22" fmla="*/ 9 w 1238"/>
                <a:gd name="T23" fmla="*/ 34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38" h="681">
                  <a:moveTo>
                    <a:pt x="9" y="343"/>
                  </a:moveTo>
                  <a:cubicBezTo>
                    <a:pt x="152" y="493"/>
                    <a:pt x="376" y="569"/>
                    <a:pt x="575" y="605"/>
                  </a:cubicBezTo>
                  <a:cubicBezTo>
                    <a:pt x="792" y="644"/>
                    <a:pt x="1024" y="631"/>
                    <a:pt x="1222" y="529"/>
                  </a:cubicBezTo>
                  <a:cubicBezTo>
                    <a:pt x="1238" y="520"/>
                    <a:pt x="1238" y="494"/>
                    <a:pt x="1222" y="485"/>
                  </a:cubicBezTo>
                  <a:cubicBezTo>
                    <a:pt x="1131" y="437"/>
                    <a:pt x="1041" y="387"/>
                    <a:pt x="968" y="314"/>
                  </a:cubicBezTo>
                  <a:cubicBezTo>
                    <a:pt x="889" y="238"/>
                    <a:pt x="847" y="138"/>
                    <a:pt x="825" y="32"/>
                  </a:cubicBezTo>
                  <a:cubicBezTo>
                    <a:pt x="819" y="0"/>
                    <a:pt x="770" y="14"/>
                    <a:pt x="776" y="46"/>
                  </a:cubicBezTo>
                  <a:cubicBezTo>
                    <a:pt x="799" y="157"/>
                    <a:pt x="844" y="256"/>
                    <a:pt x="921" y="340"/>
                  </a:cubicBezTo>
                  <a:cubicBezTo>
                    <a:pt x="997" y="422"/>
                    <a:pt x="1098" y="479"/>
                    <a:pt x="1196" y="529"/>
                  </a:cubicBezTo>
                  <a:cubicBezTo>
                    <a:pt x="1196" y="514"/>
                    <a:pt x="1196" y="500"/>
                    <a:pt x="1196" y="485"/>
                  </a:cubicBezTo>
                  <a:cubicBezTo>
                    <a:pt x="821" y="681"/>
                    <a:pt x="352" y="551"/>
                    <a:pt x="23" y="324"/>
                  </a:cubicBezTo>
                  <a:cubicBezTo>
                    <a:pt x="12" y="316"/>
                    <a:pt x="0" y="333"/>
                    <a:pt x="9" y="3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grpSp>
          <p:nvGrpSpPr>
            <p:cNvPr id="151" name="chenying0907 150"/>
            <p:cNvGrpSpPr/>
            <p:nvPr/>
          </p:nvGrpSpPr>
          <p:grpSpPr>
            <a:xfrm>
              <a:off x="3517901" y="1225551"/>
              <a:ext cx="5260975" cy="4090987"/>
              <a:chOff x="3517901" y="1225551"/>
              <a:chExt cx="5260975" cy="4090987"/>
            </a:xfrm>
            <a:grpFill/>
          </p:grpSpPr>
          <p:sp>
            <p:nvSpPr>
              <p:cNvPr id="152" name="chenying0907 12"/>
              <p:cNvSpPr>
                <a:spLocks/>
              </p:cNvSpPr>
              <p:nvPr/>
            </p:nvSpPr>
            <p:spPr bwMode="auto">
              <a:xfrm>
                <a:off x="7805738" y="2135188"/>
                <a:ext cx="109538" cy="38100"/>
              </a:xfrm>
              <a:custGeom>
                <a:avLst/>
                <a:gdLst>
                  <a:gd name="T0" fmla="*/ 6 w 106"/>
                  <a:gd name="T1" fmla="*/ 35 h 37"/>
                  <a:gd name="T2" fmla="*/ 45 w 106"/>
                  <a:gd name="T3" fmla="*/ 33 h 37"/>
                  <a:gd name="T4" fmla="*/ 97 w 106"/>
                  <a:gd name="T5" fmla="*/ 22 h 37"/>
                  <a:gd name="T6" fmla="*/ 97 w 106"/>
                  <a:gd name="T7" fmla="*/ 6 h 37"/>
                  <a:gd name="T8" fmla="*/ 52 w 106"/>
                  <a:gd name="T9" fmla="*/ 6 h 37"/>
                  <a:gd name="T10" fmla="*/ 4 w 106"/>
                  <a:gd name="T11" fmla="*/ 24 h 37"/>
                  <a:gd name="T12" fmla="*/ 6 w 106"/>
                  <a:gd name="T13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" h="37">
                    <a:moveTo>
                      <a:pt x="6" y="35"/>
                    </a:moveTo>
                    <a:cubicBezTo>
                      <a:pt x="20" y="37"/>
                      <a:pt x="32" y="35"/>
                      <a:pt x="45" y="33"/>
                    </a:cubicBezTo>
                    <a:cubicBezTo>
                      <a:pt x="63" y="30"/>
                      <a:pt x="80" y="29"/>
                      <a:pt x="97" y="22"/>
                    </a:cubicBezTo>
                    <a:cubicBezTo>
                      <a:pt x="105" y="19"/>
                      <a:pt x="106" y="9"/>
                      <a:pt x="97" y="6"/>
                    </a:cubicBezTo>
                    <a:cubicBezTo>
                      <a:pt x="81" y="0"/>
                      <a:pt x="68" y="2"/>
                      <a:pt x="52" y="6"/>
                    </a:cubicBezTo>
                    <a:cubicBezTo>
                      <a:pt x="34" y="9"/>
                      <a:pt x="17" y="13"/>
                      <a:pt x="4" y="24"/>
                    </a:cubicBezTo>
                    <a:cubicBezTo>
                      <a:pt x="0" y="27"/>
                      <a:pt x="2" y="34"/>
                      <a:pt x="6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53" name="chenying0907 13"/>
              <p:cNvSpPr>
                <a:spLocks/>
              </p:cNvSpPr>
              <p:nvPr/>
            </p:nvSpPr>
            <p:spPr bwMode="auto">
              <a:xfrm>
                <a:off x="8018463" y="2144713"/>
                <a:ext cx="92075" cy="34925"/>
              </a:xfrm>
              <a:custGeom>
                <a:avLst/>
                <a:gdLst>
                  <a:gd name="T0" fmla="*/ 4 w 89"/>
                  <a:gd name="T1" fmla="*/ 9 h 35"/>
                  <a:gd name="T2" fmla="*/ 79 w 89"/>
                  <a:gd name="T3" fmla="*/ 34 h 35"/>
                  <a:gd name="T4" fmla="*/ 83 w 89"/>
                  <a:gd name="T5" fmla="*/ 20 h 35"/>
                  <a:gd name="T6" fmla="*/ 7 w 89"/>
                  <a:gd name="T7" fmla="*/ 0 h 35"/>
                  <a:gd name="T8" fmla="*/ 4 w 89"/>
                  <a:gd name="T9" fmla="*/ 9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35">
                    <a:moveTo>
                      <a:pt x="4" y="9"/>
                    </a:moveTo>
                    <a:cubicBezTo>
                      <a:pt x="28" y="23"/>
                      <a:pt x="52" y="31"/>
                      <a:pt x="79" y="34"/>
                    </a:cubicBezTo>
                    <a:cubicBezTo>
                      <a:pt x="87" y="35"/>
                      <a:pt x="89" y="24"/>
                      <a:pt x="83" y="20"/>
                    </a:cubicBezTo>
                    <a:cubicBezTo>
                      <a:pt x="59" y="6"/>
                      <a:pt x="34" y="3"/>
                      <a:pt x="7" y="0"/>
                    </a:cubicBezTo>
                    <a:cubicBezTo>
                      <a:pt x="2" y="0"/>
                      <a:pt x="0" y="7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54" name="chenying0907 14"/>
              <p:cNvSpPr>
                <a:spLocks/>
              </p:cNvSpPr>
              <p:nvPr/>
            </p:nvSpPr>
            <p:spPr bwMode="auto">
              <a:xfrm>
                <a:off x="8228013" y="2225676"/>
                <a:ext cx="107950" cy="61913"/>
              </a:xfrm>
              <a:custGeom>
                <a:avLst/>
                <a:gdLst>
                  <a:gd name="T0" fmla="*/ 6 w 105"/>
                  <a:gd name="T1" fmla="*/ 10 h 59"/>
                  <a:gd name="T2" fmla="*/ 91 w 105"/>
                  <a:gd name="T3" fmla="*/ 55 h 59"/>
                  <a:gd name="T4" fmla="*/ 99 w 105"/>
                  <a:gd name="T5" fmla="*/ 44 h 59"/>
                  <a:gd name="T6" fmla="*/ 9 w 105"/>
                  <a:gd name="T7" fmla="*/ 1 h 59"/>
                  <a:gd name="T8" fmla="*/ 6 w 105"/>
                  <a:gd name="T9" fmla="*/ 1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59">
                    <a:moveTo>
                      <a:pt x="6" y="10"/>
                    </a:moveTo>
                    <a:cubicBezTo>
                      <a:pt x="35" y="21"/>
                      <a:pt x="64" y="39"/>
                      <a:pt x="91" y="55"/>
                    </a:cubicBezTo>
                    <a:cubicBezTo>
                      <a:pt x="97" y="59"/>
                      <a:pt x="105" y="49"/>
                      <a:pt x="99" y="44"/>
                    </a:cubicBezTo>
                    <a:cubicBezTo>
                      <a:pt x="72" y="20"/>
                      <a:pt x="44" y="7"/>
                      <a:pt x="9" y="1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55" name="chenying0907 15"/>
              <p:cNvSpPr>
                <a:spLocks/>
              </p:cNvSpPr>
              <p:nvPr/>
            </p:nvSpPr>
            <p:spPr bwMode="auto">
              <a:xfrm>
                <a:off x="8421688" y="2389188"/>
                <a:ext cx="77788" cy="84138"/>
              </a:xfrm>
              <a:custGeom>
                <a:avLst/>
                <a:gdLst>
                  <a:gd name="T0" fmla="*/ 1 w 75"/>
                  <a:gd name="T1" fmla="*/ 1 h 81"/>
                  <a:gd name="T2" fmla="*/ 14 w 75"/>
                  <a:gd name="T3" fmla="*/ 20 h 81"/>
                  <a:gd name="T4" fmla="*/ 31 w 75"/>
                  <a:gd name="T5" fmla="*/ 42 h 81"/>
                  <a:gd name="T6" fmla="*/ 62 w 75"/>
                  <a:gd name="T7" fmla="*/ 77 h 81"/>
                  <a:gd name="T8" fmla="*/ 72 w 75"/>
                  <a:gd name="T9" fmla="*/ 71 h 81"/>
                  <a:gd name="T10" fmla="*/ 45 w 75"/>
                  <a:gd name="T11" fmla="*/ 35 h 81"/>
                  <a:gd name="T12" fmla="*/ 24 w 75"/>
                  <a:gd name="T13" fmla="*/ 16 h 81"/>
                  <a:gd name="T14" fmla="*/ 2 w 75"/>
                  <a:gd name="T15" fmla="*/ 0 h 81"/>
                  <a:gd name="T16" fmla="*/ 1 w 75"/>
                  <a:gd name="T17" fmla="*/ 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81">
                    <a:moveTo>
                      <a:pt x="1" y="1"/>
                    </a:moveTo>
                    <a:cubicBezTo>
                      <a:pt x="6" y="6"/>
                      <a:pt x="9" y="14"/>
                      <a:pt x="14" y="20"/>
                    </a:cubicBezTo>
                    <a:cubicBezTo>
                      <a:pt x="19" y="27"/>
                      <a:pt x="25" y="35"/>
                      <a:pt x="31" y="42"/>
                    </a:cubicBezTo>
                    <a:cubicBezTo>
                      <a:pt x="41" y="54"/>
                      <a:pt x="51" y="66"/>
                      <a:pt x="62" y="77"/>
                    </a:cubicBezTo>
                    <a:cubicBezTo>
                      <a:pt x="66" y="81"/>
                      <a:pt x="75" y="77"/>
                      <a:pt x="72" y="71"/>
                    </a:cubicBezTo>
                    <a:cubicBezTo>
                      <a:pt x="66" y="57"/>
                      <a:pt x="57" y="46"/>
                      <a:pt x="45" y="35"/>
                    </a:cubicBezTo>
                    <a:cubicBezTo>
                      <a:pt x="38" y="28"/>
                      <a:pt x="31" y="22"/>
                      <a:pt x="24" y="16"/>
                    </a:cubicBezTo>
                    <a:cubicBezTo>
                      <a:pt x="17" y="10"/>
                      <a:pt x="8" y="6"/>
                      <a:pt x="2" y="0"/>
                    </a:cubicBezTo>
                    <a:cubicBezTo>
                      <a:pt x="1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56" name="chenying0907 16"/>
              <p:cNvSpPr>
                <a:spLocks/>
              </p:cNvSpPr>
              <p:nvPr/>
            </p:nvSpPr>
            <p:spPr bwMode="auto">
              <a:xfrm>
                <a:off x="8572501" y="2570163"/>
                <a:ext cx="60325" cy="90488"/>
              </a:xfrm>
              <a:custGeom>
                <a:avLst/>
                <a:gdLst>
                  <a:gd name="T0" fmla="*/ 3 w 57"/>
                  <a:gd name="T1" fmla="*/ 10 h 88"/>
                  <a:gd name="T2" fmla="*/ 47 w 57"/>
                  <a:gd name="T3" fmla="*/ 83 h 88"/>
                  <a:gd name="T4" fmla="*/ 55 w 57"/>
                  <a:gd name="T5" fmla="*/ 77 h 88"/>
                  <a:gd name="T6" fmla="*/ 11 w 57"/>
                  <a:gd name="T7" fmla="*/ 5 h 88"/>
                  <a:gd name="T8" fmla="*/ 3 w 57"/>
                  <a:gd name="T9" fmla="*/ 1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88">
                    <a:moveTo>
                      <a:pt x="3" y="10"/>
                    </a:moveTo>
                    <a:cubicBezTo>
                      <a:pt x="17" y="35"/>
                      <a:pt x="27" y="63"/>
                      <a:pt x="47" y="83"/>
                    </a:cubicBezTo>
                    <a:cubicBezTo>
                      <a:pt x="51" y="88"/>
                      <a:pt x="57" y="82"/>
                      <a:pt x="55" y="77"/>
                    </a:cubicBezTo>
                    <a:cubicBezTo>
                      <a:pt x="44" y="51"/>
                      <a:pt x="28" y="27"/>
                      <a:pt x="11" y="5"/>
                    </a:cubicBezTo>
                    <a:cubicBezTo>
                      <a:pt x="8" y="0"/>
                      <a:pt x="0" y="4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57" name="chenying0907 17"/>
              <p:cNvSpPr>
                <a:spLocks/>
              </p:cNvSpPr>
              <p:nvPr/>
            </p:nvSpPr>
            <p:spPr bwMode="auto">
              <a:xfrm>
                <a:off x="8664576" y="2767013"/>
                <a:ext cx="42863" cy="88900"/>
              </a:xfrm>
              <a:custGeom>
                <a:avLst/>
                <a:gdLst>
                  <a:gd name="T0" fmla="*/ 3 w 41"/>
                  <a:gd name="T1" fmla="*/ 7 h 86"/>
                  <a:gd name="T2" fmla="*/ 30 w 41"/>
                  <a:gd name="T3" fmla="*/ 79 h 86"/>
                  <a:gd name="T4" fmla="*/ 40 w 41"/>
                  <a:gd name="T5" fmla="*/ 76 h 86"/>
                  <a:gd name="T6" fmla="*/ 9 w 41"/>
                  <a:gd name="T7" fmla="*/ 4 h 86"/>
                  <a:gd name="T8" fmla="*/ 3 w 41"/>
                  <a:gd name="T9" fmla="*/ 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86">
                    <a:moveTo>
                      <a:pt x="3" y="7"/>
                    </a:moveTo>
                    <a:cubicBezTo>
                      <a:pt x="16" y="29"/>
                      <a:pt x="21" y="56"/>
                      <a:pt x="30" y="79"/>
                    </a:cubicBezTo>
                    <a:cubicBezTo>
                      <a:pt x="32" y="86"/>
                      <a:pt x="41" y="83"/>
                      <a:pt x="40" y="76"/>
                    </a:cubicBezTo>
                    <a:cubicBezTo>
                      <a:pt x="36" y="48"/>
                      <a:pt x="25" y="27"/>
                      <a:pt x="9" y="4"/>
                    </a:cubicBezTo>
                    <a:cubicBezTo>
                      <a:pt x="7" y="0"/>
                      <a:pt x="0" y="3"/>
                      <a:pt x="3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58" name="chenying0907 18"/>
              <p:cNvSpPr>
                <a:spLocks/>
              </p:cNvSpPr>
              <p:nvPr/>
            </p:nvSpPr>
            <p:spPr bwMode="auto">
              <a:xfrm>
                <a:off x="8740776" y="2992438"/>
                <a:ext cx="26988" cy="107950"/>
              </a:xfrm>
              <a:custGeom>
                <a:avLst/>
                <a:gdLst>
                  <a:gd name="T0" fmla="*/ 2 w 27"/>
                  <a:gd name="T1" fmla="*/ 7 h 104"/>
                  <a:gd name="T2" fmla="*/ 17 w 27"/>
                  <a:gd name="T3" fmla="*/ 100 h 104"/>
                  <a:gd name="T4" fmla="*/ 23 w 27"/>
                  <a:gd name="T5" fmla="*/ 100 h 104"/>
                  <a:gd name="T6" fmla="*/ 9 w 27"/>
                  <a:gd name="T7" fmla="*/ 4 h 104"/>
                  <a:gd name="T8" fmla="*/ 2 w 27"/>
                  <a:gd name="T9" fmla="*/ 7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04">
                    <a:moveTo>
                      <a:pt x="2" y="7"/>
                    </a:moveTo>
                    <a:cubicBezTo>
                      <a:pt x="14" y="36"/>
                      <a:pt x="13" y="68"/>
                      <a:pt x="17" y="100"/>
                    </a:cubicBezTo>
                    <a:cubicBezTo>
                      <a:pt x="17" y="104"/>
                      <a:pt x="23" y="104"/>
                      <a:pt x="23" y="100"/>
                    </a:cubicBezTo>
                    <a:cubicBezTo>
                      <a:pt x="27" y="67"/>
                      <a:pt x="24" y="33"/>
                      <a:pt x="9" y="4"/>
                    </a:cubicBezTo>
                    <a:cubicBezTo>
                      <a:pt x="7" y="0"/>
                      <a:pt x="0" y="3"/>
                      <a:pt x="2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59" name="chenying0907 19"/>
              <p:cNvSpPr>
                <a:spLocks/>
              </p:cNvSpPr>
              <p:nvPr/>
            </p:nvSpPr>
            <p:spPr bwMode="auto">
              <a:xfrm>
                <a:off x="8753476" y="3206751"/>
                <a:ext cx="25400" cy="80963"/>
              </a:xfrm>
              <a:custGeom>
                <a:avLst/>
                <a:gdLst>
                  <a:gd name="T0" fmla="*/ 13 w 24"/>
                  <a:gd name="T1" fmla="*/ 2 h 78"/>
                  <a:gd name="T2" fmla="*/ 4 w 24"/>
                  <a:gd name="T3" fmla="*/ 32 h 78"/>
                  <a:gd name="T4" fmla="*/ 2 w 24"/>
                  <a:gd name="T5" fmla="*/ 46 h 78"/>
                  <a:gd name="T6" fmla="*/ 0 w 24"/>
                  <a:gd name="T7" fmla="*/ 66 h 78"/>
                  <a:gd name="T8" fmla="*/ 13 w 24"/>
                  <a:gd name="T9" fmla="*/ 71 h 78"/>
                  <a:gd name="T10" fmla="*/ 23 w 24"/>
                  <a:gd name="T11" fmla="*/ 39 h 78"/>
                  <a:gd name="T12" fmla="*/ 15 w 24"/>
                  <a:gd name="T13" fmla="*/ 2 h 78"/>
                  <a:gd name="T14" fmla="*/ 13 w 24"/>
                  <a:gd name="T15" fmla="*/ 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8">
                    <a:moveTo>
                      <a:pt x="13" y="2"/>
                    </a:moveTo>
                    <a:cubicBezTo>
                      <a:pt x="9" y="12"/>
                      <a:pt x="6" y="21"/>
                      <a:pt x="4" y="32"/>
                    </a:cubicBezTo>
                    <a:cubicBezTo>
                      <a:pt x="3" y="37"/>
                      <a:pt x="2" y="41"/>
                      <a:pt x="2" y="46"/>
                    </a:cubicBezTo>
                    <a:cubicBezTo>
                      <a:pt x="1" y="53"/>
                      <a:pt x="1" y="59"/>
                      <a:pt x="0" y="66"/>
                    </a:cubicBezTo>
                    <a:cubicBezTo>
                      <a:pt x="0" y="72"/>
                      <a:pt x="9" y="78"/>
                      <a:pt x="13" y="71"/>
                    </a:cubicBezTo>
                    <a:cubicBezTo>
                      <a:pt x="18" y="60"/>
                      <a:pt x="21" y="52"/>
                      <a:pt x="23" y="39"/>
                    </a:cubicBezTo>
                    <a:cubicBezTo>
                      <a:pt x="24" y="25"/>
                      <a:pt x="20" y="15"/>
                      <a:pt x="15" y="2"/>
                    </a:cubicBezTo>
                    <a:cubicBezTo>
                      <a:pt x="15" y="0"/>
                      <a:pt x="13" y="1"/>
                      <a:pt x="1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60" name="chenying0907 20"/>
              <p:cNvSpPr>
                <a:spLocks/>
              </p:cNvSpPr>
              <p:nvPr/>
            </p:nvSpPr>
            <p:spPr bwMode="auto">
              <a:xfrm>
                <a:off x="8672513" y="3368676"/>
                <a:ext cx="61913" cy="100013"/>
              </a:xfrm>
              <a:custGeom>
                <a:avLst/>
                <a:gdLst>
                  <a:gd name="T0" fmla="*/ 46 w 61"/>
                  <a:gd name="T1" fmla="*/ 3 h 97"/>
                  <a:gd name="T2" fmla="*/ 6 w 61"/>
                  <a:gd name="T3" fmla="*/ 81 h 97"/>
                  <a:gd name="T4" fmla="*/ 20 w 61"/>
                  <a:gd name="T5" fmla="*/ 91 h 97"/>
                  <a:gd name="T6" fmla="*/ 52 w 61"/>
                  <a:gd name="T7" fmla="*/ 51 h 97"/>
                  <a:gd name="T8" fmla="*/ 53 w 61"/>
                  <a:gd name="T9" fmla="*/ 3 h 97"/>
                  <a:gd name="T10" fmla="*/ 46 w 61"/>
                  <a:gd name="T11" fmla="*/ 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1" h="97">
                    <a:moveTo>
                      <a:pt x="46" y="3"/>
                    </a:moveTo>
                    <a:cubicBezTo>
                      <a:pt x="33" y="29"/>
                      <a:pt x="23" y="57"/>
                      <a:pt x="6" y="81"/>
                    </a:cubicBezTo>
                    <a:cubicBezTo>
                      <a:pt x="0" y="89"/>
                      <a:pt x="13" y="97"/>
                      <a:pt x="20" y="91"/>
                    </a:cubicBezTo>
                    <a:cubicBezTo>
                      <a:pt x="34" y="80"/>
                      <a:pt x="45" y="69"/>
                      <a:pt x="52" y="51"/>
                    </a:cubicBezTo>
                    <a:cubicBezTo>
                      <a:pt x="58" y="35"/>
                      <a:pt x="61" y="20"/>
                      <a:pt x="53" y="3"/>
                    </a:cubicBezTo>
                    <a:cubicBezTo>
                      <a:pt x="52" y="0"/>
                      <a:pt x="47" y="1"/>
                      <a:pt x="4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61" name="chenying0907 21"/>
              <p:cNvSpPr>
                <a:spLocks/>
              </p:cNvSpPr>
              <p:nvPr/>
            </p:nvSpPr>
            <p:spPr bwMode="auto">
              <a:xfrm>
                <a:off x="8559801" y="3544888"/>
                <a:ext cx="68263" cy="84138"/>
              </a:xfrm>
              <a:custGeom>
                <a:avLst/>
                <a:gdLst>
                  <a:gd name="T0" fmla="*/ 51 w 66"/>
                  <a:gd name="T1" fmla="*/ 4 h 81"/>
                  <a:gd name="T2" fmla="*/ 24 w 66"/>
                  <a:gd name="T3" fmla="*/ 33 h 81"/>
                  <a:gd name="T4" fmla="*/ 14 w 66"/>
                  <a:gd name="T5" fmla="*/ 46 h 81"/>
                  <a:gd name="T6" fmla="*/ 5 w 66"/>
                  <a:gd name="T7" fmla="*/ 62 h 81"/>
                  <a:gd name="T8" fmla="*/ 18 w 66"/>
                  <a:gd name="T9" fmla="*/ 75 h 81"/>
                  <a:gd name="T10" fmla="*/ 32 w 66"/>
                  <a:gd name="T11" fmla="*/ 65 h 81"/>
                  <a:gd name="T12" fmla="*/ 45 w 66"/>
                  <a:gd name="T13" fmla="*/ 49 h 81"/>
                  <a:gd name="T14" fmla="*/ 63 w 66"/>
                  <a:gd name="T15" fmla="*/ 11 h 81"/>
                  <a:gd name="T16" fmla="*/ 51 w 66"/>
                  <a:gd name="T17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81">
                    <a:moveTo>
                      <a:pt x="51" y="4"/>
                    </a:moveTo>
                    <a:cubicBezTo>
                      <a:pt x="41" y="13"/>
                      <a:pt x="32" y="22"/>
                      <a:pt x="24" y="33"/>
                    </a:cubicBezTo>
                    <a:cubicBezTo>
                      <a:pt x="21" y="37"/>
                      <a:pt x="17" y="41"/>
                      <a:pt x="14" y="46"/>
                    </a:cubicBezTo>
                    <a:cubicBezTo>
                      <a:pt x="10" y="51"/>
                      <a:pt x="9" y="57"/>
                      <a:pt x="5" y="62"/>
                    </a:cubicBezTo>
                    <a:cubicBezTo>
                      <a:pt x="0" y="70"/>
                      <a:pt x="10" y="81"/>
                      <a:pt x="18" y="75"/>
                    </a:cubicBezTo>
                    <a:cubicBezTo>
                      <a:pt x="22" y="72"/>
                      <a:pt x="29" y="69"/>
                      <a:pt x="32" y="65"/>
                    </a:cubicBezTo>
                    <a:cubicBezTo>
                      <a:pt x="37" y="60"/>
                      <a:pt x="41" y="55"/>
                      <a:pt x="45" y="49"/>
                    </a:cubicBezTo>
                    <a:cubicBezTo>
                      <a:pt x="53" y="37"/>
                      <a:pt x="59" y="25"/>
                      <a:pt x="63" y="11"/>
                    </a:cubicBezTo>
                    <a:cubicBezTo>
                      <a:pt x="66" y="4"/>
                      <a:pt x="56" y="0"/>
                      <a:pt x="5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62" name="chenying0907 22"/>
              <p:cNvSpPr>
                <a:spLocks/>
              </p:cNvSpPr>
              <p:nvPr/>
            </p:nvSpPr>
            <p:spPr bwMode="auto">
              <a:xfrm>
                <a:off x="8374063" y="3732213"/>
                <a:ext cx="80963" cy="65088"/>
              </a:xfrm>
              <a:custGeom>
                <a:avLst/>
                <a:gdLst>
                  <a:gd name="T0" fmla="*/ 66 w 79"/>
                  <a:gd name="T1" fmla="*/ 3 h 62"/>
                  <a:gd name="T2" fmla="*/ 35 w 79"/>
                  <a:gd name="T3" fmla="*/ 23 h 62"/>
                  <a:gd name="T4" fmla="*/ 6 w 79"/>
                  <a:gd name="T5" fmla="*/ 48 h 62"/>
                  <a:gd name="T6" fmla="*/ 14 w 79"/>
                  <a:gd name="T7" fmla="*/ 58 h 62"/>
                  <a:gd name="T8" fmla="*/ 45 w 79"/>
                  <a:gd name="T9" fmla="*/ 38 h 62"/>
                  <a:gd name="T10" fmla="*/ 73 w 79"/>
                  <a:gd name="T11" fmla="*/ 13 h 62"/>
                  <a:gd name="T12" fmla="*/ 66 w 79"/>
                  <a:gd name="T13" fmla="*/ 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62">
                    <a:moveTo>
                      <a:pt x="66" y="3"/>
                    </a:moveTo>
                    <a:cubicBezTo>
                      <a:pt x="55" y="9"/>
                      <a:pt x="45" y="15"/>
                      <a:pt x="35" y="23"/>
                    </a:cubicBezTo>
                    <a:cubicBezTo>
                      <a:pt x="25" y="31"/>
                      <a:pt x="16" y="39"/>
                      <a:pt x="6" y="48"/>
                    </a:cubicBezTo>
                    <a:cubicBezTo>
                      <a:pt x="0" y="53"/>
                      <a:pt x="8" y="62"/>
                      <a:pt x="14" y="58"/>
                    </a:cubicBezTo>
                    <a:cubicBezTo>
                      <a:pt x="25" y="52"/>
                      <a:pt x="35" y="46"/>
                      <a:pt x="45" y="38"/>
                    </a:cubicBezTo>
                    <a:cubicBezTo>
                      <a:pt x="55" y="30"/>
                      <a:pt x="64" y="21"/>
                      <a:pt x="73" y="13"/>
                    </a:cubicBezTo>
                    <a:cubicBezTo>
                      <a:pt x="79" y="9"/>
                      <a:pt x="72" y="0"/>
                      <a:pt x="6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63" name="chenying0907 23"/>
              <p:cNvSpPr>
                <a:spLocks/>
              </p:cNvSpPr>
              <p:nvPr/>
            </p:nvSpPr>
            <p:spPr bwMode="auto">
              <a:xfrm>
                <a:off x="7953376" y="3932238"/>
                <a:ext cx="93663" cy="30163"/>
              </a:xfrm>
              <a:custGeom>
                <a:avLst/>
                <a:gdLst>
                  <a:gd name="T0" fmla="*/ 82 w 91"/>
                  <a:gd name="T1" fmla="*/ 1 h 30"/>
                  <a:gd name="T2" fmla="*/ 42 w 91"/>
                  <a:gd name="T3" fmla="*/ 5 h 30"/>
                  <a:gd name="T4" fmla="*/ 9 w 91"/>
                  <a:gd name="T5" fmla="*/ 11 h 30"/>
                  <a:gd name="T6" fmla="*/ 9 w 91"/>
                  <a:gd name="T7" fmla="*/ 28 h 30"/>
                  <a:gd name="T8" fmla="*/ 45 w 91"/>
                  <a:gd name="T9" fmla="*/ 27 h 30"/>
                  <a:gd name="T10" fmla="*/ 86 w 91"/>
                  <a:gd name="T11" fmla="*/ 9 h 30"/>
                  <a:gd name="T12" fmla="*/ 82 w 91"/>
                  <a:gd name="T13" fmla="*/ 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30">
                    <a:moveTo>
                      <a:pt x="82" y="1"/>
                    </a:moveTo>
                    <a:cubicBezTo>
                      <a:pt x="69" y="3"/>
                      <a:pt x="55" y="3"/>
                      <a:pt x="42" y="5"/>
                    </a:cubicBezTo>
                    <a:cubicBezTo>
                      <a:pt x="31" y="6"/>
                      <a:pt x="20" y="9"/>
                      <a:pt x="9" y="11"/>
                    </a:cubicBezTo>
                    <a:cubicBezTo>
                      <a:pt x="0" y="13"/>
                      <a:pt x="0" y="27"/>
                      <a:pt x="9" y="28"/>
                    </a:cubicBezTo>
                    <a:cubicBezTo>
                      <a:pt x="22" y="30"/>
                      <a:pt x="32" y="30"/>
                      <a:pt x="45" y="27"/>
                    </a:cubicBezTo>
                    <a:cubicBezTo>
                      <a:pt x="60" y="23"/>
                      <a:pt x="72" y="15"/>
                      <a:pt x="86" y="9"/>
                    </a:cubicBezTo>
                    <a:cubicBezTo>
                      <a:pt x="91" y="7"/>
                      <a:pt x="87" y="0"/>
                      <a:pt x="8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64" name="chenying0907 24"/>
              <p:cNvSpPr>
                <a:spLocks/>
              </p:cNvSpPr>
              <p:nvPr/>
            </p:nvSpPr>
            <p:spPr bwMode="auto">
              <a:xfrm>
                <a:off x="7991476" y="3992563"/>
                <a:ext cx="65088" cy="77788"/>
              </a:xfrm>
              <a:custGeom>
                <a:avLst/>
                <a:gdLst>
                  <a:gd name="T0" fmla="*/ 2 w 63"/>
                  <a:gd name="T1" fmla="*/ 6 h 74"/>
                  <a:gd name="T2" fmla="*/ 12 w 63"/>
                  <a:gd name="T3" fmla="*/ 18 h 74"/>
                  <a:gd name="T4" fmla="*/ 24 w 63"/>
                  <a:gd name="T5" fmla="*/ 34 h 74"/>
                  <a:gd name="T6" fmla="*/ 36 w 63"/>
                  <a:gd name="T7" fmla="*/ 51 h 74"/>
                  <a:gd name="T8" fmla="*/ 47 w 63"/>
                  <a:gd name="T9" fmla="*/ 66 h 74"/>
                  <a:gd name="T10" fmla="*/ 61 w 63"/>
                  <a:gd name="T11" fmla="*/ 60 h 74"/>
                  <a:gd name="T12" fmla="*/ 37 w 63"/>
                  <a:gd name="T13" fmla="*/ 16 h 74"/>
                  <a:gd name="T14" fmla="*/ 18 w 63"/>
                  <a:gd name="T15" fmla="*/ 3 h 74"/>
                  <a:gd name="T16" fmla="*/ 3 w 63"/>
                  <a:gd name="T17" fmla="*/ 2 h 74"/>
                  <a:gd name="T18" fmla="*/ 2 w 63"/>
                  <a:gd name="T19" fmla="*/ 6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3" h="74">
                    <a:moveTo>
                      <a:pt x="2" y="6"/>
                    </a:moveTo>
                    <a:cubicBezTo>
                      <a:pt x="6" y="7"/>
                      <a:pt x="10" y="15"/>
                      <a:pt x="12" y="18"/>
                    </a:cubicBezTo>
                    <a:cubicBezTo>
                      <a:pt x="15" y="24"/>
                      <a:pt x="20" y="29"/>
                      <a:pt x="24" y="34"/>
                    </a:cubicBezTo>
                    <a:cubicBezTo>
                      <a:pt x="29" y="39"/>
                      <a:pt x="32" y="45"/>
                      <a:pt x="36" y="51"/>
                    </a:cubicBezTo>
                    <a:cubicBezTo>
                      <a:pt x="39" y="56"/>
                      <a:pt x="44" y="60"/>
                      <a:pt x="47" y="66"/>
                    </a:cubicBezTo>
                    <a:cubicBezTo>
                      <a:pt x="51" y="74"/>
                      <a:pt x="63" y="68"/>
                      <a:pt x="61" y="60"/>
                    </a:cubicBezTo>
                    <a:cubicBezTo>
                      <a:pt x="57" y="43"/>
                      <a:pt x="50" y="29"/>
                      <a:pt x="37" y="16"/>
                    </a:cubicBezTo>
                    <a:cubicBezTo>
                      <a:pt x="32" y="10"/>
                      <a:pt x="26" y="6"/>
                      <a:pt x="18" y="3"/>
                    </a:cubicBezTo>
                    <a:cubicBezTo>
                      <a:pt x="13" y="0"/>
                      <a:pt x="8" y="1"/>
                      <a:pt x="3" y="2"/>
                    </a:cubicBezTo>
                    <a:cubicBezTo>
                      <a:pt x="0" y="2"/>
                      <a:pt x="0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65" name="chenying0907 25"/>
              <p:cNvSpPr>
                <a:spLocks/>
              </p:cNvSpPr>
              <p:nvPr/>
            </p:nvSpPr>
            <p:spPr bwMode="auto">
              <a:xfrm>
                <a:off x="8085138" y="4160838"/>
                <a:ext cx="26988" cy="95250"/>
              </a:xfrm>
              <a:custGeom>
                <a:avLst/>
                <a:gdLst>
                  <a:gd name="T0" fmla="*/ 0 w 26"/>
                  <a:gd name="T1" fmla="*/ 8 h 91"/>
                  <a:gd name="T2" fmla="*/ 6 w 26"/>
                  <a:gd name="T3" fmla="*/ 83 h 91"/>
                  <a:gd name="T4" fmla="*/ 22 w 26"/>
                  <a:gd name="T5" fmla="*/ 83 h 91"/>
                  <a:gd name="T6" fmla="*/ 13 w 26"/>
                  <a:gd name="T7" fmla="*/ 5 h 91"/>
                  <a:gd name="T8" fmla="*/ 0 w 26"/>
                  <a:gd name="T9" fmla="*/ 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91">
                    <a:moveTo>
                      <a:pt x="0" y="8"/>
                    </a:moveTo>
                    <a:cubicBezTo>
                      <a:pt x="1" y="33"/>
                      <a:pt x="2" y="59"/>
                      <a:pt x="6" y="83"/>
                    </a:cubicBezTo>
                    <a:cubicBezTo>
                      <a:pt x="8" y="91"/>
                      <a:pt x="20" y="91"/>
                      <a:pt x="22" y="83"/>
                    </a:cubicBezTo>
                    <a:cubicBezTo>
                      <a:pt x="26" y="58"/>
                      <a:pt x="26" y="27"/>
                      <a:pt x="13" y="5"/>
                    </a:cubicBezTo>
                    <a:cubicBezTo>
                      <a:pt x="9" y="0"/>
                      <a:pt x="0" y="2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66" name="chenying0907 26"/>
              <p:cNvSpPr>
                <a:spLocks/>
              </p:cNvSpPr>
              <p:nvPr/>
            </p:nvSpPr>
            <p:spPr bwMode="auto">
              <a:xfrm>
                <a:off x="8034338" y="4348163"/>
                <a:ext cx="44450" cy="106363"/>
              </a:xfrm>
              <a:custGeom>
                <a:avLst/>
                <a:gdLst>
                  <a:gd name="T0" fmla="*/ 8 w 43"/>
                  <a:gd name="T1" fmla="*/ 99 h 102"/>
                  <a:gd name="T2" fmla="*/ 32 w 43"/>
                  <a:gd name="T3" fmla="*/ 61 h 102"/>
                  <a:gd name="T4" fmla="*/ 42 w 43"/>
                  <a:gd name="T5" fmla="*/ 9 h 102"/>
                  <a:gd name="T6" fmla="*/ 27 w 43"/>
                  <a:gd name="T7" fmla="*/ 7 h 102"/>
                  <a:gd name="T8" fmla="*/ 13 w 43"/>
                  <a:gd name="T9" fmla="*/ 50 h 102"/>
                  <a:gd name="T10" fmla="*/ 1 w 43"/>
                  <a:gd name="T11" fmla="*/ 95 h 102"/>
                  <a:gd name="T12" fmla="*/ 8 w 43"/>
                  <a:gd name="T13" fmla="*/ 9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102">
                    <a:moveTo>
                      <a:pt x="8" y="99"/>
                    </a:moveTo>
                    <a:cubicBezTo>
                      <a:pt x="19" y="87"/>
                      <a:pt x="26" y="76"/>
                      <a:pt x="32" y="61"/>
                    </a:cubicBezTo>
                    <a:cubicBezTo>
                      <a:pt x="38" y="44"/>
                      <a:pt x="40" y="27"/>
                      <a:pt x="42" y="9"/>
                    </a:cubicBezTo>
                    <a:cubicBezTo>
                      <a:pt x="43" y="0"/>
                      <a:pt x="30" y="0"/>
                      <a:pt x="27" y="7"/>
                    </a:cubicBezTo>
                    <a:cubicBezTo>
                      <a:pt x="21" y="22"/>
                      <a:pt x="16" y="35"/>
                      <a:pt x="13" y="50"/>
                    </a:cubicBezTo>
                    <a:cubicBezTo>
                      <a:pt x="9" y="64"/>
                      <a:pt x="7" y="81"/>
                      <a:pt x="1" y="95"/>
                    </a:cubicBezTo>
                    <a:cubicBezTo>
                      <a:pt x="0" y="99"/>
                      <a:pt x="6" y="102"/>
                      <a:pt x="8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67" name="chenying0907 27"/>
              <p:cNvSpPr>
                <a:spLocks/>
              </p:cNvSpPr>
              <p:nvPr/>
            </p:nvSpPr>
            <p:spPr bwMode="auto">
              <a:xfrm>
                <a:off x="7883526" y="4581526"/>
                <a:ext cx="80963" cy="74613"/>
              </a:xfrm>
              <a:custGeom>
                <a:avLst/>
                <a:gdLst>
                  <a:gd name="T0" fmla="*/ 7 w 78"/>
                  <a:gd name="T1" fmla="*/ 69 h 72"/>
                  <a:gd name="T2" fmla="*/ 45 w 78"/>
                  <a:gd name="T3" fmla="*/ 47 h 72"/>
                  <a:gd name="T4" fmla="*/ 75 w 78"/>
                  <a:gd name="T5" fmla="*/ 11 h 72"/>
                  <a:gd name="T6" fmla="*/ 67 w 78"/>
                  <a:gd name="T7" fmla="*/ 5 h 72"/>
                  <a:gd name="T8" fmla="*/ 37 w 78"/>
                  <a:gd name="T9" fmla="*/ 33 h 72"/>
                  <a:gd name="T10" fmla="*/ 4 w 78"/>
                  <a:gd name="T11" fmla="*/ 63 h 72"/>
                  <a:gd name="T12" fmla="*/ 7 w 78"/>
                  <a:gd name="T13" fmla="*/ 69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72">
                    <a:moveTo>
                      <a:pt x="7" y="69"/>
                    </a:moveTo>
                    <a:cubicBezTo>
                      <a:pt x="20" y="62"/>
                      <a:pt x="33" y="56"/>
                      <a:pt x="45" y="47"/>
                    </a:cubicBezTo>
                    <a:cubicBezTo>
                      <a:pt x="57" y="37"/>
                      <a:pt x="68" y="26"/>
                      <a:pt x="75" y="11"/>
                    </a:cubicBezTo>
                    <a:cubicBezTo>
                      <a:pt x="78" y="6"/>
                      <a:pt x="71" y="0"/>
                      <a:pt x="67" y="5"/>
                    </a:cubicBezTo>
                    <a:cubicBezTo>
                      <a:pt x="57" y="15"/>
                      <a:pt x="47" y="24"/>
                      <a:pt x="37" y="33"/>
                    </a:cubicBezTo>
                    <a:cubicBezTo>
                      <a:pt x="26" y="43"/>
                      <a:pt x="15" y="55"/>
                      <a:pt x="4" y="63"/>
                    </a:cubicBezTo>
                    <a:cubicBezTo>
                      <a:pt x="0" y="66"/>
                      <a:pt x="3" y="72"/>
                      <a:pt x="7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68" name="chenying0907 28"/>
              <p:cNvSpPr>
                <a:spLocks/>
              </p:cNvSpPr>
              <p:nvPr/>
            </p:nvSpPr>
            <p:spPr bwMode="auto">
              <a:xfrm>
                <a:off x="7666038" y="4762501"/>
                <a:ext cx="120650" cy="58738"/>
              </a:xfrm>
              <a:custGeom>
                <a:avLst/>
                <a:gdLst>
                  <a:gd name="T0" fmla="*/ 6 w 117"/>
                  <a:gd name="T1" fmla="*/ 56 h 56"/>
                  <a:gd name="T2" fmla="*/ 111 w 117"/>
                  <a:gd name="T3" fmla="*/ 13 h 56"/>
                  <a:gd name="T4" fmla="*/ 105 w 117"/>
                  <a:gd name="T5" fmla="*/ 2 h 56"/>
                  <a:gd name="T6" fmla="*/ 5 w 117"/>
                  <a:gd name="T7" fmla="*/ 48 h 56"/>
                  <a:gd name="T8" fmla="*/ 6 w 117"/>
                  <a:gd name="T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56">
                    <a:moveTo>
                      <a:pt x="6" y="56"/>
                    </a:moveTo>
                    <a:cubicBezTo>
                      <a:pt x="44" y="51"/>
                      <a:pt x="81" y="37"/>
                      <a:pt x="111" y="13"/>
                    </a:cubicBezTo>
                    <a:cubicBezTo>
                      <a:pt x="117" y="9"/>
                      <a:pt x="111" y="0"/>
                      <a:pt x="105" y="2"/>
                    </a:cubicBezTo>
                    <a:cubicBezTo>
                      <a:pt x="70" y="12"/>
                      <a:pt x="40" y="36"/>
                      <a:pt x="5" y="48"/>
                    </a:cubicBezTo>
                    <a:cubicBezTo>
                      <a:pt x="0" y="49"/>
                      <a:pt x="1" y="56"/>
                      <a:pt x="6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69" name="chenying0907 29"/>
              <p:cNvSpPr>
                <a:spLocks/>
              </p:cNvSpPr>
              <p:nvPr/>
            </p:nvSpPr>
            <p:spPr bwMode="auto">
              <a:xfrm>
                <a:off x="7434263" y="4868863"/>
                <a:ext cx="123825" cy="47625"/>
              </a:xfrm>
              <a:custGeom>
                <a:avLst/>
                <a:gdLst>
                  <a:gd name="T0" fmla="*/ 4 w 120"/>
                  <a:gd name="T1" fmla="*/ 46 h 46"/>
                  <a:gd name="T2" fmla="*/ 117 w 120"/>
                  <a:gd name="T3" fmla="*/ 10 h 46"/>
                  <a:gd name="T4" fmla="*/ 112 w 120"/>
                  <a:gd name="T5" fmla="*/ 2 h 46"/>
                  <a:gd name="T6" fmla="*/ 3 w 120"/>
                  <a:gd name="T7" fmla="*/ 39 h 46"/>
                  <a:gd name="T8" fmla="*/ 4 w 120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" h="46">
                    <a:moveTo>
                      <a:pt x="4" y="46"/>
                    </a:moveTo>
                    <a:cubicBezTo>
                      <a:pt x="43" y="44"/>
                      <a:pt x="86" y="36"/>
                      <a:pt x="117" y="10"/>
                    </a:cubicBezTo>
                    <a:cubicBezTo>
                      <a:pt x="120" y="7"/>
                      <a:pt x="116" y="0"/>
                      <a:pt x="112" y="2"/>
                    </a:cubicBezTo>
                    <a:cubicBezTo>
                      <a:pt x="75" y="14"/>
                      <a:pt x="40" y="27"/>
                      <a:pt x="3" y="39"/>
                    </a:cubicBezTo>
                    <a:cubicBezTo>
                      <a:pt x="0" y="40"/>
                      <a:pt x="0" y="46"/>
                      <a:pt x="4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0" name="chenying0907 30"/>
              <p:cNvSpPr>
                <a:spLocks/>
              </p:cNvSpPr>
              <p:nvPr/>
            </p:nvSpPr>
            <p:spPr bwMode="auto">
              <a:xfrm>
                <a:off x="7192963" y="4932363"/>
                <a:ext cx="153988" cy="38100"/>
              </a:xfrm>
              <a:custGeom>
                <a:avLst/>
                <a:gdLst>
                  <a:gd name="T0" fmla="*/ 6 w 148"/>
                  <a:gd name="T1" fmla="*/ 36 h 37"/>
                  <a:gd name="T2" fmla="*/ 137 w 148"/>
                  <a:gd name="T3" fmla="*/ 20 h 37"/>
                  <a:gd name="T4" fmla="*/ 133 w 148"/>
                  <a:gd name="T5" fmla="*/ 3 h 37"/>
                  <a:gd name="T6" fmla="*/ 3 w 148"/>
                  <a:gd name="T7" fmla="*/ 31 h 37"/>
                  <a:gd name="T8" fmla="*/ 6 w 148"/>
                  <a:gd name="T9" fmla="*/ 3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37">
                    <a:moveTo>
                      <a:pt x="6" y="36"/>
                    </a:moveTo>
                    <a:cubicBezTo>
                      <a:pt x="51" y="28"/>
                      <a:pt x="94" y="36"/>
                      <a:pt x="137" y="20"/>
                    </a:cubicBezTo>
                    <a:cubicBezTo>
                      <a:pt x="148" y="16"/>
                      <a:pt x="144" y="0"/>
                      <a:pt x="133" y="3"/>
                    </a:cubicBezTo>
                    <a:cubicBezTo>
                      <a:pt x="88" y="13"/>
                      <a:pt x="46" y="13"/>
                      <a:pt x="3" y="31"/>
                    </a:cubicBezTo>
                    <a:cubicBezTo>
                      <a:pt x="0" y="32"/>
                      <a:pt x="2" y="37"/>
                      <a:pt x="6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1" name="chenying0907 31"/>
              <p:cNvSpPr>
                <a:spLocks/>
              </p:cNvSpPr>
              <p:nvPr/>
            </p:nvSpPr>
            <p:spPr bwMode="auto">
              <a:xfrm>
                <a:off x="6989763" y="4945063"/>
                <a:ext cx="88900" cy="22225"/>
              </a:xfrm>
              <a:custGeom>
                <a:avLst/>
                <a:gdLst>
                  <a:gd name="T0" fmla="*/ 4 w 86"/>
                  <a:gd name="T1" fmla="*/ 18 h 22"/>
                  <a:gd name="T2" fmla="*/ 80 w 86"/>
                  <a:gd name="T3" fmla="*/ 10 h 22"/>
                  <a:gd name="T4" fmla="*/ 77 w 86"/>
                  <a:gd name="T5" fmla="*/ 1 h 22"/>
                  <a:gd name="T6" fmla="*/ 4 w 86"/>
                  <a:gd name="T7" fmla="*/ 8 h 22"/>
                  <a:gd name="T8" fmla="*/ 4 w 86"/>
                  <a:gd name="T9" fmla="*/ 1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22">
                    <a:moveTo>
                      <a:pt x="4" y="18"/>
                    </a:moveTo>
                    <a:cubicBezTo>
                      <a:pt x="30" y="22"/>
                      <a:pt x="56" y="21"/>
                      <a:pt x="80" y="10"/>
                    </a:cubicBezTo>
                    <a:cubicBezTo>
                      <a:pt x="86" y="8"/>
                      <a:pt x="82" y="0"/>
                      <a:pt x="77" y="1"/>
                    </a:cubicBezTo>
                    <a:cubicBezTo>
                      <a:pt x="53" y="5"/>
                      <a:pt x="28" y="5"/>
                      <a:pt x="4" y="8"/>
                    </a:cubicBezTo>
                    <a:cubicBezTo>
                      <a:pt x="0" y="9"/>
                      <a:pt x="0" y="17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2" name="chenying0907 32"/>
              <p:cNvSpPr>
                <a:spLocks/>
              </p:cNvSpPr>
              <p:nvPr/>
            </p:nvSpPr>
            <p:spPr bwMode="auto">
              <a:xfrm>
                <a:off x="6748463" y="4924426"/>
                <a:ext cx="80963" cy="31750"/>
              </a:xfrm>
              <a:custGeom>
                <a:avLst/>
                <a:gdLst>
                  <a:gd name="T0" fmla="*/ 6 w 79"/>
                  <a:gd name="T1" fmla="*/ 17 h 31"/>
                  <a:gd name="T2" fmla="*/ 37 w 79"/>
                  <a:gd name="T3" fmla="*/ 24 h 31"/>
                  <a:gd name="T4" fmla="*/ 72 w 79"/>
                  <a:gd name="T5" fmla="*/ 31 h 31"/>
                  <a:gd name="T6" fmla="*/ 75 w 79"/>
                  <a:gd name="T7" fmla="*/ 21 h 31"/>
                  <a:gd name="T8" fmla="*/ 6 w 79"/>
                  <a:gd name="T9" fmla="*/ 6 h 31"/>
                  <a:gd name="T10" fmla="*/ 6 w 79"/>
                  <a:gd name="T11" fmla="*/ 1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31">
                    <a:moveTo>
                      <a:pt x="6" y="17"/>
                    </a:moveTo>
                    <a:cubicBezTo>
                      <a:pt x="16" y="20"/>
                      <a:pt x="27" y="22"/>
                      <a:pt x="37" y="24"/>
                    </a:cubicBezTo>
                    <a:cubicBezTo>
                      <a:pt x="49" y="27"/>
                      <a:pt x="60" y="31"/>
                      <a:pt x="72" y="31"/>
                    </a:cubicBezTo>
                    <a:cubicBezTo>
                      <a:pt x="78" y="31"/>
                      <a:pt x="79" y="24"/>
                      <a:pt x="75" y="21"/>
                    </a:cubicBezTo>
                    <a:cubicBezTo>
                      <a:pt x="56" y="8"/>
                      <a:pt x="28" y="0"/>
                      <a:pt x="6" y="6"/>
                    </a:cubicBezTo>
                    <a:cubicBezTo>
                      <a:pt x="0" y="8"/>
                      <a:pt x="1" y="15"/>
                      <a:pt x="6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3" name="chenying0907 33"/>
              <p:cNvSpPr>
                <a:spLocks/>
              </p:cNvSpPr>
              <p:nvPr/>
            </p:nvSpPr>
            <p:spPr bwMode="auto">
              <a:xfrm>
                <a:off x="6559551" y="4949826"/>
                <a:ext cx="68263" cy="61913"/>
              </a:xfrm>
              <a:custGeom>
                <a:avLst/>
                <a:gdLst>
                  <a:gd name="T0" fmla="*/ 11 w 67"/>
                  <a:gd name="T1" fmla="*/ 56 h 59"/>
                  <a:gd name="T2" fmla="*/ 39 w 67"/>
                  <a:gd name="T3" fmla="*/ 37 h 59"/>
                  <a:gd name="T4" fmla="*/ 63 w 67"/>
                  <a:gd name="T5" fmla="*/ 12 h 59"/>
                  <a:gd name="T6" fmla="*/ 55 w 67"/>
                  <a:gd name="T7" fmla="*/ 4 h 59"/>
                  <a:gd name="T8" fmla="*/ 31 w 67"/>
                  <a:gd name="T9" fmla="*/ 25 h 59"/>
                  <a:gd name="T10" fmla="*/ 4 w 67"/>
                  <a:gd name="T11" fmla="*/ 48 h 59"/>
                  <a:gd name="T12" fmla="*/ 11 w 67"/>
                  <a:gd name="T13" fmla="*/ 5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" h="59">
                    <a:moveTo>
                      <a:pt x="11" y="56"/>
                    </a:moveTo>
                    <a:cubicBezTo>
                      <a:pt x="21" y="50"/>
                      <a:pt x="30" y="44"/>
                      <a:pt x="39" y="37"/>
                    </a:cubicBezTo>
                    <a:cubicBezTo>
                      <a:pt x="48" y="29"/>
                      <a:pt x="55" y="21"/>
                      <a:pt x="63" y="12"/>
                    </a:cubicBezTo>
                    <a:cubicBezTo>
                      <a:pt x="67" y="7"/>
                      <a:pt x="60" y="0"/>
                      <a:pt x="55" y="4"/>
                    </a:cubicBezTo>
                    <a:cubicBezTo>
                      <a:pt x="47" y="11"/>
                      <a:pt x="39" y="17"/>
                      <a:pt x="31" y="25"/>
                    </a:cubicBezTo>
                    <a:cubicBezTo>
                      <a:pt x="22" y="33"/>
                      <a:pt x="14" y="41"/>
                      <a:pt x="4" y="48"/>
                    </a:cubicBezTo>
                    <a:cubicBezTo>
                      <a:pt x="0" y="52"/>
                      <a:pt x="6" y="59"/>
                      <a:pt x="11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4" name="chenying0907 34"/>
              <p:cNvSpPr>
                <a:spLocks/>
              </p:cNvSpPr>
              <p:nvPr/>
            </p:nvSpPr>
            <p:spPr bwMode="auto">
              <a:xfrm>
                <a:off x="6375401" y="5078413"/>
                <a:ext cx="80963" cy="49213"/>
              </a:xfrm>
              <a:custGeom>
                <a:avLst/>
                <a:gdLst>
                  <a:gd name="T0" fmla="*/ 5 w 78"/>
                  <a:gd name="T1" fmla="*/ 46 h 46"/>
                  <a:gd name="T2" fmla="*/ 41 w 78"/>
                  <a:gd name="T3" fmla="*/ 34 h 46"/>
                  <a:gd name="T4" fmla="*/ 73 w 78"/>
                  <a:gd name="T5" fmla="*/ 11 h 46"/>
                  <a:gd name="T6" fmla="*/ 67 w 78"/>
                  <a:gd name="T7" fmla="*/ 2 h 46"/>
                  <a:gd name="T8" fmla="*/ 33 w 78"/>
                  <a:gd name="T9" fmla="*/ 21 h 46"/>
                  <a:gd name="T10" fmla="*/ 3 w 78"/>
                  <a:gd name="T11" fmla="*/ 41 h 46"/>
                  <a:gd name="T12" fmla="*/ 5 w 78"/>
                  <a:gd name="T13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46">
                    <a:moveTo>
                      <a:pt x="5" y="46"/>
                    </a:moveTo>
                    <a:cubicBezTo>
                      <a:pt x="17" y="42"/>
                      <a:pt x="29" y="41"/>
                      <a:pt x="41" y="34"/>
                    </a:cubicBezTo>
                    <a:cubicBezTo>
                      <a:pt x="53" y="28"/>
                      <a:pt x="63" y="20"/>
                      <a:pt x="73" y="11"/>
                    </a:cubicBezTo>
                    <a:cubicBezTo>
                      <a:pt x="78" y="6"/>
                      <a:pt x="72" y="0"/>
                      <a:pt x="67" y="2"/>
                    </a:cubicBezTo>
                    <a:cubicBezTo>
                      <a:pt x="55" y="8"/>
                      <a:pt x="44" y="14"/>
                      <a:pt x="33" y="21"/>
                    </a:cubicBezTo>
                    <a:cubicBezTo>
                      <a:pt x="23" y="28"/>
                      <a:pt x="14" y="37"/>
                      <a:pt x="3" y="41"/>
                    </a:cubicBezTo>
                    <a:cubicBezTo>
                      <a:pt x="0" y="42"/>
                      <a:pt x="2" y="46"/>
                      <a:pt x="5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5" name="chenying0907 35"/>
              <p:cNvSpPr>
                <a:spLocks/>
              </p:cNvSpPr>
              <p:nvPr/>
            </p:nvSpPr>
            <p:spPr bwMode="auto">
              <a:xfrm>
                <a:off x="6167438" y="5192713"/>
                <a:ext cx="114300" cy="50800"/>
              </a:xfrm>
              <a:custGeom>
                <a:avLst/>
                <a:gdLst>
                  <a:gd name="T0" fmla="*/ 10 w 110"/>
                  <a:gd name="T1" fmla="*/ 48 h 50"/>
                  <a:gd name="T2" fmla="*/ 105 w 110"/>
                  <a:gd name="T3" fmla="*/ 11 h 50"/>
                  <a:gd name="T4" fmla="*/ 102 w 110"/>
                  <a:gd name="T5" fmla="*/ 2 h 50"/>
                  <a:gd name="T6" fmla="*/ 7 w 110"/>
                  <a:gd name="T7" fmla="*/ 37 h 50"/>
                  <a:gd name="T8" fmla="*/ 10 w 110"/>
                  <a:gd name="T9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50">
                    <a:moveTo>
                      <a:pt x="10" y="48"/>
                    </a:moveTo>
                    <a:cubicBezTo>
                      <a:pt x="45" y="42"/>
                      <a:pt x="75" y="29"/>
                      <a:pt x="105" y="11"/>
                    </a:cubicBezTo>
                    <a:cubicBezTo>
                      <a:pt x="110" y="8"/>
                      <a:pt x="107" y="0"/>
                      <a:pt x="102" y="2"/>
                    </a:cubicBezTo>
                    <a:cubicBezTo>
                      <a:pt x="71" y="15"/>
                      <a:pt x="40" y="30"/>
                      <a:pt x="7" y="37"/>
                    </a:cubicBezTo>
                    <a:cubicBezTo>
                      <a:pt x="0" y="39"/>
                      <a:pt x="3" y="50"/>
                      <a:pt x="10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6" name="chenying0907 36"/>
              <p:cNvSpPr>
                <a:spLocks/>
              </p:cNvSpPr>
              <p:nvPr/>
            </p:nvSpPr>
            <p:spPr bwMode="auto">
              <a:xfrm>
                <a:off x="5929313" y="5272088"/>
                <a:ext cx="131763" cy="36513"/>
              </a:xfrm>
              <a:custGeom>
                <a:avLst/>
                <a:gdLst>
                  <a:gd name="T0" fmla="*/ 7 w 128"/>
                  <a:gd name="T1" fmla="*/ 30 h 35"/>
                  <a:gd name="T2" fmla="*/ 120 w 128"/>
                  <a:gd name="T3" fmla="*/ 16 h 35"/>
                  <a:gd name="T4" fmla="*/ 114 w 128"/>
                  <a:gd name="T5" fmla="*/ 2 h 35"/>
                  <a:gd name="T6" fmla="*/ 7 w 128"/>
                  <a:gd name="T7" fmla="*/ 18 h 35"/>
                  <a:gd name="T8" fmla="*/ 7 w 128"/>
                  <a:gd name="T9" fmla="*/ 3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35">
                    <a:moveTo>
                      <a:pt x="7" y="30"/>
                    </a:moveTo>
                    <a:cubicBezTo>
                      <a:pt x="47" y="33"/>
                      <a:pt x="84" y="35"/>
                      <a:pt x="120" y="16"/>
                    </a:cubicBezTo>
                    <a:cubicBezTo>
                      <a:pt x="128" y="11"/>
                      <a:pt x="122" y="0"/>
                      <a:pt x="114" y="2"/>
                    </a:cubicBezTo>
                    <a:cubicBezTo>
                      <a:pt x="79" y="10"/>
                      <a:pt x="43" y="15"/>
                      <a:pt x="7" y="18"/>
                    </a:cubicBezTo>
                    <a:cubicBezTo>
                      <a:pt x="0" y="18"/>
                      <a:pt x="0" y="29"/>
                      <a:pt x="7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7" name="chenying0907 37"/>
              <p:cNvSpPr>
                <a:spLocks/>
              </p:cNvSpPr>
              <p:nvPr/>
            </p:nvSpPr>
            <p:spPr bwMode="auto">
              <a:xfrm>
                <a:off x="5719763" y="5281613"/>
                <a:ext cx="104775" cy="34925"/>
              </a:xfrm>
              <a:custGeom>
                <a:avLst/>
                <a:gdLst>
                  <a:gd name="T0" fmla="*/ 3 w 101"/>
                  <a:gd name="T1" fmla="*/ 11 h 33"/>
                  <a:gd name="T2" fmla="*/ 94 w 101"/>
                  <a:gd name="T3" fmla="*/ 29 h 33"/>
                  <a:gd name="T4" fmla="*/ 94 w 101"/>
                  <a:gd name="T5" fmla="*/ 15 h 33"/>
                  <a:gd name="T6" fmla="*/ 6 w 101"/>
                  <a:gd name="T7" fmla="*/ 3 h 33"/>
                  <a:gd name="T8" fmla="*/ 3 w 101"/>
                  <a:gd name="T9" fmla="*/ 1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33">
                    <a:moveTo>
                      <a:pt x="3" y="11"/>
                    </a:moveTo>
                    <a:cubicBezTo>
                      <a:pt x="29" y="28"/>
                      <a:pt x="65" y="33"/>
                      <a:pt x="94" y="29"/>
                    </a:cubicBezTo>
                    <a:cubicBezTo>
                      <a:pt x="101" y="28"/>
                      <a:pt x="101" y="16"/>
                      <a:pt x="94" y="15"/>
                    </a:cubicBezTo>
                    <a:cubicBezTo>
                      <a:pt x="66" y="10"/>
                      <a:pt x="34" y="0"/>
                      <a:pt x="6" y="3"/>
                    </a:cubicBezTo>
                    <a:cubicBezTo>
                      <a:pt x="1" y="3"/>
                      <a:pt x="0" y="9"/>
                      <a:pt x="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8" name="chenying0907 38"/>
              <p:cNvSpPr>
                <a:spLocks/>
              </p:cNvSpPr>
              <p:nvPr/>
            </p:nvSpPr>
            <p:spPr bwMode="auto">
              <a:xfrm>
                <a:off x="5516563" y="5238751"/>
                <a:ext cx="103188" cy="33338"/>
              </a:xfrm>
              <a:custGeom>
                <a:avLst/>
                <a:gdLst>
                  <a:gd name="T0" fmla="*/ 5 w 100"/>
                  <a:gd name="T1" fmla="*/ 9 h 32"/>
                  <a:gd name="T2" fmla="*/ 92 w 100"/>
                  <a:gd name="T3" fmla="*/ 31 h 32"/>
                  <a:gd name="T4" fmla="*/ 94 w 100"/>
                  <a:gd name="T5" fmla="*/ 22 h 32"/>
                  <a:gd name="T6" fmla="*/ 7 w 100"/>
                  <a:gd name="T7" fmla="*/ 1 h 32"/>
                  <a:gd name="T8" fmla="*/ 5 w 100"/>
                  <a:gd name="T9" fmla="*/ 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2">
                    <a:moveTo>
                      <a:pt x="5" y="9"/>
                    </a:moveTo>
                    <a:cubicBezTo>
                      <a:pt x="34" y="18"/>
                      <a:pt x="62" y="26"/>
                      <a:pt x="92" y="31"/>
                    </a:cubicBezTo>
                    <a:cubicBezTo>
                      <a:pt x="98" y="32"/>
                      <a:pt x="100" y="24"/>
                      <a:pt x="94" y="22"/>
                    </a:cubicBezTo>
                    <a:cubicBezTo>
                      <a:pt x="66" y="13"/>
                      <a:pt x="37" y="6"/>
                      <a:pt x="7" y="1"/>
                    </a:cubicBezTo>
                    <a:cubicBezTo>
                      <a:pt x="2" y="0"/>
                      <a:pt x="0" y="7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9" name="chenying0907 39"/>
              <p:cNvSpPr>
                <a:spLocks/>
              </p:cNvSpPr>
              <p:nvPr/>
            </p:nvSpPr>
            <p:spPr bwMode="auto">
              <a:xfrm>
                <a:off x="5327651" y="5132388"/>
                <a:ext cx="85725" cy="60325"/>
              </a:xfrm>
              <a:custGeom>
                <a:avLst/>
                <a:gdLst>
                  <a:gd name="T0" fmla="*/ 2 w 82"/>
                  <a:gd name="T1" fmla="*/ 8 h 58"/>
                  <a:gd name="T2" fmla="*/ 71 w 82"/>
                  <a:gd name="T3" fmla="*/ 57 h 58"/>
                  <a:gd name="T4" fmla="*/ 74 w 82"/>
                  <a:gd name="T5" fmla="*/ 44 h 58"/>
                  <a:gd name="T6" fmla="*/ 11 w 82"/>
                  <a:gd name="T7" fmla="*/ 3 h 58"/>
                  <a:gd name="T8" fmla="*/ 2 w 82"/>
                  <a:gd name="T9" fmla="*/ 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58">
                    <a:moveTo>
                      <a:pt x="2" y="8"/>
                    </a:moveTo>
                    <a:cubicBezTo>
                      <a:pt x="14" y="38"/>
                      <a:pt x="41" y="52"/>
                      <a:pt x="71" y="57"/>
                    </a:cubicBezTo>
                    <a:cubicBezTo>
                      <a:pt x="79" y="58"/>
                      <a:pt x="82" y="47"/>
                      <a:pt x="74" y="44"/>
                    </a:cubicBezTo>
                    <a:cubicBezTo>
                      <a:pt x="51" y="35"/>
                      <a:pt x="30" y="19"/>
                      <a:pt x="11" y="3"/>
                    </a:cubicBezTo>
                    <a:cubicBezTo>
                      <a:pt x="8" y="0"/>
                      <a:pt x="0" y="3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80" name="chenying0907 40"/>
              <p:cNvSpPr>
                <a:spLocks/>
              </p:cNvSpPr>
              <p:nvPr/>
            </p:nvSpPr>
            <p:spPr bwMode="auto">
              <a:xfrm>
                <a:off x="5167313" y="4940301"/>
                <a:ext cx="87313" cy="103188"/>
              </a:xfrm>
              <a:custGeom>
                <a:avLst/>
                <a:gdLst>
                  <a:gd name="T0" fmla="*/ 4 w 83"/>
                  <a:gd name="T1" fmla="*/ 13 h 98"/>
                  <a:gd name="T2" fmla="*/ 72 w 83"/>
                  <a:gd name="T3" fmla="*/ 94 h 98"/>
                  <a:gd name="T4" fmla="*/ 80 w 83"/>
                  <a:gd name="T5" fmla="*/ 87 h 98"/>
                  <a:gd name="T6" fmla="*/ 13 w 83"/>
                  <a:gd name="T7" fmla="*/ 4 h 98"/>
                  <a:gd name="T8" fmla="*/ 4 w 83"/>
                  <a:gd name="T9" fmla="*/ 13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98">
                    <a:moveTo>
                      <a:pt x="4" y="13"/>
                    </a:moveTo>
                    <a:cubicBezTo>
                      <a:pt x="23" y="41"/>
                      <a:pt x="44" y="74"/>
                      <a:pt x="72" y="94"/>
                    </a:cubicBezTo>
                    <a:cubicBezTo>
                      <a:pt x="76" y="98"/>
                      <a:pt x="83" y="91"/>
                      <a:pt x="80" y="87"/>
                    </a:cubicBezTo>
                    <a:cubicBezTo>
                      <a:pt x="61" y="58"/>
                      <a:pt x="41" y="25"/>
                      <a:pt x="13" y="4"/>
                    </a:cubicBezTo>
                    <a:cubicBezTo>
                      <a:pt x="8" y="0"/>
                      <a:pt x="0" y="8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81" name="chenying0907 41"/>
              <p:cNvSpPr>
                <a:spLocks/>
              </p:cNvSpPr>
              <p:nvPr/>
            </p:nvSpPr>
            <p:spPr bwMode="auto">
              <a:xfrm>
                <a:off x="5113338" y="4803776"/>
                <a:ext cx="50800" cy="74613"/>
              </a:xfrm>
              <a:custGeom>
                <a:avLst/>
                <a:gdLst>
                  <a:gd name="T0" fmla="*/ 2 w 49"/>
                  <a:gd name="T1" fmla="*/ 6 h 71"/>
                  <a:gd name="T2" fmla="*/ 15 w 49"/>
                  <a:gd name="T3" fmla="*/ 35 h 71"/>
                  <a:gd name="T4" fmla="*/ 35 w 49"/>
                  <a:gd name="T5" fmla="*/ 65 h 71"/>
                  <a:gd name="T6" fmla="*/ 45 w 49"/>
                  <a:gd name="T7" fmla="*/ 59 h 71"/>
                  <a:gd name="T8" fmla="*/ 26 w 49"/>
                  <a:gd name="T9" fmla="*/ 28 h 71"/>
                  <a:gd name="T10" fmla="*/ 5 w 49"/>
                  <a:gd name="T11" fmla="*/ 3 h 71"/>
                  <a:gd name="T12" fmla="*/ 2 w 49"/>
                  <a:gd name="T13" fmla="*/ 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71">
                    <a:moveTo>
                      <a:pt x="2" y="6"/>
                    </a:moveTo>
                    <a:cubicBezTo>
                      <a:pt x="6" y="15"/>
                      <a:pt x="10" y="25"/>
                      <a:pt x="15" y="35"/>
                    </a:cubicBezTo>
                    <a:cubicBezTo>
                      <a:pt x="21" y="46"/>
                      <a:pt x="27" y="55"/>
                      <a:pt x="35" y="65"/>
                    </a:cubicBezTo>
                    <a:cubicBezTo>
                      <a:pt x="39" y="71"/>
                      <a:pt x="49" y="66"/>
                      <a:pt x="45" y="59"/>
                    </a:cubicBezTo>
                    <a:cubicBezTo>
                      <a:pt x="39" y="49"/>
                      <a:pt x="33" y="38"/>
                      <a:pt x="26" y="28"/>
                    </a:cubicBezTo>
                    <a:cubicBezTo>
                      <a:pt x="20" y="19"/>
                      <a:pt x="13" y="11"/>
                      <a:pt x="5" y="3"/>
                    </a:cubicBezTo>
                    <a:cubicBezTo>
                      <a:pt x="4" y="0"/>
                      <a:pt x="0" y="3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82" name="chenying0907 42"/>
              <p:cNvSpPr>
                <a:spLocks/>
              </p:cNvSpPr>
              <p:nvPr/>
            </p:nvSpPr>
            <p:spPr bwMode="auto">
              <a:xfrm>
                <a:off x="5035551" y="4613276"/>
                <a:ext cx="60325" cy="101600"/>
              </a:xfrm>
              <a:custGeom>
                <a:avLst/>
                <a:gdLst>
                  <a:gd name="T0" fmla="*/ 2 w 58"/>
                  <a:gd name="T1" fmla="*/ 8 h 97"/>
                  <a:gd name="T2" fmla="*/ 45 w 58"/>
                  <a:gd name="T3" fmla="*/ 91 h 97"/>
                  <a:gd name="T4" fmla="*/ 56 w 58"/>
                  <a:gd name="T5" fmla="*/ 84 h 97"/>
                  <a:gd name="T6" fmla="*/ 11 w 58"/>
                  <a:gd name="T7" fmla="*/ 4 h 97"/>
                  <a:gd name="T8" fmla="*/ 2 w 58"/>
                  <a:gd name="T9" fmla="*/ 8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7">
                    <a:moveTo>
                      <a:pt x="2" y="8"/>
                    </a:moveTo>
                    <a:cubicBezTo>
                      <a:pt x="10" y="37"/>
                      <a:pt x="25" y="67"/>
                      <a:pt x="45" y="91"/>
                    </a:cubicBezTo>
                    <a:cubicBezTo>
                      <a:pt x="50" y="97"/>
                      <a:pt x="58" y="91"/>
                      <a:pt x="56" y="84"/>
                    </a:cubicBezTo>
                    <a:cubicBezTo>
                      <a:pt x="49" y="54"/>
                      <a:pt x="29" y="28"/>
                      <a:pt x="11" y="4"/>
                    </a:cubicBezTo>
                    <a:cubicBezTo>
                      <a:pt x="7" y="0"/>
                      <a:pt x="0" y="2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83" name="chenying0907 43"/>
              <p:cNvSpPr>
                <a:spLocks/>
              </p:cNvSpPr>
              <p:nvPr/>
            </p:nvSpPr>
            <p:spPr bwMode="auto">
              <a:xfrm>
                <a:off x="4221163" y="4760913"/>
                <a:ext cx="82550" cy="20638"/>
              </a:xfrm>
              <a:custGeom>
                <a:avLst/>
                <a:gdLst>
                  <a:gd name="T0" fmla="*/ 2 w 79"/>
                  <a:gd name="T1" fmla="*/ 4 h 19"/>
                  <a:gd name="T2" fmla="*/ 74 w 79"/>
                  <a:gd name="T3" fmla="*/ 19 h 19"/>
                  <a:gd name="T4" fmla="*/ 76 w 79"/>
                  <a:gd name="T5" fmla="*/ 14 h 19"/>
                  <a:gd name="T6" fmla="*/ 3 w 79"/>
                  <a:gd name="T7" fmla="*/ 0 h 19"/>
                  <a:gd name="T8" fmla="*/ 2 w 79"/>
                  <a:gd name="T9" fmla="*/ 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19">
                    <a:moveTo>
                      <a:pt x="2" y="4"/>
                    </a:moveTo>
                    <a:cubicBezTo>
                      <a:pt x="26" y="11"/>
                      <a:pt x="50" y="14"/>
                      <a:pt x="74" y="19"/>
                    </a:cubicBezTo>
                    <a:cubicBezTo>
                      <a:pt x="77" y="19"/>
                      <a:pt x="79" y="15"/>
                      <a:pt x="76" y="14"/>
                    </a:cubicBezTo>
                    <a:cubicBezTo>
                      <a:pt x="52" y="8"/>
                      <a:pt x="27" y="7"/>
                      <a:pt x="3" y="0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84" name="chenying0907 44"/>
              <p:cNvSpPr>
                <a:spLocks/>
              </p:cNvSpPr>
              <p:nvPr/>
            </p:nvSpPr>
            <p:spPr bwMode="auto">
              <a:xfrm>
                <a:off x="4384676" y="4772026"/>
                <a:ext cx="106363" cy="17463"/>
              </a:xfrm>
              <a:custGeom>
                <a:avLst/>
                <a:gdLst>
                  <a:gd name="T0" fmla="*/ 5 w 102"/>
                  <a:gd name="T1" fmla="*/ 16 h 17"/>
                  <a:gd name="T2" fmla="*/ 98 w 102"/>
                  <a:gd name="T3" fmla="*/ 10 h 17"/>
                  <a:gd name="T4" fmla="*/ 98 w 102"/>
                  <a:gd name="T5" fmla="*/ 3 h 17"/>
                  <a:gd name="T6" fmla="*/ 3 w 102"/>
                  <a:gd name="T7" fmla="*/ 11 h 17"/>
                  <a:gd name="T8" fmla="*/ 5 w 102"/>
                  <a:gd name="T9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7">
                    <a:moveTo>
                      <a:pt x="5" y="16"/>
                    </a:moveTo>
                    <a:cubicBezTo>
                      <a:pt x="35" y="11"/>
                      <a:pt x="67" y="13"/>
                      <a:pt x="98" y="10"/>
                    </a:cubicBezTo>
                    <a:cubicBezTo>
                      <a:pt x="102" y="10"/>
                      <a:pt x="102" y="3"/>
                      <a:pt x="98" y="3"/>
                    </a:cubicBezTo>
                    <a:cubicBezTo>
                      <a:pt x="66" y="0"/>
                      <a:pt x="34" y="2"/>
                      <a:pt x="3" y="11"/>
                    </a:cubicBezTo>
                    <a:cubicBezTo>
                      <a:pt x="0" y="12"/>
                      <a:pt x="1" y="17"/>
                      <a:pt x="5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85" name="chenying0907 45"/>
              <p:cNvSpPr>
                <a:spLocks/>
              </p:cNvSpPr>
              <p:nvPr/>
            </p:nvSpPr>
            <p:spPr bwMode="auto">
              <a:xfrm>
                <a:off x="4584701" y="4762501"/>
                <a:ext cx="90488" cy="34925"/>
              </a:xfrm>
              <a:custGeom>
                <a:avLst/>
                <a:gdLst>
                  <a:gd name="T0" fmla="*/ 4 w 87"/>
                  <a:gd name="T1" fmla="*/ 20 h 33"/>
                  <a:gd name="T2" fmla="*/ 83 w 87"/>
                  <a:gd name="T3" fmla="*/ 12 h 33"/>
                  <a:gd name="T4" fmla="*/ 77 w 87"/>
                  <a:gd name="T5" fmla="*/ 2 h 33"/>
                  <a:gd name="T6" fmla="*/ 6 w 87"/>
                  <a:gd name="T7" fmla="*/ 10 h 33"/>
                  <a:gd name="T8" fmla="*/ 4 w 87"/>
                  <a:gd name="T9" fmla="*/ 2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3">
                    <a:moveTo>
                      <a:pt x="4" y="20"/>
                    </a:moveTo>
                    <a:cubicBezTo>
                      <a:pt x="29" y="33"/>
                      <a:pt x="61" y="33"/>
                      <a:pt x="83" y="12"/>
                    </a:cubicBezTo>
                    <a:cubicBezTo>
                      <a:pt x="87" y="9"/>
                      <a:pt x="83" y="0"/>
                      <a:pt x="77" y="2"/>
                    </a:cubicBezTo>
                    <a:cubicBezTo>
                      <a:pt x="55" y="11"/>
                      <a:pt x="30" y="13"/>
                      <a:pt x="6" y="10"/>
                    </a:cubicBezTo>
                    <a:cubicBezTo>
                      <a:pt x="1" y="10"/>
                      <a:pt x="0" y="17"/>
                      <a:pt x="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86" name="chenying0907 46"/>
              <p:cNvSpPr>
                <a:spLocks/>
              </p:cNvSpPr>
              <p:nvPr/>
            </p:nvSpPr>
            <p:spPr bwMode="auto">
              <a:xfrm>
                <a:off x="4751388" y="4727576"/>
                <a:ext cx="88900" cy="25400"/>
              </a:xfrm>
              <a:custGeom>
                <a:avLst/>
                <a:gdLst>
                  <a:gd name="T0" fmla="*/ 5 w 86"/>
                  <a:gd name="T1" fmla="*/ 24 h 25"/>
                  <a:gd name="T2" fmla="*/ 79 w 86"/>
                  <a:gd name="T3" fmla="*/ 11 h 25"/>
                  <a:gd name="T4" fmla="*/ 76 w 86"/>
                  <a:gd name="T5" fmla="*/ 1 h 25"/>
                  <a:gd name="T6" fmla="*/ 41 w 86"/>
                  <a:gd name="T7" fmla="*/ 8 h 25"/>
                  <a:gd name="T8" fmla="*/ 5 w 86"/>
                  <a:gd name="T9" fmla="*/ 17 h 25"/>
                  <a:gd name="T10" fmla="*/ 5 w 86"/>
                  <a:gd name="T11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6" h="25">
                    <a:moveTo>
                      <a:pt x="5" y="24"/>
                    </a:moveTo>
                    <a:cubicBezTo>
                      <a:pt x="32" y="25"/>
                      <a:pt x="54" y="20"/>
                      <a:pt x="79" y="11"/>
                    </a:cubicBezTo>
                    <a:cubicBezTo>
                      <a:pt x="86" y="9"/>
                      <a:pt x="83" y="0"/>
                      <a:pt x="76" y="1"/>
                    </a:cubicBezTo>
                    <a:cubicBezTo>
                      <a:pt x="64" y="3"/>
                      <a:pt x="53" y="5"/>
                      <a:pt x="41" y="8"/>
                    </a:cubicBezTo>
                    <a:cubicBezTo>
                      <a:pt x="30" y="11"/>
                      <a:pt x="17" y="16"/>
                      <a:pt x="5" y="17"/>
                    </a:cubicBezTo>
                    <a:cubicBezTo>
                      <a:pt x="0" y="17"/>
                      <a:pt x="0" y="24"/>
                      <a:pt x="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87" name="chenying0907 47"/>
              <p:cNvSpPr>
                <a:spLocks/>
              </p:cNvSpPr>
              <p:nvPr/>
            </p:nvSpPr>
            <p:spPr bwMode="auto">
              <a:xfrm>
                <a:off x="4892676" y="4657726"/>
                <a:ext cx="92075" cy="52388"/>
              </a:xfrm>
              <a:custGeom>
                <a:avLst/>
                <a:gdLst>
                  <a:gd name="T0" fmla="*/ 9 w 89"/>
                  <a:gd name="T1" fmla="*/ 48 h 50"/>
                  <a:gd name="T2" fmla="*/ 43 w 89"/>
                  <a:gd name="T3" fmla="*/ 32 h 50"/>
                  <a:gd name="T4" fmla="*/ 81 w 89"/>
                  <a:gd name="T5" fmla="*/ 15 h 50"/>
                  <a:gd name="T6" fmla="*/ 77 w 89"/>
                  <a:gd name="T7" fmla="*/ 1 h 50"/>
                  <a:gd name="T8" fmla="*/ 38 w 89"/>
                  <a:gd name="T9" fmla="*/ 14 h 50"/>
                  <a:gd name="T10" fmla="*/ 4 w 89"/>
                  <a:gd name="T11" fmla="*/ 41 h 50"/>
                  <a:gd name="T12" fmla="*/ 9 w 89"/>
                  <a:gd name="T13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" h="50">
                    <a:moveTo>
                      <a:pt x="9" y="48"/>
                    </a:moveTo>
                    <a:cubicBezTo>
                      <a:pt x="20" y="42"/>
                      <a:pt x="32" y="37"/>
                      <a:pt x="43" y="32"/>
                    </a:cubicBezTo>
                    <a:cubicBezTo>
                      <a:pt x="55" y="26"/>
                      <a:pt x="68" y="20"/>
                      <a:pt x="81" y="15"/>
                    </a:cubicBezTo>
                    <a:cubicBezTo>
                      <a:pt x="89" y="11"/>
                      <a:pt x="86" y="0"/>
                      <a:pt x="77" y="1"/>
                    </a:cubicBezTo>
                    <a:cubicBezTo>
                      <a:pt x="62" y="4"/>
                      <a:pt x="51" y="7"/>
                      <a:pt x="38" y="14"/>
                    </a:cubicBezTo>
                    <a:cubicBezTo>
                      <a:pt x="25" y="22"/>
                      <a:pt x="15" y="32"/>
                      <a:pt x="4" y="41"/>
                    </a:cubicBezTo>
                    <a:cubicBezTo>
                      <a:pt x="0" y="44"/>
                      <a:pt x="5" y="50"/>
                      <a:pt x="9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88" name="chenying0907 48"/>
              <p:cNvSpPr>
                <a:spLocks/>
              </p:cNvSpPr>
              <p:nvPr/>
            </p:nvSpPr>
            <p:spPr bwMode="auto">
              <a:xfrm>
                <a:off x="4024313" y="4714876"/>
                <a:ext cx="93663" cy="31750"/>
              </a:xfrm>
              <a:custGeom>
                <a:avLst/>
                <a:gdLst>
                  <a:gd name="T0" fmla="*/ 3 w 91"/>
                  <a:gd name="T1" fmla="*/ 6 h 31"/>
                  <a:gd name="T2" fmla="*/ 83 w 91"/>
                  <a:gd name="T3" fmla="*/ 30 h 31"/>
                  <a:gd name="T4" fmla="*/ 85 w 91"/>
                  <a:gd name="T5" fmla="*/ 21 h 31"/>
                  <a:gd name="T6" fmla="*/ 5 w 91"/>
                  <a:gd name="T7" fmla="*/ 1 h 31"/>
                  <a:gd name="T8" fmla="*/ 3 w 91"/>
                  <a:gd name="T9" fmla="*/ 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31">
                    <a:moveTo>
                      <a:pt x="3" y="6"/>
                    </a:moveTo>
                    <a:cubicBezTo>
                      <a:pt x="29" y="18"/>
                      <a:pt x="55" y="25"/>
                      <a:pt x="83" y="30"/>
                    </a:cubicBezTo>
                    <a:cubicBezTo>
                      <a:pt x="89" y="31"/>
                      <a:pt x="91" y="23"/>
                      <a:pt x="85" y="21"/>
                    </a:cubicBezTo>
                    <a:cubicBezTo>
                      <a:pt x="59" y="12"/>
                      <a:pt x="33" y="6"/>
                      <a:pt x="5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89" name="chenying0907 49"/>
              <p:cNvSpPr>
                <a:spLocks/>
              </p:cNvSpPr>
              <p:nvPr/>
            </p:nvSpPr>
            <p:spPr bwMode="auto">
              <a:xfrm>
                <a:off x="3851276" y="4625976"/>
                <a:ext cx="98425" cy="63500"/>
              </a:xfrm>
              <a:custGeom>
                <a:avLst/>
                <a:gdLst>
                  <a:gd name="T0" fmla="*/ 2 w 94"/>
                  <a:gd name="T1" fmla="*/ 4 h 61"/>
                  <a:gd name="T2" fmla="*/ 82 w 94"/>
                  <a:gd name="T3" fmla="*/ 60 h 61"/>
                  <a:gd name="T4" fmla="*/ 88 w 94"/>
                  <a:gd name="T5" fmla="*/ 49 h 61"/>
                  <a:gd name="T6" fmla="*/ 5 w 94"/>
                  <a:gd name="T7" fmla="*/ 1 h 61"/>
                  <a:gd name="T8" fmla="*/ 2 w 94"/>
                  <a:gd name="T9" fmla="*/ 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61">
                    <a:moveTo>
                      <a:pt x="2" y="4"/>
                    </a:moveTo>
                    <a:cubicBezTo>
                      <a:pt x="26" y="27"/>
                      <a:pt x="50" y="51"/>
                      <a:pt x="82" y="60"/>
                    </a:cubicBezTo>
                    <a:cubicBezTo>
                      <a:pt x="88" y="61"/>
                      <a:pt x="94" y="53"/>
                      <a:pt x="88" y="49"/>
                    </a:cubicBezTo>
                    <a:cubicBezTo>
                      <a:pt x="64" y="28"/>
                      <a:pt x="35" y="13"/>
                      <a:pt x="5" y="1"/>
                    </a:cubicBezTo>
                    <a:cubicBezTo>
                      <a:pt x="3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90" name="chenying0907 50"/>
              <p:cNvSpPr>
                <a:spLocks/>
              </p:cNvSpPr>
              <p:nvPr/>
            </p:nvSpPr>
            <p:spPr bwMode="auto">
              <a:xfrm>
                <a:off x="3706813" y="4486276"/>
                <a:ext cx="82550" cy="73025"/>
              </a:xfrm>
              <a:custGeom>
                <a:avLst/>
                <a:gdLst>
                  <a:gd name="T0" fmla="*/ 2 w 79"/>
                  <a:gd name="T1" fmla="*/ 9 h 71"/>
                  <a:gd name="T2" fmla="*/ 68 w 79"/>
                  <a:gd name="T3" fmla="*/ 69 h 71"/>
                  <a:gd name="T4" fmla="*/ 75 w 79"/>
                  <a:gd name="T5" fmla="*/ 61 h 71"/>
                  <a:gd name="T6" fmla="*/ 9 w 79"/>
                  <a:gd name="T7" fmla="*/ 4 h 71"/>
                  <a:gd name="T8" fmla="*/ 2 w 79"/>
                  <a:gd name="T9" fmla="*/ 9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71">
                    <a:moveTo>
                      <a:pt x="2" y="9"/>
                    </a:moveTo>
                    <a:cubicBezTo>
                      <a:pt x="15" y="34"/>
                      <a:pt x="42" y="57"/>
                      <a:pt x="68" y="69"/>
                    </a:cubicBezTo>
                    <a:cubicBezTo>
                      <a:pt x="73" y="71"/>
                      <a:pt x="79" y="65"/>
                      <a:pt x="75" y="61"/>
                    </a:cubicBezTo>
                    <a:cubicBezTo>
                      <a:pt x="53" y="40"/>
                      <a:pt x="28" y="25"/>
                      <a:pt x="9" y="4"/>
                    </a:cubicBezTo>
                    <a:cubicBezTo>
                      <a:pt x="5" y="0"/>
                      <a:pt x="0" y="5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91" name="chenying0907 51"/>
              <p:cNvSpPr>
                <a:spLocks/>
              </p:cNvSpPr>
              <p:nvPr/>
            </p:nvSpPr>
            <p:spPr bwMode="auto">
              <a:xfrm>
                <a:off x="3595688" y="4313238"/>
                <a:ext cx="57150" cy="82550"/>
              </a:xfrm>
              <a:custGeom>
                <a:avLst/>
                <a:gdLst>
                  <a:gd name="T0" fmla="*/ 1 w 56"/>
                  <a:gd name="T1" fmla="*/ 6 h 79"/>
                  <a:gd name="T2" fmla="*/ 45 w 56"/>
                  <a:gd name="T3" fmla="*/ 75 h 79"/>
                  <a:gd name="T4" fmla="*/ 52 w 56"/>
                  <a:gd name="T5" fmla="*/ 68 h 79"/>
                  <a:gd name="T6" fmla="*/ 9 w 56"/>
                  <a:gd name="T7" fmla="*/ 4 h 79"/>
                  <a:gd name="T8" fmla="*/ 1 w 56"/>
                  <a:gd name="T9" fmla="*/ 6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79">
                    <a:moveTo>
                      <a:pt x="1" y="6"/>
                    </a:moveTo>
                    <a:cubicBezTo>
                      <a:pt x="5" y="35"/>
                      <a:pt x="24" y="56"/>
                      <a:pt x="45" y="75"/>
                    </a:cubicBezTo>
                    <a:cubicBezTo>
                      <a:pt x="50" y="79"/>
                      <a:pt x="56" y="73"/>
                      <a:pt x="52" y="68"/>
                    </a:cubicBezTo>
                    <a:cubicBezTo>
                      <a:pt x="35" y="48"/>
                      <a:pt x="22" y="26"/>
                      <a:pt x="9" y="4"/>
                    </a:cubicBezTo>
                    <a:cubicBezTo>
                      <a:pt x="7" y="0"/>
                      <a:pt x="0" y="2"/>
                      <a:pt x="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92" name="chenying0907 52"/>
              <p:cNvSpPr>
                <a:spLocks/>
              </p:cNvSpPr>
              <p:nvPr/>
            </p:nvSpPr>
            <p:spPr bwMode="auto">
              <a:xfrm>
                <a:off x="3533776" y="4113213"/>
                <a:ext cx="42863" cy="101600"/>
              </a:xfrm>
              <a:custGeom>
                <a:avLst/>
                <a:gdLst>
                  <a:gd name="T0" fmla="*/ 2 w 42"/>
                  <a:gd name="T1" fmla="*/ 5 h 99"/>
                  <a:gd name="T2" fmla="*/ 31 w 42"/>
                  <a:gd name="T3" fmla="*/ 94 h 99"/>
                  <a:gd name="T4" fmla="*/ 39 w 42"/>
                  <a:gd name="T5" fmla="*/ 89 h 99"/>
                  <a:gd name="T6" fmla="*/ 10 w 42"/>
                  <a:gd name="T7" fmla="*/ 5 h 99"/>
                  <a:gd name="T8" fmla="*/ 2 w 42"/>
                  <a:gd name="T9" fmla="*/ 5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99">
                    <a:moveTo>
                      <a:pt x="2" y="5"/>
                    </a:moveTo>
                    <a:cubicBezTo>
                      <a:pt x="0" y="37"/>
                      <a:pt x="13" y="68"/>
                      <a:pt x="31" y="94"/>
                    </a:cubicBezTo>
                    <a:cubicBezTo>
                      <a:pt x="35" y="99"/>
                      <a:pt x="42" y="94"/>
                      <a:pt x="39" y="89"/>
                    </a:cubicBezTo>
                    <a:cubicBezTo>
                      <a:pt x="24" y="64"/>
                      <a:pt x="14" y="34"/>
                      <a:pt x="10" y="5"/>
                    </a:cubicBezTo>
                    <a:cubicBezTo>
                      <a:pt x="9" y="0"/>
                      <a:pt x="3" y="0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93" name="chenying0907 53"/>
              <p:cNvSpPr>
                <a:spLocks/>
              </p:cNvSpPr>
              <p:nvPr/>
            </p:nvSpPr>
            <p:spPr bwMode="auto">
              <a:xfrm>
                <a:off x="3517901" y="3932238"/>
                <a:ext cx="20638" cy="79375"/>
              </a:xfrm>
              <a:custGeom>
                <a:avLst/>
                <a:gdLst>
                  <a:gd name="T0" fmla="*/ 4 w 19"/>
                  <a:gd name="T1" fmla="*/ 4 h 76"/>
                  <a:gd name="T2" fmla="*/ 10 w 19"/>
                  <a:gd name="T3" fmla="*/ 71 h 76"/>
                  <a:gd name="T4" fmla="*/ 18 w 19"/>
                  <a:gd name="T5" fmla="*/ 68 h 76"/>
                  <a:gd name="T6" fmla="*/ 10 w 19"/>
                  <a:gd name="T7" fmla="*/ 4 h 76"/>
                  <a:gd name="T8" fmla="*/ 4 w 19"/>
                  <a:gd name="T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76">
                    <a:moveTo>
                      <a:pt x="4" y="4"/>
                    </a:moveTo>
                    <a:cubicBezTo>
                      <a:pt x="2" y="27"/>
                      <a:pt x="0" y="50"/>
                      <a:pt x="10" y="71"/>
                    </a:cubicBezTo>
                    <a:cubicBezTo>
                      <a:pt x="13" y="76"/>
                      <a:pt x="19" y="72"/>
                      <a:pt x="18" y="68"/>
                    </a:cubicBezTo>
                    <a:cubicBezTo>
                      <a:pt x="15" y="47"/>
                      <a:pt x="12" y="25"/>
                      <a:pt x="10" y="4"/>
                    </a:cubicBezTo>
                    <a:cubicBezTo>
                      <a:pt x="10" y="0"/>
                      <a:pt x="4" y="0"/>
                      <a:pt x="4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94" name="chenying0907 54"/>
              <p:cNvSpPr>
                <a:spLocks/>
              </p:cNvSpPr>
              <p:nvPr/>
            </p:nvSpPr>
            <p:spPr bwMode="auto">
              <a:xfrm>
                <a:off x="3522663" y="3695701"/>
                <a:ext cx="47625" cy="131763"/>
              </a:xfrm>
              <a:custGeom>
                <a:avLst/>
                <a:gdLst>
                  <a:gd name="T0" fmla="*/ 4 w 46"/>
                  <a:gd name="T1" fmla="*/ 125 h 127"/>
                  <a:gd name="T2" fmla="*/ 43 w 46"/>
                  <a:gd name="T3" fmla="*/ 12 h 127"/>
                  <a:gd name="T4" fmla="*/ 33 w 46"/>
                  <a:gd name="T5" fmla="*/ 6 h 127"/>
                  <a:gd name="T6" fmla="*/ 0 w 46"/>
                  <a:gd name="T7" fmla="*/ 124 h 127"/>
                  <a:gd name="T8" fmla="*/ 4 w 46"/>
                  <a:gd name="T9" fmla="*/ 125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127">
                    <a:moveTo>
                      <a:pt x="4" y="125"/>
                    </a:moveTo>
                    <a:cubicBezTo>
                      <a:pt x="17" y="88"/>
                      <a:pt x="25" y="47"/>
                      <a:pt x="43" y="12"/>
                    </a:cubicBezTo>
                    <a:cubicBezTo>
                      <a:pt x="46" y="5"/>
                      <a:pt x="37" y="0"/>
                      <a:pt x="33" y="6"/>
                    </a:cubicBezTo>
                    <a:cubicBezTo>
                      <a:pt x="10" y="43"/>
                      <a:pt x="6" y="82"/>
                      <a:pt x="0" y="124"/>
                    </a:cubicBezTo>
                    <a:cubicBezTo>
                      <a:pt x="0" y="126"/>
                      <a:pt x="3" y="127"/>
                      <a:pt x="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95" name="chenying0907 55"/>
              <p:cNvSpPr>
                <a:spLocks/>
              </p:cNvSpPr>
              <p:nvPr/>
            </p:nvSpPr>
            <p:spPr bwMode="auto">
              <a:xfrm>
                <a:off x="3586163" y="3575051"/>
                <a:ext cx="50800" cy="66675"/>
              </a:xfrm>
              <a:custGeom>
                <a:avLst/>
                <a:gdLst>
                  <a:gd name="T0" fmla="*/ 9 w 48"/>
                  <a:gd name="T1" fmla="*/ 61 h 64"/>
                  <a:gd name="T2" fmla="*/ 21 w 48"/>
                  <a:gd name="T3" fmla="*/ 53 h 64"/>
                  <a:gd name="T4" fmla="*/ 31 w 48"/>
                  <a:gd name="T5" fmla="*/ 40 h 64"/>
                  <a:gd name="T6" fmla="*/ 47 w 48"/>
                  <a:gd name="T7" fmla="*/ 9 h 64"/>
                  <a:gd name="T8" fmla="*/ 39 w 48"/>
                  <a:gd name="T9" fmla="*/ 3 h 64"/>
                  <a:gd name="T10" fmla="*/ 18 w 48"/>
                  <a:gd name="T11" fmla="*/ 29 h 64"/>
                  <a:gd name="T12" fmla="*/ 11 w 48"/>
                  <a:gd name="T13" fmla="*/ 41 h 64"/>
                  <a:gd name="T14" fmla="*/ 3 w 48"/>
                  <a:gd name="T15" fmla="*/ 57 h 64"/>
                  <a:gd name="T16" fmla="*/ 9 w 48"/>
                  <a:gd name="T17" fmla="*/ 61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64">
                    <a:moveTo>
                      <a:pt x="9" y="61"/>
                    </a:moveTo>
                    <a:cubicBezTo>
                      <a:pt x="13" y="58"/>
                      <a:pt x="17" y="56"/>
                      <a:pt x="21" y="53"/>
                    </a:cubicBezTo>
                    <a:cubicBezTo>
                      <a:pt x="25" y="49"/>
                      <a:pt x="28" y="45"/>
                      <a:pt x="31" y="40"/>
                    </a:cubicBezTo>
                    <a:cubicBezTo>
                      <a:pt x="39" y="31"/>
                      <a:pt x="44" y="21"/>
                      <a:pt x="47" y="9"/>
                    </a:cubicBezTo>
                    <a:cubicBezTo>
                      <a:pt x="48" y="5"/>
                      <a:pt x="43" y="0"/>
                      <a:pt x="39" y="3"/>
                    </a:cubicBezTo>
                    <a:cubicBezTo>
                      <a:pt x="30" y="11"/>
                      <a:pt x="24" y="19"/>
                      <a:pt x="18" y="29"/>
                    </a:cubicBezTo>
                    <a:cubicBezTo>
                      <a:pt x="15" y="33"/>
                      <a:pt x="13" y="37"/>
                      <a:pt x="11" y="41"/>
                    </a:cubicBezTo>
                    <a:cubicBezTo>
                      <a:pt x="8" y="46"/>
                      <a:pt x="6" y="52"/>
                      <a:pt x="3" y="57"/>
                    </a:cubicBezTo>
                    <a:cubicBezTo>
                      <a:pt x="0" y="60"/>
                      <a:pt x="5" y="64"/>
                      <a:pt x="9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96" name="chenying0907 56"/>
              <p:cNvSpPr>
                <a:spLocks/>
              </p:cNvSpPr>
              <p:nvPr/>
            </p:nvSpPr>
            <p:spPr bwMode="auto">
              <a:xfrm>
                <a:off x="3698876" y="3435351"/>
                <a:ext cx="66675" cy="74613"/>
              </a:xfrm>
              <a:custGeom>
                <a:avLst/>
                <a:gdLst>
                  <a:gd name="T0" fmla="*/ 11 w 64"/>
                  <a:gd name="T1" fmla="*/ 66 h 71"/>
                  <a:gd name="T2" fmla="*/ 60 w 64"/>
                  <a:gd name="T3" fmla="*/ 9 h 71"/>
                  <a:gd name="T4" fmla="*/ 56 w 64"/>
                  <a:gd name="T5" fmla="*/ 1 h 71"/>
                  <a:gd name="T6" fmla="*/ 2 w 64"/>
                  <a:gd name="T7" fmla="*/ 62 h 71"/>
                  <a:gd name="T8" fmla="*/ 11 w 64"/>
                  <a:gd name="T9" fmla="*/ 6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71">
                    <a:moveTo>
                      <a:pt x="11" y="66"/>
                    </a:moveTo>
                    <a:cubicBezTo>
                      <a:pt x="22" y="42"/>
                      <a:pt x="41" y="26"/>
                      <a:pt x="60" y="9"/>
                    </a:cubicBezTo>
                    <a:cubicBezTo>
                      <a:pt x="64" y="6"/>
                      <a:pt x="60" y="0"/>
                      <a:pt x="56" y="1"/>
                    </a:cubicBezTo>
                    <a:cubicBezTo>
                      <a:pt x="26" y="8"/>
                      <a:pt x="8" y="34"/>
                      <a:pt x="2" y="62"/>
                    </a:cubicBezTo>
                    <a:cubicBezTo>
                      <a:pt x="0" y="67"/>
                      <a:pt x="8" y="71"/>
                      <a:pt x="11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97" name="chenying0907 57"/>
              <p:cNvSpPr>
                <a:spLocks/>
              </p:cNvSpPr>
              <p:nvPr/>
            </p:nvSpPr>
            <p:spPr bwMode="auto">
              <a:xfrm>
                <a:off x="3798888" y="3357563"/>
                <a:ext cx="57150" cy="34925"/>
              </a:xfrm>
              <a:custGeom>
                <a:avLst/>
                <a:gdLst>
                  <a:gd name="T0" fmla="*/ 5 w 56"/>
                  <a:gd name="T1" fmla="*/ 33 h 34"/>
                  <a:gd name="T2" fmla="*/ 16 w 56"/>
                  <a:gd name="T3" fmla="*/ 32 h 34"/>
                  <a:gd name="T4" fmla="*/ 29 w 56"/>
                  <a:gd name="T5" fmla="*/ 28 h 34"/>
                  <a:gd name="T6" fmla="*/ 51 w 56"/>
                  <a:gd name="T7" fmla="*/ 13 h 34"/>
                  <a:gd name="T8" fmla="*/ 46 w 56"/>
                  <a:gd name="T9" fmla="*/ 2 h 34"/>
                  <a:gd name="T10" fmla="*/ 22 w 56"/>
                  <a:gd name="T11" fmla="*/ 11 h 34"/>
                  <a:gd name="T12" fmla="*/ 10 w 56"/>
                  <a:gd name="T13" fmla="*/ 19 h 34"/>
                  <a:gd name="T14" fmla="*/ 3 w 56"/>
                  <a:gd name="T15" fmla="*/ 27 h 34"/>
                  <a:gd name="T16" fmla="*/ 5 w 56"/>
                  <a:gd name="T17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34">
                    <a:moveTo>
                      <a:pt x="5" y="33"/>
                    </a:moveTo>
                    <a:cubicBezTo>
                      <a:pt x="9" y="32"/>
                      <a:pt x="12" y="33"/>
                      <a:pt x="16" y="32"/>
                    </a:cubicBezTo>
                    <a:cubicBezTo>
                      <a:pt x="20" y="31"/>
                      <a:pt x="24" y="29"/>
                      <a:pt x="29" y="28"/>
                    </a:cubicBezTo>
                    <a:cubicBezTo>
                      <a:pt x="38" y="24"/>
                      <a:pt x="43" y="19"/>
                      <a:pt x="51" y="13"/>
                    </a:cubicBezTo>
                    <a:cubicBezTo>
                      <a:pt x="56" y="10"/>
                      <a:pt x="53" y="0"/>
                      <a:pt x="46" y="2"/>
                    </a:cubicBezTo>
                    <a:cubicBezTo>
                      <a:pt x="37" y="5"/>
                      <a:pt x="30" y="7"/>
                      <a:pt x="22" y="11"/>
                    </a:cubicBezTo>
                    <a:cubicBezTo>
                      <a:pt x="18" y="14"/>
                      <a:pt x="14" y="16"/>
                      <a:pt x="10" y="19"/>
                    </a:cubicBezTo>
                    <a:cubicBezTo>
                      <a:pt x="7" y="21"/>
                      <a:pt x="5" y="25"/>
                      <a:pt x="3" y="27"/>
                    </a:cubicBezTo>
                    <a:cubicBezTo>
                      <a:pt x="0" y="29"/>
                      <a:pt x="1" y="34"/>
                      <a:pt x="5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98" name="chenying0907 58"/>
              <p:cNvSpPr>
                <a:spLocks/>
              </p:cNvSpPr>
              <p:nvPr/>
            </p:nvSpPr>
            <p:spPr bwMode="auto">
              <a:xfrm>
                <a:off x="3725863" y="3227388"/>
                <a:ext cx="76200" cy="69850"/>
              </a:xfrm>
              <a:custGeom>
                <a:avLst/>
                <a:gdLst>
                  <a:gd name="T0" fmla="*/ 69 w 74"/>
                  <a:gd name="T1" fmla="*/ 58 h 68"/>
                  <a:gd name="T2" fmla="*/ 42 w 74"/>
                  <a:gd name="T3" fmla="*/ 36 h 68"/>
                  <a:gd name="T4" fmla="*/ 14 w 74"/>
                  <a:gd name="T5" fmla="*/ 6 h 68"/>
                  <a:gd name="T6" fmla="*/ 3 w 74"/>
                  <a:gd name="T7" fmla="*/ 15 h 68"/>
                  <a:gd name="T8" fmla="*/ 66 w 74"/>
                  <a:gd name="T9" fmla="*/ 66 h 68"/>
                  <a:gd name="T10" fmla="*/ 69 w 74"/>
                  <a:gd name="T11" fmla="*/ 5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8">
                    <a:moveTo>
                      <a:pt x="69" y="58"/>
                    </a:moveTo>
                    <a:cubicBezTo>
                      <a:pt x="59" y="53"/>
                      <a:pt x="50" y="44"/>
                      <a:pt x="42" y="36"/>
                    </a:cubicBezTo>
                    <a:cubicBezTo>
                      <a:pt x="32" y="26"/>
                      <a:pt x="23" y="16"/>
                      <a:pt x="14" y="6"/>
                    </a:cubicBezTo>
                    <a:cubicBezTo>
                      <a:pt x="9" y="0"/>
                      <a:pt x="0" y="8"/>
                      <a:pt x="3" y="15"/>
                    </a:cubicBezTo>
                    <a:cubicBezTo>
                      <a:pt x="17" y="41"/>
                      <a:pt x="38" y="58"/>
                      <a:pt x="66" y="66"/>
                    </a:cubicBezTo>
                    <a:cubicBezTo>
                      <a:pt x="71" y="68"/>
                      <a:pt x="74" y="60"/>
                      <a:pt x="69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99" name="chenying0907 59"/>
              <p:cNvSpPr>
                <a:spLocks/>
              </p:cNvSpPr>
              <p:nvPr/>
            </p:nvSpPr>
            <p:spPr bwMode="auto">
              <a:xfrm>
                <a:off x="3622676" y="3065463"/>
                <a:ext cx="60325" cy="96838"/>
              </a:xfrm>
              <a:custGeom>
                <a:avLst/>
                <a:gdLst>
                  <a:gd name="T0" fmla="*/ 54 w 58"/>
                  <a:gd name="T1" fmla="*/ 85 h 94"/>
                  <a:gd name="T2" fmla="*/ 12 w 58"/>
                  <a:gd name="T3" fmla="*/ 6 h 94"/>
                  <a:gd name="T4" fmla="*/ 2 w 58"/>
                  <a:gd name="T5" fmla="*/ 9 h 94"/>
                  <a:gd name="T6" fmla="*/ 47 w 58"/>
                  <a:gd name="T7" fmla="*/ 91 h 94"/>
                  <a:gd name="T8" fmla="*/ 54 w 58"/>
                  <a:gd name="T9" fmla="*/ 85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4">
                    <a:moveTo>
                      <a:pt x="54" y="85"/>
                    </a:moveTo>
                    <a:cubicBezTo>
                      <a:pt x="37" y="61"/>
                      <a:pt x="23" y="35"/>
                      <a:pt x="12" y="6"/>
                    </a:cubicBezTo>
                    <a:cubicBezTo>
                      <a:pt x="10" y="0"/>
                      <a:pt x="0" y="2"/>
                      <a:pt x="2" y="9"/>
                    </a:cubicBezTo>
                    <a:cubicBezTo>
                      <a:pt x="7" y="41"/>
                      <a:pt x="22" y="71"/>
                      <a:pt x="47" y="91"/>
                    </a:cubicBezTo>
                    <a:cubicBezTo>
                      <a:pt x="51" y="94"/>
                      <a:pt x="58" y="90"/>
                      <a:pt x="54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00" name="chenying0907 60"/>
              <p:cNvSpPr>
                <a:spLocks/>
              </p:cNvSpPr>
              <p:nvPr/>
            </p:nvSpPr>
            <p:spPr bwMode="auto">
              <a:xfrm>
                <a:off x="3565526" y="2909888"/>
                <a:ext cx="22225" cy="68263"/>
              </a:xfrm>
              <a:custGeom>
                <a:avLst/>
                <a:gdLst>
                  <a:gd name="T0" fmla="*/ 22 w 22"/>
                  <a:gd name="T1" fmla="*/ 62 h 66"/>
                  <a:gd name="T2" fmla="*/ 9 w 22"/>
                  <a:gd name="T3" fmla="*/ 4 h 66"/>
                  <a:gd name="T4" fmla="*/ 1 w 22"/>
                  <a:gd name="T5" fmla="*/ 6 h 66"/>
                  <a:gd name="T6" fmla="*/ 18 w 22"/>
                  <a:gd name="T7" fmla="*/ 64 h 66"/>
                  <a:gd name="T8" fmla="*/ 22 w 22"/>
                  <a:gd name="T9" fmla="*/ 6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66">
                    <a:moveTo>
                      <a:pt x="22" y="62"/>
                    </a:moveTo>
                    <a:cubicBezTo>
                      <a:pt x="17" y="43"/>
                      <a:pt x="16" y="23"/>
                      <a:pt x="9" y="4"/>
                    </a:cubicBezTo>
                    <a:cubicBezTo>
                      <a:pt x="7" y="0"/>
                      <a:pt x="0" y="1"/>
                      <a:pt x="1" y="6"/>
                    </a:cubicBezTo>
                    <a:cubicBezTo>
                      <a:pt x="6" y="25"/>
                      <a:pt x="6" y="47"/>
                      <a:pt x="18" y="64"/>
                    </a:cubicBezTo>
                    <a:cubicBezTo>
                      <a:pt x="19" y="66"/>
                      <a:pt x="22" y="65"/>
                      <a:pt x="22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01" name="chenying0907 61"/>
              <p:cNvSpPr>
                <a:spLocks/>
              </p:cNvSpPr>
              <p:nvPr/>
            </p:nvSpPr>
            <p:spPr bwMode="auto">
              <a:xfrm>
                <a:off x="3538538" y="2741613"/>
                <a:ext cx="28575" cy="100013"/>
              </a:xfrm>
              <a:custGeom>
                <a:avLst/>
                <a:gdLst>
                  <a:gd name="T0" fmla="*/ 22 w 27"/>
                  <a:gd name="T1" fmla="*/ 89 h 96"/>
                  <a:gd name="T2" fmla="*/ 15 w 27"/>
                  <a:gd name="T3" fmla="*/ 8 h 96"/>
                  <a:gd name="T4" fmla="*/ 2 w 27"/>
                  <a:gd name="T5" fmla="*/ 8 h 96"/>
                  <a:gd name="T6" fmla="*/ 9 w 27"/>
                  <a:gd name="T7" fmla="*/ 89 h 96"/>
                  <a:gd name="T8" fmla="*/ 22 w 27"/>
                  <a:gd name="T9" fmla="*/ 89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96">
                    <a:moveTo>
                      <a:pt x="22" y="89"/>
                    </a:moveTo>
                    <a:cubicBezTo>
                      <a:pt x="27" y="62"/>
                      <a:pt x="18" y="35"/>
                      <a:pt x="15" y="8"/>
                    </a:cubicBezTo>
                    <a:cubicBezTo>
                      <a:pt x="14" y="0"/>
                      <a:pt x="3" y="0"/>
                      <a:pt x="2" y="8"/>
                    </a:cubicBezTo>
                    <a:cubicBezTo>
                      <a:pt x="0" y="35"/>
                      <a:pt x="4" y="62"/>
                      <a:pt x="9" y="89"/>
                    </a:cubicBezTo>
                    <a:cubicBezTo>
                      <a:pt x="10" y="96"/>
                      <a:pt x="21" y="96"/>
                      <a:pt x="22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02" name="chenying0907 62"/>
              <p:cNvSpPr>
                <a:spLocks/>
              </p:cNvSpPr>
              <p:nvPr/>
            </p:nvSpPr>
            <p:spPr bwMode="auto">
              <a:xfrm>
                <a:off x="3546476" y="2592388"/>
                <a:ext cx="22225" cy="73025"/>
              </a:xfrm>
              <a:custGeom>
                <a:avLst/>
                <a:gdLst>
                  <a:gd name="T0" fmla="*/ 13 w 22"/>
                  <a:gd name="T1" fmla="*/ 66 h 70"/>
                  <a:gd name="T2" fmla="*/ 21 w 22"/>
                  <a:gd name="T3" fmla="*/ 8 h 70"/>
                  <a:gd name="T4" fmla="*/ 11 w 22"/>
                  <a:gd name="T5" fmla="*/ 6 h 70"/>
                  <a:gd name="T6" fmla="*/ 5 w 22"/>
                  <a:gd name="T7" fmla="*/ 66 h 70"/>
                  <a:gd name="T8" fmla="*/ 13 w 22"/>
                  <a:gd name="T9" fmla="*/ 6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70">
                    <a:moveTo>
                      <a:pt x="13" y="66"/>
                    </a:moveTo>
                    <a:cubicBezTo>
                      <a:pt x="17" y="47"/>
                      <a:pt x="16" y="27"/>
                      <a:pt x="21" y="8"/>
                    </a:cubicBezTo>
                    <a:cubicBezTo>
                      <a:pt x="22" y="2"/>
                      <a:pt x="13" y="0"/>
                      <a:pt x="11" y="6"/>
                    </a:cubicBezTo>
                    <a:cubicBezTo>
                      <a:pt x="4" y="26"/>
                      <a:pt x="0" y="45"/>
                      <a:pt x="5" y="66"/>
                    </a:cubicBezTo>
                    <a:cubicBezTo>
                      <a:pt x="6" y="70"/>
                      <a:pt x="12" y="70"/>
                      <a:pt x="1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03" name="chenying0907 63"/>
              <p:cNvSpPr>
                <a:spLocks/>
              </p:cNvSpPr>
              <p:nvPr/>
            </p:nvSpPr>
            <p:spPr bwMode="auto">
              <a:xfrm>
                <a:off x="3595688" y="2397126"/>
                <a:ext cx="49213" cy="103188"/>
              </a:xfrm>
              <a:custGeom>
                <a:avLst/>
                <a:gdLst>
                  <a:gd name="T0" fmla="*/ 7 w 47"/>
                  <a:gd name="T1" fmla="*/ 96 h 99"/>
                  <a:gd name="T2" fmla="*/ 45 w 47"/>
                  <a:gd name="T3" fmla="*/ 8 h 99"/>
                  <a:gd name="T4" fmla="*/ 36 w 47"/>
                  <a:gd name="T5" fmla="*/ 5 h 99"/>
                  <a:gd name="T6" fmla="*/ 0 w 47"/>
                  <a:gd name="T7" fmla="*/ 94 h 99"/>
                  <a:gd name="T8" fmla="*/ 7 w 47"/>
                  <a:gd name="T9" fmla="*/ 96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99">
                    <a:moveTo>
                      <a:pt x="7" y="96"/>
                    </a:moveTo>
                    <a:cubicBezTo>
                      <a:pt x="20" y="67"/>
                      <a:pt x="33" y="38"/>
                      <a:pt x="45" y="8"/>
                    </a:cubicBezTo>
                    <a:cubicBezTo>
                      <a:pt x="47" y="3"/>
                      <a:pt x="39" y="0"/>
                      <a:pt x="36" y="5"/>
                    </a:cubicBezTo>
                    <a:cubicBezTo>
                      <a:pt x="19" y="33"/>
                      <a:pt x="4" y="61"/>
                      <a:pt x="0" y="94"/>
                    </a:cubicBezTo>
                    <a:cubicBezTo>
                      <a:pt x="0" y="97"/>
                      <a:pt x="6" y="99"/>
                      <a:pt x="7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04" name="chenying0907 64"/>
              <p:cNvSpPr>
                <a:spLocks/>
              </p:cNvSpPr>
              <p:nvPr/>
            </p:nvSpPr>
            <p:spPr bwMode="auto">
              <a:xfrm>
                <a:off x="3670301" y="2254251"/>
                <a:ext cx="57150" cy="80963"/>
              </a:xfrm>
              <a:custGeom>
                <a:avLst/>
                <a:gdLst>
                  <a:gd name="T0" fmla="*/ 8 w 55"/>
                  <a:gd name="T1" fmla="*/ 74 h 78"/>
                  <a:gd name="T2" fmla="*/ 27 w 55"/>
                  <a:gd name="T3" fmla="*/ 44 h 78"/>
                  <a:gd name="T4" fmla="*/ 52 w 55"/>
                  <a:gd name="T5" fmla="*/ 10 h 78"/>
                  <a:gd name="T6" fmla="*/ 45 w 55"/>
                  <a:gd name="T7" fmla="*/ 3 h 78"/>
                  <a:gd name="T8" fmla="*/ 16 w 55"/>
                  <a:gd name="T9" fmla="*/ 33 h 78"/>
                  <a:gd name="T10" fmla="*/ 1 w 55"/>
                  <a:gd name="T11" fmla="*/ 72 h 78"/>
                  <a:gd name="T12" fmla="*/ 8 w 55"/>
                  <a:gd name="T13" fmla="*/ 74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78">
                    <a:moveTo>
                      <a:pt x="8" y="74"/>
                    </a:moveTo>
                    <a:cubicBezTo>
                      <a:pt x="12" y="63"/>
                      <a:pt x="21" y="53"/>
                      <a:pt x="27" y="44"/>
                    </a:cubicBezTo>
                    <a:cubicBezTo>
                      <a:pt x="35" y="32"/>
                      <a:pt x="45" y="22"/>
                      <a:pt x="52" y="10"/>
                    </a:cubicBezTo>
                    <a:cubicBezTo>
                      <a:pt x="55" y="6"/>
                      <a:pt x="50" y="0"/>
                      <a:pt x="45" y="3"/>
                    </a:cubicBezTo>
                    <a:cubicBezTo>
                      <a:pt x="34" y="11"/>
                      <a:pt x="25" y="21"/>
                      <a:pt x="16" y="33"/>
                    </a:cubicBezTo>
                    <a:cubicBezTo>
                      <a:pt x="7" y="45"/>
                      <a:pt x="5" y="57"/>
                      <a:pt x="1" y="72"/>
                    </a:cubicBezTo>
                    <a:cubicBezTo>
                      <a:pt x="0" y="76"/>
                      <a:pt x="6" y="78"/>
                      <a:pt x="8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05" name="chenying0907 65"/>
              <p:cNvSpPr>
                <a:spLocks/>
              </p:cNvSpPr>
              <p:nvPr/>
            </p:nvSpPr>
            <p:spPr bwMode="auto">
              <a:xfrm>
                <a:off x="3754438" y="2087563"/>
                <a:ext cx="73025" cy="87313"/>
              </a:xfrm>
              <a:custGeom>
                <a:avLst/>
                <a:gdLst>
                  <a:gd name="T0" fmla="*/ 6 w 71"/>
                  <a:gd name="T1" fmla="*/ 84 h 85"/>
                  <a:gd name="T2" fmla="*/ 66 w 71"/>
                  <a:gd name="T3" fmla="*/ 14 h 85"/>
                  <a:gd name="T4" fmla="*/ 58 w 71"/>
                  <a:gd name="T5" fmla="*/ 5 h 85"/>
                  <a:gd name="T6" fmla="*/ 1 w 71"/>
                  <a:gd name="T7" fmla="*/ 81 h 85"/>
                  <a:gd name="T8" fmla="*/ 6 w 71"/>
                  <a:gd name="T9" fmla="*/ 8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85">
                    <a:moveTo>
                      <a:pt x="6" y="84"/>
                    </a:moveTo>
                    <a:cubicBezTo>
                      <a:pt x="31" y="64"/>
                      <a:pt x="46" y="37"/>
                      <a:pt x="66" y="14"/>
                    </a:cubicBezTo>
                    <a:cubicBezTo>
                      <a:pt x="71" y="8"/>
                      <a:pt x="64" y="0"/>
                      <a:pt x="58" y="5"/>
                    </a:cubicBezTo>
                    <a:cubicBezTo>
                      <a:pt x="33" y="26"/>
                      <a:pt x="11" y="49"/>
                      <a:pt x="1" y="81"/>
                    </a:cubicBezTo>
                    <a:cubicBezTo>
                      <a:pt x="0" y="84"/>
                      <a:pt x="4" y="85"/>
                      <a:pt x="6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06" name="chenying0907 66"/>
              <p:cNvSpPr>
                <a:spLocks/>
              </p:cNvSpPr>
              <p:nvPr/>
            </p:nvSpPr>
            <p:spPr bwMode="auto">
              <a:xfrm>
                <a:off x="3865563" y="1936751"/>
                <a:ext cx="80963" cy="104775"/>
              </a:xfrm>
              <a:custGeom>
                <a:avLst/>
                <a:gdLst>
                  <a:gd name="T0" fmla="*/ 8 w 79"/>
                  <a:gd name="T1" fmla="*/ 98 h 101"/>
                  <a:gd name="T2" fmla="*/ 74 w 79"/>
                  <a:gd name="T3" fmla="*/ 12 h 101"/>
                  <a:gd name="T4" fmla="*/ 67 w 79"/>
                  <a:gd name="T5" fmla="*/ 5 h 101"/>
                  <a:gd name="T6" fmla="*/ 31 w 79"/>
                  <a:gd name="T7" fmla="*/ 43 h 101"/>
                  <a:gd name="T8" fmla="*/ 2 w 79"/>
                  <a:gd name="T9" fmla="*/ 94 h 101"/>
                  <a:gd name="T10" fmla="*/ 8 w 79"/>
                  <a:gd name="T11" fmla="*/ 9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101">
                    <a:moveTo>
                      <a:pt x="8" y="98"/>
                    </a:moveTo>
                    <a:cubicBezTo>
                      <a:pt x="34" y="72"/>
                      <a:pt x="51" y="41"/>
                      <a:pt x="74" y="12"/>
                    </a:cubicBezTo>
                    <a:cubicBezTo>
                      <a:pt x="79" y="7"/>
                      <a:pt x="72" y="0"/>
                      <a:pt x="67" y="5"/>
                    </a:cubicBezTo>
                    <a:cubicBezTo>
                      <a:pt x="53" y="17"/>
                      <a:pt x="41" y="28"/>
                      <a:pt x="31" y="43"/>
                    </a:cubicBezTo>
                    <a:cubicBezTo>
                      <a:pt x="20" y="59"/>
                      <a:pt x="12" y="76"/>
                      <a:pt x="2" y="94"/>
                    </a:cubicBezTo>
                    <a:cubicBezTo>
                      <a:pt x="0" y="97"/>
                      <a:pt x="5" y="101"/>
                      <a:pt x="8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07" name="chenying0907 67"/>
              <p:cNvSpPr>
                <a:spLocks/>
              </p:cNvSpPr>
              <p:nvPr/>
            </p:nvSpPr>
            <p:spPr bwMode="auto">
              <a:xfrm>
                <a:off x="3984626" y="1827213"/>
                <a:ext cx="87313" cy="65088"/>
              </a:xfrm>
              <a:custGeom>
                <a:avLst/>
                <a:gdLst>
                  <a:gd name="T0" fmla="*/ 8 w 85"/>
                  <a:gd name="T1" fmla="*/ 61 h 63"/>
                  <a:gd name="T2" fmla="*/ 23 w 85"/>
                  <a:gd name="T3" fmla="*/ 57 h 63"/>
                  <a:gd name="T4" fmla="*/ 40 w 85"/>
                  <a:gd name="T5" fmla="*/ 47 h 63"/>
                  <a:gd name="T6" fmla="*/ 76 w 85"/>
                  <a:gd name="T7" fmla="*/ 21 h 63"/>
                  <a:gd name="T8" fmla="*/ 67 w 85"/>
                  <a:gd name="T9" fmla="*/ 6 h 63"/>
                  <a:gd name="T10" fmla="*/ 34 w 85"/>
                  <a:gd name="T11" fmla="*/ 26 h 63"/>
                  <a:gd name="T12" fmla="*/ 18 w 85"/>
                  <a:gd name="T13" fmla="*/ 38 h 63"/>
                  <a:gd name="T14" fmla="*/ 3 w 85"/>
                  <a:gd name="T15" fmla="*/ 53 h 63"/>
                  <a:gd name="T16" fmla="*/ 8 w 85"/>
                  <a:gd name="T17" fmla="*/ 6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" h="63">
                    <a:moveTo>
                      <a:pt x="8" y="61"/>
                    </a:moveTo>
                    <a:cubicBezTo>
                      <a:pt x="13" y="59"/>
                      <a:pt x="18" y="59"/>
                      <a:pt x="23" y="57"/>
                    </a:cubicBezTo>
                    <a:cubicBezTo>
                      <a:pt x="29" y="54"/>
                      <a:pt x="35" y="50"/>
                      <a:pt x="40" y="47"/>
                    </a:cubicBezTo>
                    <a:cubicBezTo>
                      <a:pt x="53" y="39"/>
                      <a:pt x="64" y="30"/>
                      <a:pt x="76" y="21"/>
                    </a:cubicBezTo>
                    <a:cubicBezTo>
                      <a:pt x="85" y="14"/>
                      <a:pt x="77" y="0"/>
                      <a:pt x="67" y="6"/>
                    </a:cubicBezTo>
                    <a:cubicBezTo>
                      <a:pt x="56" y="12"/>
                      <a:pt x="44" y="18"/>
                      <a:pt x="34" y="26"/>
                    </a:cubicBezTo>
                    <a:cubicBezTo>
                      <a:pt x="28" y="30"/>
                      <a:pt x="23" y="34"/>
                      <a:pt x="18" y="38"/>
                    </a:cubicBezTo>
                    <a:cubicBezTo>
                      <a:pt x="11" y="42"/>
                      <a:pt x="8" y="48"/>
                      <a:pt x="3" y="53"/>
                    </a:cubicBezTo>
                    <a:cubicBezTo>
                      <a:pt x="0" y="57"/>
                      <a:pt x="3" y="63"/>
                      <a:pt x="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08" name="chenying0907 68"/>
              <p:cNvSpPr>
                <a:spLocks/>
              </p:cNvSpPr>
              <p:nvPr/>
            </p:nvSpPr>
            <p:spPr bwMode="auto">
              <a:xfrm>
                <a:off x="4127501" y="1725613"/>
                <a:ext cx="109538" cy="76200"/>
              </a:xfrm>
              <a:custGeom>
                <a:avLst/>
                <a:gdLst>
                  <a:gd name="T0" fmla="*/ 9 w 105"/>
                  <a:gd name="T1" fmla="*/ 71 h 74"/>
                  <a:gd name="T2" fmla="*/ 96 w 105"/>
                  <a:gd name="T3" fmla="*/ 16 h 74"/>
                  <a:gd name="T4" fmla="*/ 89 w 105"/>
                  <a:gd name="T5" fmla="*/ 4 h 74"/>
                  <a:gd name="T6" fmla="*/ 2 w 105"/>
                  <a:gd name="T7" fmla="*/ 66 h 74"/>
                  <a:gd name="T8" fmla="*/ 9 w 105"/>
                  <a:gd name="T9" fmla="*/ 71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74">
                    <a:moveTo>
                      <a:pt x="9" y="71"/>
                    </a:moveTo>
                    <a:cubicBezTo>
                      <a:pt x="33" y="47"/>
                      <a:pt x="67" y="33"/>
                      <a:pt x="96" y="16"/>
                    </a:cubicBezTo>
                    <a:cubicBezTo>
                      <a:pt x="105" y="12"/>
                      <a:pt x="97" y="0"/>
                      <a:pt x="89" y="4"/>
                    </a:cubicBezTo>
                    <a:cubicBezTo>
                      <a:pt x="55" y="19"/>
                      <a:pt x="22" y="32"/>
                      <a:pt x="2" y="66"/>
                    </a:cubicBezTo>
                    <a:cubicBezTo>
                      <a:pt x="0" y="70"/>
                      <a:pt x="5" y="74"/>
                      <a:pt x="9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09" name="chenying0907 69"/>
              <p:cNvSpPr>
                <a:spLocks/>
              </p:cNvSpPr>
              <p:nvPr/>
            </p:nvSpPr>
            <p:spPr bwMode="auto">
              <a:xfrm>
                <a:off x="4300538" y="1655763"/>
                <a:ext cx="87313" cy="47625"/>
              </a:xfrm>
              <a:custGeom>
                <a:avLst/>
                <a:gdLst>
                  <a:gd name="T0" fmla="*/ 7 w 84"/>
                  <a:gd name="T1" fmla="*/ 46 h 47"/>
                  <a:gd name="T2" fmla="*/ 80 w 84"/>
                  <a:gd name="T3" fmla="*/ 9 h 47"/>
                  <a:gd name="T4" fmla="*/ 77 w 84"/>
                  <a:gd name="T5" fmla="*/ 3 h 47"/>
                  <a:gd name="T6" fmla="*/ 5 w 84"/>
                  <a:gd name="T7" fmla="*/ 38 h 47"/>
                  <a:gd name="T8" fmla="*/ 7 w 84"/>
                  <a:gd name="T9" fmla="*/ 4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47">
                    <a:moveTo>
                      <a:pt x="7" y="46"/>
                    </a:moveTo>
                    <a:cubicBezTo>
                      <a:pt x="36" y="41"/>
                      <a:pt x="58" y="26"/>
                      <a:pt x="80" y="9"/>
                    </a:cubicBezTo>
                    <a:cubicBezTo>
                      <a:pt x="84" y="6"/>
                      <a:pt x="81" y="0"/>
                      <a:pt x="77" y="3"/>
                    </a:cubicBezTo>
                    <a:cubicBezTo>
                      <a:pt x="54" y="16"/>
                      <a:pt x="30" y="29"/>
                      <a:pt x="5" y="38"/>
                    </a:cubicBezTo>
                    <a:cubicBezTo>
                      <a:pt x="0" y="40"/>
                      <a:pt x="2" y="47"/>
                      <a:pt x="7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10" name="chenying0907 70"/>
              <p:cNvSpPr>
                <a:spLocks/>
              </p:cNvSpPr>
              <p:nvPr/>
            </p:nvSpPr>
            <p:spPr bwMode="auto">
              <a:xfrm>
                <a:off x="4451351" y="1609726"/>
                <a:ext cx="103188" cy="31750"/>
              </a:xfrm>
              <a:custGeom>
                <a:avLst/>
                <a:gdLst>
                  <a:gd name="T0" fmla="*/ 4 w 100"/>
                  <a:gd name="T1" fmla="*/ 25 h 31"/>
                  <a:gd name="T2" fmla="*/ 95 w 100"/>
                  <a:gd name="T3" fmla="*/ 11 h 31"/>
                  <a:gd name="T4" fmla="*/ 92 w 100"/>
                  <a:gd name="T5" fmla="*/ 1 h 31"/>
                  <a:gd name="T6" fmla="*/ 4 w 100"/>
                  <a:gd name="T7" fmla="*/ 17 h 31"/>
                  <a:gd name="T8" fmla="*/ 4 w 100"/>
                  <a:gd name="T9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1">
                    <a:moveTo>
                      <a:pt x="4" y="25"/>
                    </a:moveTo>
                    <a:cubicBezTo>
                      <a:pt x="34" y="31"/>
                      <a:pt x="67" y="23"/>
                      <a:pt x="95" y="11"/>
                    </a:cubicBezTo>
                    <a:cubicBezTo>
                      <a:pt x="100" y="9"/>
                      <a:pt x="97" y="0"/>
                      <a:pt x="92" y="1"/>
                    </a:cubicBezTo>
                    <a:cubicBezTo>
                      <a:pt x="63" y="3"/>
                      <a:pt x="32" y="9"/>
                      <a:pt x="4" y="17"/>
                    </a:cubicBezTo>
                    <a:cubicBezTo>
                      <a:pt x="0" y="18"/>
                      <a:pt x="0" y="24"/>
                      <a:pt x="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11" name="chenying0907 71"/>
              <p:cNvSpPr>
                <a:spLocks/>
              </p:cNvSpPr>
              <p:nvPr/>
            </p:nvSpPr>
            <p:spPr bwMode="auto">
              <a:xfrm>
                <a:off x="4638676" y="1628776"/>
                <a:ext cx="109538" cy="19050"/>
              </a:xfrm>
              <a:custGeom>
                <a:avLst/>
                <a:gdLst>
                  <a:gd name="T0" fmla="*/ 4 w 105"/>
                  <a:gd name="T1" fmla="*/ 13 h 18"/>
                  <a:gd name="T2" fmla="*/ 99 w 105"/>
                  <a:gd name="T3" fmla="*/ 14 h 18"/>
                  <a:gd name="T4" fmla="*/ 99 w 105"/>
                  <a:gd name="T5" fmla="*/ 4 h 18"/>
                  <a:gd name="T6" fmla="*/ 4 w 105"/>
                  <a:gd name="T7" fmla="*/ 5 h 18"/>
                  <a:gd name="T8" fmla="*/ 4 w 105"/>
                  <a:gd name="T9" fmla="*/ 1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18">
                    <a:moveTo>
                      <a:pt x="4" y="13"/>
                    </a:moveTo>
                    <a:cubicBezTo>
                      <a:pt x="35" y="18"/>
                      <a:pt x="67" y="17"/>
                      <a:pt x="99" y="14"/>
                    </a:cubicBezTo>
                    <a:cubicBezTo>
                      <a:pt x="105" y="13"/>
                      <a:pt x="105" y="5"/>
                      <a:pt x="99" y="4"/>
                    </a:cubicBezTo>
                    <a:cubicBezTo>
                      <a:pt x="67" y="1"/>
                      <a:pt x="35" y="0"/>
                      <a:pt x="4" y="5"/>
                    </a:cubicBezTo>
                    <a:cubicBezTo>
                      <a:pt x="0" y="6"/>
                      <a:pt x="0" y="12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12" name="chenying0907 72"/>
              <p:cNvSpPr>
                <a:spLocks/>
              </p:cNvSpPr>
              <p:nvPr/>
            </p:nvSpPr>
            <p:spPr bwMode="auto">
              <a:xfrm>
                <a:off x="4851401" y="1643063"/>
                <a:ext cx="68263" cy="30163"/>
              </a:xfrm>
              <a:custGeom>
                <a:avLst/>
                <a:gdLst>
                  <a:gd name="T0" fmla="*/ 2 w 65"/>
                  <a:gd name="T1" fmla="*/ 4 h 28"/>
                  <a:gd name="T2" fmla="*/ 59 w 65"/>
                  <a:gd name="T3" fmla="*/ 27 h 28"/>
                  <a:gd name="T4" fmla="*/ 62 w 65"/>
                  <a:gd name="T5" fmla="*/ 21 h 28"/>
                  <a:gd name="T6" fmla="*/ 3 w 65"/>
                  <a:gd name="T7" fmla="*/ 1 h 28"/>
                  <a:gd name="T8" fmla="*/ 2 w 65"/>
                  <a:gd name="T9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28">
                    <a:moveTo>
                      <a:pt x="2" y="4"/>
                    </a:moveTo>
                    <a:cubicBezTo>
                      <a:pt x="19" y="15"/>
                      <a:pt x="40" y="22"/>
                      <a:pt x="59" y="27"/>
                    </a:cubicBezTo>
                    <a:cubicBezTo>
                      <a:pt x="63" y="28"/>
                      <a:pt x="65" y="23"/>
                      <a:pt x="62" y="21"/>
                    </a:cubicBezTo>
                    <a:cubicBezTo>
                      <a:pt x="43" y="13"/>
                      <a:pt x="23" y="7"/>
                      <a:pt x="3" y="1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13" name="chenying0907 73"/>
              <p:cNvSpPr>
                <a:spLocks/>
              </p:cNvSpPr>
              <p:nvPr/>
            </p:nvSpPr>
            <p:spPr bwMode="auto">
              <a:xfrm>
                <a:off x="5008563" y="1714501"/>
                <a:ext cx="71438" cy="33338"/>
              </a:xfrm>
              <a:custGeom>
                <a:avLst/>
                <a:gdLst>
                  <a:gd name="T0" fmla="*/ 3 w 68"/>
                  <a:gd name="T1" fmla="*/ 10 h 33"/>
                  <a:gd name="T2" fmla="*/ 59 w 68"/>
                  <a:gd name="T3" fmla="*/ 32 h 33"/>
                  <a:gd name="T4" fmla="*/ 64 w 68"/>
                  <a:gd name="T5" fmla="*/ 26 h 33"/>
                  <a:gd name="T6" fmla="*/ 3 w 68"/>
                  <a:gd name="T7" fmla="*/ 4 h 33"/>
                  <a:gd name="T8" fmla="*/ 3 w 68"/>
                  <a:gd name="T9" fmla="*/ 1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3">
                    <a:moveTo>
                      <a:pt x="3" y="10"/>
                    </a:moveTo>
                    <a:cubicBezTo>
                      <a:pt x="23" y="14"/>
                      <a:pt x="40" y="23"/>
                      <a:pt x="59" y="32"/>
                    </a:cubicBezTo>
                    <a:cubicBezTo>
                      <a:pt x="63" y="33"/>
                      <a:pt x="68" y="29"/>
                      <a:pt x="64" y="26"/>
                    </a:cubicBezTo>
                    <a:cubicBezTo>
                      <a:pt x="46" y="10"/>
                      <a:pt x="26" y="0"/>
                      <a:pt x="3" y="4"/>
                    </a:cubicBezTo>
                    <a:cubicBezTo>
                      <a:pt x="0" y="4"/>
                      <a:pt x="0" y="9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14" name="chenying0907 74"/>
              <p:cNvSpPr>
                <a:spLocks/>
              </p:cNvSpPr>
              <p:nvPr/>
            </p:nvSpPr>
            <p:spPr bwMode="auto">
              <a:xfrm>
                <a:off x="5149851" y="1784351"/>
                <a:ext cx="85725" cy="47625"/>
              </a:xfrm>
              <a:custGeom>
                <a:avLst/>
                <a:gdLst>
                  <a:gd name="T0" fmla="*/ 3 w 83"/>
                  <a:gd name="T1" fmla="*/ 6 h 46"/>
                  <a:gd name="T2" fmla="*/ 75 w 83"/>
                  <a:gd name="T3" fmla="*/ 43 h 46"/>
                  <a:gd name="T4" fmla="*/ 79 w 83"/>
                  <a:gd name="T5" fmla="*/ 37 h 46"/>
                  <a:gd name="T6" fmla="*/ 6 w 83"/>
                  <a:gd name="T7" fmla="*/ 1 h 46"/>
                  <a:gd name="T8" fmla="*/ 3 w 83"/>
                  <a:gd name="T9" fmla="*/ 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46">
                    <a:moveTo>
                      <a:pt x="3" y="6"/>
                    </a:moveTo>
                    <a:cubicBezTo>
                      <a:pt x="28" y="18"/>
                      <a:pt x="52" y="30"/>
                      <a:pt x="75" y="43"/>
                    </a:cubicBezTo>
                    <a:cubicBezTo>
                      <a:pt x="80" y="46"/>
                      <a:pt x="83" y="39"/>
                      <a:pt x="79" y="37"/>
                    </a:cubicBezTo>
                    <a:cubicBezTo>
                      <a:pt x="57" y="20"/>
                      <a:pt x="33" y="7"/>
                      <a:pt x="6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15" name="chenying0907 75"/>
              <p:cNvSpPr>
                <a:spLocks/>
              </p:cNvSpPr>
              <p:nvPr/>
            </p:nvSpPr>
            <p:spPr bwMode="auto">
              <a:xfrm>
                <a:off x="5305426" y="1847851"/>
                <a:ext cx="66675" cy="61913"/>
              </a:xfrm>
              <a:custGeom>
                <a:avLst/>
                <a:gdLst>
                  <a:gd name="T0" fmla="*/ 5 w 65"/>
                  <a:gd name="T1" fmla="*/ 12 h 59"/>
                  <a:gd name="T2" fmla="*/ 55 w 65"/>
                  <a:gd name="T3" fmla="*/ 55 h 59"/>
                  <a:gd name="T4" fmla="*/ 62 w 65"/>
                  <a:gd name="T5" fmla="*/ 49 h 59"/>
                  <a:gd name="T6" fmla="*/ 42 w 65"/>
                  <a:gd name="T7" fmla="*/ 23 h 59"/>
                  <a:gd name="T8" fmla="*/ 10 w 65"/>
                  <a:gd name="T9" fmla="*/ 4 h 59"/>
                  <a:gd name="T10" fmla="*/ 5 w 65"/>
                  <a:gd name="T11" fmla="*/ 12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59">
                    <a:moveTo>
                      <a:pt x="5" y="12"/>
                    </a:moveTo>
                    <a:cubicBezTo>
                      <a:pt x="23" y="25"/>
                      <a:pt x="42" y="37"/>
                      <a:pt x="55" y="55"/>
                    </a:cubicBezTo>
                    <a:cubicBezTo>
                      <a:pt x="58" y="59"/>
                      <a:pt x="65" y="53"/>
                      <a:pt x="62" y="49"/>
                    </a:cubicBezTo>
                    <a:cubicBezTo>
                      <a:pt x="57" y="39"/>
                      <a:pt x="50" y="31"/>
                      <a:pt x="42" y="23"/>
                    </a:cubicBezTo>
                    <a:cubicBezTo>
                      <a:pt x="33" y="15"/>
                      <a:pt x="21" y="9"/>
                      <a:pt x="10" y="4"/>
                    </a:cubicBezTo>
                    <a:cubicBezTo>
                      <a:pt x="5" y="0"/>
                      <a:pt x="0" y="8"/>
                      <a:pt x="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16" name="chenying0907 76"/>
              <p:cNvSpPr>
                <a:spLocks/>
              </p:cNvSpPr>
              <p:nvPr/>
            </p:nvSpPr>
            <p:spPr bwMode="auto">
              <a:xfrm>
                <a:off x="5380038" y="1765301"/>
                <a:ext cx="30163" cy="87313"/>
              </a:xfrm>
              <a:custGeom>
                <a:avLst/>
                <a:gdLst>
                  <a:gd name="T0" fmla="*/ 10 w 28"/>
                  <a:gd name="T1" fmla="*/ 81 h 84"/>
                  <a:gd name="T2" fmla="*/ 27 w 28"/>
                  <a:gd name="T3" fmla="*/ 10 h 84"/>
                  <a:gd name="T4" fmla="*/ 17 w 28"/>
                  <a:gd name="T5" fmla="*/ 6 h 84"/>
                  <a:gd name="T6" fmla="*/ 4 w 28"/>
                  <a:gd name="T7" fmla="*/ 81 h 84"/>
                  <a:gd name="T8" fmla="*/ 10 w 28"/>
                  <a:gd name="T9" fmla="*/ 8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84">
                    <a:moveTo>
                      <a:pt x="10" y="81"/>
                    </a:moveTo>
                    <a:cubicBezTo>
                      <a:pt x="15" y="57"/>
                      <a:pt x="22" y="34"/>
                      <a:pt x="27" y="10"/>
                    </a:cubicBezTo>
                    <a:cubicBezTo>
                      <a:pt x="28" y="4"/>
                      <a:pt x="20" y="0"/>
                      <a:pt x="17" y="6"/>
                    </a:cubicBezTo>
                    <a:cubicBezTo>
                      <a:pt x="6" y="29"/>
                      <a:pt x="0" y="55"/>
                      <a:pt x="4" y="81"/>
                    </a:cubicBezTo>
                    <a:cubicBezTo>
                      <a:pt x="5" y="84"/>
                      <a:pt x="10" y="84"/>
                      <a:pt x="10" y="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17" name="chenying0907 77"/>
              <p:cNvSpPr>
                <a:spLocks/>
              </p:cNvSpPr>
              <p:nvPr/>
            </p:nvSpPr>
            <p:spPr bwMode="auto">
              <a:xfrm>
                <a:off x="5451476" y="1625601"/>
                <a:ext cx="39688" cy="63500"/>
              </a:xfrm>
              <a:custGeom>
                <a:avLst/>
                <a:gdLst>
                  <a:gd name="T0" fmla="*/ 7 w 39"/>
                  <a:gd name="T1" fmla="*/ 58 h 62"/>
                  <a:gd name="T2" fmla="*/ 38 w 39"/>
                  <a:gd name="T3" fmla="*/ 7 h 62"/>
                  <a:gd name="T4" fmla="*/ 29 w 39"/>
                  <a:gd name="T5" fmla="*/ 3 h 62"/>
                  <a:gd name="T6" fmla="*/ 13 w 39"/>
                  <a:gd name="T7" fmla="*/ 25 h 62"/>
                  <a:gd name="T8" fmla="*/ 1 w 39"/>
                  <a:gd name="T9" fmla="*/ 56 h 62"/>
                  <a:gd name="T10" fmla="*/ 7 w 39"/>
                  <a:gd name="T11" fmla="*/ 5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62">
                    <a:moveTo>
                      <a:pt x="7" y="58"/>
                    </a:moveTo>
                    <a:cubicBezTo>
                      <a:pt x="16" y="40"/>
                      <a:pt x="30" y="26"/>
                      <a:pt x="38" y="7"/>
                    </a:cubicBezTo>
                    <a:cubicBezTo>
                      <a:pt x="39" y="2"/>
                      <a:pt x="32" y="0"/>
                      <a:pt x="29" y="3"/>
                    </a:cubicBezTo>
                    <a:cubicBezTo>
                      <a:pt x="24" y="11"/>
                      <a:pt x="18" y="18"/>
                      <a:pt x="13" y="25"/>
                    </a:cubicBezTo>
                    <a:cubicBezTo>
                      <a:pt x="7" y="34"/>
                      <a:pt x="4" y="45"/>
                      <a:pt x="1" y="56"/>
                    </a:cubicBezTo>
                    <a:cubicBezTo>
                      <a:pt x="0" y="59"/>
                      <a:pt x="5" y="62"/>
                      <a:pt x="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18" name="chenying0907 78"/>
              <p:cNvSpPr>
                <a:spLocks/>
              </p:cNvSpPr>
              <p:nvPr/>
            </p:nvSpPr>
            <p:spPr bwMode="auto">
              <a:xfrm>
                <a:off x="5540376" y="1449388"/>
                <a:ext cx="88900" cy="112713"/>
              </a:xfrm>
              <a:custGeom>
                <a:avLst/>
                <a:gdLst>
                  <a:gd name="T0" fmla="*/ 8 w 86"/>
                  <a:gd name="T1" fmla="*/ 105 h 108"/>
                  <a:gd name="T2" fmla="*/ 81 w 86"/>
                  <a:gd name="T3" fmla="*/ 12 h 108"/>
                  <a:gd name="T4" fmla="*/ 75 w 86"/>
                  <a:gd name="T5" fmla="*/ 4 h 108"/>
                  <a:gd name="T6" fmla="*/ 1 w 86"/>
                  <a:gd name="T7" fmla="*/ 101 h 108"/>
                  <a:gd name="T8" fmla="*/ 8 w 86"/>
                  <a:gd name="T9" fmla="*/ 105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108">
                    <a:moveTo>
                      <a:pt x="8" y="105"/>
                    </a:moveTo>
                    <a:cubicBezTo>
                      <a:pt x="34" y="75"/>
                      <a:pt x="53" y="41"/>
                      <a:pt x="81" y="12"/>
                    </a:cubicBezTo>
                    <a:cubicBezTo>
                      <a:pt x="86" y="8"/>
                      <a:pt x="80" y="0"/>
                      <a:pt x="75" y="4"/>
                    </a:cubicBezTo>
                    <a:cubicBezTo>
                      <a:pt x="39" y="25"/>
                      <a:pt x="16" y="63"/>
                      <a:pt x="1" y="101"/>
                    </a:cubicBezTo>
                    <a:cubicBezTo>
                      <a:pt x="0" y="105"/>
                      <a:pt x="5" y="108"/>
                      <a:pt x="8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19" name="chenying0907 79"/>
              <p:cNvSpPr>
                <a:spLocks/>
              </p:cNvSpPr>
              <p:nvPr/>
            </p:nvSpPr>
            <p:spPr bwMode="auto">
              <a:xfrm>
                <a:off x="5675313" y="1382713"/>
                <a:ext cx="88900" cy="57150"/>
              </a:xfrm>
              <a:custGeom>
                <a:avLst/>
                <a:gdLst>
                  <a:gd name="T0" fmla="*/ 7 w 86"/>
                  <a:gd name="T1" fmla="*/ 53 h 55"/>
                  <a:gd name="T2" fmla="*/ 79 w 86"/>
                  <a:gd name="T3" fmla="*/ 13 h 55"/>
                  <a:gd name="T4" fmla="*/ 76 w 86"/>
                  <a:gd name="T5" fmla="*/ 2 h 55"/>
                  <a:gd name="T6" fmla="*/ 3 w 86"/>
                  <a:gd name="T7" fmla="*/ 48 h 55"/>
                  <a:gd name="T8" fmla="*/ 7 w 86"/>
                  <a:gd name="T9" fmla="*/ 5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55">
                    <a:moveTo>
                      <a:pt x="7" y="53"/>
                    </a:moveTo>
                    <a:cubicBezTo>
                      <a:pt x="32" y="43"/>
                      <a:pt x="53" y="22"/>
                      <a:pt x="79" y="13"/>
                    </a:cubicBezTo>
                    <a:cubicBezTo>
                      <a:pt x="86" y="10"/>
                      <a:pt x="83" y="0"/>
                      <a:pt x="76" y="2"/>
                    </a:cubicBezTo>
                    <a:cubicBezTo>
                      <a:pt x="46" y="8"/>
                      <a:pt x="24" y="27"/>
                      <a:pt x="3" y="48"/>
                    </a:cubicBezTo>
                    <a:cubicBezTo>
                      <a:pt x="0" y="51"/>
                      <a:pt x="4" y="55"/>
                      <a:pt x="7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20" name="chenying0907 80"/>
              <p:cNvSpPr>
                <a:spLocks/>
              </p:cNvSpPr>
              <p:nvPr/>
            </p:nvSpPr>
            <p:spPr bwMode="auto">
              <a:xfrm>
                <a:off x="5895976" y="1304926"/>
                <a:ext cx="57150" cy="28575"/>
              </a:xfrm>
              <a:custGeom>
                <a:avLst/>
                <a:gdLst>
                  <a:gd name="T0" fmla="*/ 4 w 56"/>
                  <a:gd name="T1" fmla="*/ 26 h 27"/>
                  <a:gd name="T2" fmla="*/ 55 w 56"/>
                  <a:gd name="T3" fmla="*/ 4 h 27"/>
                  <a:gd name="T4" fmla="*/ 53 w 56"/>
                  <a:gd name="T5" fmla="*/ 2 h 27"/>
                  <a:gd name="T6" fmla="*/ 2 w 56"/>
                  <a:gd name="T7" fmla="*/ 23 h 27"/>
                  <a:gd name="T8" fmla="*/ 4 w 56"/>
                  <a:gd name="T9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27">
                    <a:moveTo>
                      <a:pt x="4" y="26"/>
                    </a:moveTo>
                    <a:cubicBezTo>
                      <a:pt x="21" y="18"/>
                      <a:pt x="41" y="18"/>
                      <a:pt x="55" y="4"/>
                    </a:cubicBezTo>
                    <a:cubicBezTo>
                      <a:pt x="56" y="2"/>
                      <a:pt x="54" y="0"/>
                      <a:pt x="53" y="2"/>
                    </a:cubicBezTo>
                    <a:cubicBezTo>
                      <a:pt x="38" y="14"/>
                      <a:pt x="19" y="15"/>
                      <a:pt x="2" y="23"/>
                    </a:cubicBezTo>
                    <a:cubicBezTo>
                      <a:pt x="0" y="24"/>
                      <a:pt x="2" y="27"/>
                      <a:pt x="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21" name="chenying0907 81"/>
              <p:cNvSpPr>
                <a:spLocks/>
              </p:cNvSpPr>
              <p:nvPr/>
            </p:nvSpPr>
            <p:spPr bwMode="auto">
              <a:xfrm>
                <a:off x="6059488" y="1247776"/>
                <a:ext cx="125413" cy="41275"/>
              </a:xfrm>
              <a:custGeom>
                <a:avLst/>
                <a:gdLst>
                  <a:gd name="T0" fmla="*/ 6 w 121"/>
                  <a:gd name="T1" fmla="*/ 38 h 40"/>
                  <a:gd name="T2" fmla="*/ 115 w 121"/>
                  <a:gd name="T3" fmla="*/ 13 h 40"/>
                  <a:gd name="T4" fmla="*/ 113 w 121"/>
                  <a:gd name="T5" fmla="*/ 0 h 40"/>
                  <a:gd name="T6" fmla="*/ 3 w 121"/>
                  <a:gd name="T7" fmla="*/ 34 h 40"/>
                  <a:gd name="T8" fmla="*/ 6 w 121"/>
                  <a:gd name="T9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40">
                    <a:moveTo>
                      <a:pt x="6" y="38"/>
                    </a:moveTo>
                    <a:cubicBezTo>
                      <a:pt x="40" y="23"/>
                      <a:pt x="79" y="25"/>
                      <a:pt x="115" y="13"/>
                    </a:cubicBezTo>
                    <a:cubicBezTo>
                      <a:pt x="121" y="11"/>
                      <a:pt x="121" y="0"/>
                      <a:pt x="113" y="0"/>
                    </a:cubicBezTo>
                    <a:cubicBezTo>
                      <a:pt x="72" y="3"/>
                      <a:pt x="37" y="11"/>
                      <a:pt x="3" y="34"/>
                    </a:cubicBezTo>
                    <a:cubicBezTo>
                      <a:pt x="0" y="36"/>
                      <a:pt x="3" y="40"/>
                      <a:pt x="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22" name="chenying0907 82"/>
              <p:cNvSpPr>
                <a:spLocks/>
              </p:cNvSpPr>
              <p:nvPr/>
            </p:nvSpPr>
            <p:spPr bwMode="auto">
              <a:xfrm>
                <a:off x="6319838" y="1225551"/>
                <a:ext cx="120650" cy="30163"/>
              </a:xfrm>
              <a:custGeom>
                <a:avLst/>
                <a:gdLst>
                  <a:gd name="T0" fmla="*/ 8 w 116"/>
                  <a:gd name="T1" fmla="*/ 25 h 28"/>
                  <a:gd name="T2" fmla="*/ 108 w 116"/>
                  <a:gd name="T3" fmla="*/ 27 h 28"/>
                  <a:gd name="T4" fmla="*/ 110 w 116"/>
                  <a:gd name="T5" fmla="*/ 15 h 28"/>
                  <a:gd name="T6" fmla="*/ 4 w 116"/>
                  <a:gd name="T7" fmla="*/ 17 h 28"/>
                  <a:gd name="T8" fmla="*/ 8 w 116"/>
                  <a:gd name="T9" fmla="*/ 2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8">
                    <a:moveTo>
                      <a:pt x="8" y="25"/>
                    </a:moveTo>
                    <a:cubicBezTo>
                      <a:pt x="41" y="16"/>
                      <a:pt x="74" y="23"/>
                      <a:pt x="108" y="27"/>
                    </a:cubicBezTo>
                    <a:cubicBezTo>
                      <a:pt x="115" y="28"/>
                      <a:pt x="116" y="17"/>
                      <a:pt x="110" y="15"/>
                    </a:cubicBezTo>
                    <a:cubicBezTo>
                      <a:pt x="72" y="4"/>
                      <a:pt x="40" y="0"/>
                      <a:pt x="4" y="17"/>
                    </a:cubicBezTo>
                    <a:cubicBezTo>
                      <a:pt x="0" y="19"/>
                      <a:pt x="3" y="26"/>
                      <a:pt x="8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23" name="chenying0907 83"/>
              <p:cNvSpPr>
                <a:spLocks/>
              </p:cNvSpPr>
              <p:nvPr/>
            </p:nvSpPr>
            <p:spPr bwMode="auto">
              <a:xfrm>
                <a:off x="6584951" y="1241426"/>
                <a:ext cx="109538" cy="19050"/>
              </a:xfrm>
              <a:custGeom>
                <a:avLst/>
                <a:gdLst>
                  <a:gd name="T0" fmla="*/ 5 w 106"/>
                  <a:gd name="T1" fmla="*/ 9 h 18"/>
                  <a:gd name="T2" fmla="*/ 98 w 106"/>
                  <a:gd name="T3" fmla="*/ 17 h 18"/>
                  <a:gd name="T4" fmla="*/ 100 w 106"/>
                  <a:gd name="T5" fmla="*/ 9 h 18"/>
                  <a:gd name="T6" fmla="*/ 5 w 106"/>
                  <a:gd name="T7" fmla="*/ 2 h 18"/>
                  <a:gd name="T8" fmla="*/ 5 w 106"/>
                  <a:gd name="T9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18">
                    <a:moveTo>
                      <a:pt x="5" y="9"/>
                    </a:moveTo>
                    <a:cubicBezTo>
                      <a:pt x="35" y="11"/>
                      <a:pt x="68" y="12"/>
                      <a:pt x="98" y="17"/>
                    </a:cubicBezTo>
                    <a:cubicBezTo>
                      <a:pt x="103" y="18"/>
                      <a:pt x="106" y="10"/>
                      <a:pt x="100" y="9"/>
                    </a:cubicBezTo>
                    <a:cubicBezTo>
                      <a:pt x="68" y="0"/>
                      <a:pt x="38" y="1"/>
                      <a:pt x="5" y="2"/>
                    </a:cubicBezTo>
                    <a:cubicBezTo>
                      <a:pt x="0" y="2"/>
                      <a:pt x="0" y="9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24" name="chenying0907 84"/>
              <p:cNvSpPr>
                <a:spLocks/>
              </p:cNvSpPr>
              <p:nvPr/>
            </p:nvSpPr>
            <p:spPr bwMode="auto">
              <a:xfrm>
                <a:off x="6799263" y="1285876"/>
                <a:ext cx="117475" cy="47625"/>
              </a:xfrm>
              <a:custGeom>
                <a:avLst/>
                <a:gdLst>
                  <a:gd name="T0" fmla="*/ 5 w 112"/>
                  <a:gd name="T1" fmla="*/ 11 h 45"/>
                  <a:gd name="T2" fmla="*/ 100 w 112"/>
                  <a:gd name="T3" fmla="*/ 42 h 45"/>
                  <a:gd name="T4" fmla="*/ 105 w 112"/>
                  <a:gd name="T5" fmla="*/ 29 h 45"/>
                  <a:gd name="T6" fmla="*/ 8 w 112"/>
                  <a:gd name="T7" fmla="*/ 1 h 45"/>
                  <a:gd name="T8" fmla="*/ 5 w 112"/>
                  <a:gd name="T9" fmla="*/ 1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5">
                    <a:moveTo>
                      <a:pt x="5" y="11"/>
                    </a:moveTo>
                    <a:cubicBezTo>
                      <a:pt x="35" y="25"/>
                      <a:pt x="69" y="29"/>
                      <a:pt x="100" y="42"/>
                    </a:cubicBezTo>
                    <a:cubicBezTo>
                      <a:pt x="107" y="45"/>
                      <a:pt x="112" y="33"/>
                      <a:pt x="105" y="29"/>
                    </a:cubicBezTo>
                    <a:cubicBezTo>
                      <a:pt x="76" y="13"/>
                      <a:pt x="41" y="2"/>
                      <a:pt x="8" y="1"/>
                    </a:cubicBezTo>
                    <a:cubicBezTo>
                      <a:pt x="2" y="0"/>
                      <a:pt x="0" y="9"/>
                      <a:pt x="5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25" name="chenying0907 85"/>
              <p:cNvSpPr>
                <a:spLocks/>
              </p:cNvSpPr>
              <p:nvPr/>
            </p:nvSpPr>
            <p:spPr bwMode="auto">
              <a:xfrm>
                <a:off x="6962776" y="1343026"/>
                <a:ext cx="122238" cy="44450"/>
              </a:xfrm>
              <a:custGeom>
                <a:avLst/>
                <a:gdLst>
                  <a:gd name="T0" fmla="*/ 3 w 117"/>
                  <a:gd name="T1" fmla="*/ 4 h 43"/>
                  <a:gd name="T2" fmla="*/ 109 w 117"/>
                  <a:gd name="T3" fmla="*/ 41 h 43"/>
                  <a:gd name="T4" fmla="*/ 113 w 117"/>
                  <a:gd name="T5" fmla="*/ 35 h 43"/>
                  <a:gd name="T6" fmla="*/ 3 w 117"/>
                  <a:gd name="T7" fmla="*/ 0 h 43"/>
                  <a:gd name="T8" fmla="*/ 3 w 117"/>
                  <a:gd name="T9" fmla="*/ 4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43">
                    <a:moveTo>
                      <a:pt x="3" y="4"/>
                    </a:moveTo>
                    <a:cubicBezTo>
                      <a:pt x="41" y="6"/>
                      <a:pt x="76" y="23"/>
                      <a:pt x="109" y="41"/>
                    </a:cubicBezTo>
                    <a:cubicBezTo>
                      <a:pt x="113" y="43"/>
                      <a:pt x="117" y="37"/>
                      <a:pt x="113" y="35"/>
                    </a:cubicBezTo>
                    <a:cubicBezTo>
                      <a:pt x="79" y="13"/>
                      <a:pt x="43" y="0"/>
                      <a:pt x="3" y="0"/>
                    </a:cubicBezTo>
                    <a:cubicBezTo>
                      <a:pt x="0" y="0"/>
                      <a:pt x="0" y="4"/>
                      <a:pt x="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26" name="chenying0907 86"/>
              <p:cNvSpPr>
                <a:spLocks/>
              </p:cNvSpPr>
              <p:nvPr/>
            </p:nvSpPr>
            <p:spPr bwMode="auto">
              <a:xfrm>
                <a:off x="7148513" y="1409701"/>
                <a:ext cx="104775" cy="49213"/>
              </a:xfrm>
              <a:custGeom>
                <a:avLst/>
                <a:gdLst>
                  <a:gd name="T0" fmla="*/ 3 w 101"/>
                  <a:gd name="T1" fmla="*/ 6 h 47"/>
                  <a:gd name="T2" fmla="*/ 90 w 101"/>
                  <a:gd name="T3" fmla="*/ 45 h 47"/>
                  <a:gd name="T4" fmla="*/ 96 w 101"/>
                  <a:gd name="T5" fmla="*/ 35 h 47"/>
                  <a:gd name="T6" fmla="*/ 4 w 101"/>
                  <a:gd name="T7" fmla="*/ 0 h 47"/>
                  <a:gd name="T8" fmla="*/ 3 w 101"/>
                  <a:gd name="T9" fmla="*/ 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47">
                    <a:moveTo>
                      <a:pt x="3" y="6"/>
                    </a:moveTo>
                    <a:cubicBezTo>
                      <a:pt x="31" y="18"/>
                      <a:pt x="59" y="37"/>
                      <a:pt x="90" y="45"/>
                    </a:cubicBezTo>
                    <a:cubicBezTo>
                      <a:pt x="95" y="47"/>
                      <a:pt x="101" y="39"/>
                      <a:pt x="96" y="35"/>
                    </a:cubicBezTo>
                    <a:cubicBezTo>
                      <a:pt x="70" y="15"/>
                      <a:pt x="36" y="3"/>
                      <a:pt x="4" y="0"/>
                    </a:cubicBezTo>
                    <a:cubicBezTo>
                      <a:pt x="1" y="0"/>
                      <a:pt x="0" y="4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27" name="chenying0907 87"/>
              <p:cNvSpPr>
                <a:spLocks/>
              </p:cNvSpPr>
              <p:nvPr/>
            </p:nvSpPr>
            <p:spPr bwMode="auto">
              <a:xfrm>
                <a:off x="7273926" y="1504951"/>
                <a:ext cx="114300" cy="74613"/>
              </a:xfrm>
              <a:custGeom>
                <a:avLst/>
                <a:gdLst>
                  <a:gd name="T0" fmla="*/ 6 w 110"/>
                  <a:gd name="T1" fmla="*/ 10 h 71"/>
                  <a:gd name="T2" fmla="*/ 55 w 110"/>
                  <a:gd name="T3" fmla="*/ 40 h 71"/>
                  <a:gd name="T4" fmla="*/ 99 w 110"/>
                  <a:gd name="T5" fmla="*/ 67 h 71"/>
                  <a:gd name="T6" fmla="*/ 104 w 110"/>
                  <a:gd name="T7" fmla="*/ 58 h 71"/>
                  <a:gd name="T8" fmla="*/ 9 w 110"/>
                  <a:gd name="T9" fmla="*/ 0 h 71"/>
                  <a:gd name="T10" fmla="*/ 6 w 110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0" h="71">
                    <a:moveTo>
                      <a:pt x="6" y="10"/>
                    </a:moveTo>
                    <a:cubicBezTo>
                      <a:pt x="24" y="16"/>
                      <a:pt x="41" y="28"/>
                      <a:pt x="55" y="40"/>
                    </a:cubicBezTo>
                    <a:cubicBezTo>
                      <a:pt x="69" y="51"/>
                      <a:pt x="83" y="59"/>
                      <a:pt x="99" y="67"/>
                    </a:cubicBezTo>
                    <a:cubicBezTo>
                      <a:pt x="105" y="71"/>
                      <a:pt x="110" y="62"/>
                      <a:pt x="104" y="58"/>
                    </a:cubicBezTo>
                    <a:cubicBezTo>
                      <a:pt x="73" y="35"/>
                      <a:pt x="49" y="6"/>
                      <a:pt x="9" y="0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28" name="chenying0907 88"/>
              <p:cNvSpPr>
                <a:spLocks/>
              </p:cNvSpPr>
              <p:nvPr/>
            </p:nvSpPr>
            <p:spPr bwMode="auto">
              <a:xfrm>
                <a:off x="7424738" y="1631951"/>
                <a:ext cx="88900" cy="96838"/>
              </a:xfrm>
              <a:custGeom>
                <a:avLst/>
                <a:gdLst>
                  <a:gd name="T0" fmla="*/ 3 w 85"/>
                  <a:gd name="T1" fmla="*/ 9 h 93"/>
                  <a:gd name="T2" fmla="*/ 75 w 85"/>
                  <a:gd name="T3" fmla="*/ 89 h 93"/>
                  <a:gd name="T4" fmla="*/ 83 w 85"/>
                  <a:gd name="T5" fmla="*/ 83 h 93"/>
                  <a:gd name="T6" fmla="*/ 8 w 85"/>
                  <a:gd name="T7" fmla="*/ 2 h 93"/>
                  <a:gd name="T8" fmla="*/ 3 w 85"/>
                  <a:gd name="T9" fmla="*/ 9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93">
                    <a:moveTo>
                      <a:pt x="3" y="9"/>
                    </a:moveTo>
                    <a:cubicBezTo>
                      <a:pt x="28" y="35"/>
                      <a:pt x="50" y="63"/>
                      <a:pt x="75" y="89"/>
                    </a:cubicBezTo>
                    <a:cubicBezTo>
                      <a:pt x="79" y="93"/>
                      <a:pt x="85" y="88"/>
                      <a:pt x="83" y="83"/>
                    </a:cubicBezTo>
                    <a:cubicBezTo>
                      <a:pt x="64" y="52"/>
                      <a:pt x="41" y="20"/>
                      <a:pt x="8" y="2"/>
                    </a:cubicBezTo>
                    <a:cubicBezTo>
                      <a:pt x="4" y="0"/>
                      <a:pt x="0" y="5"/>
                      <a:pt x="3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29" name="chenying0907 89"/>
              <p:cNvSpPr>
                <a:spLocks/>
              </p:cNvSpPr>
              <p:nvPr/>
            </p:nvSpPr>
            <p:spPr bwMode="auto">
              <a:xfrm>
                <a:off x="7540626" y="1792288"/>
                <a:ext cx="53975" cy="84138"/>
              </a:xfrm>
              <a:custGeom>
                <a:avLst/>
                <a:gdLst>
                  <a:gd name="T0" fmla="*/ 2 w 52"/>
                  <a:gd name="T1" fmla="*/ 4 h 81"/>
                  <a:gd name="T2" fmla="*/ 22 w 52"/>
                  <a:gd name="T3" fmla="*/ 44 h 81"/>
                  <a:gd name="T4" fmla="*/ 45 w 52"/>
                  <a:gd name="T5" fmla="*/ 78 h 81"/>
                  <a:gd name="T6" fmla="*/ 50 w 52"/>
                  <a:gd name="T7" fmla="*/ 74 h 81"/>
                  <a:gd name="T8" fmla="*/ 32 w 52"/>
                  <a:gd name="T9" fmla="*/ 39 h 81"/>
                  <a:gd name="T10" fmla="*/ 6 w 52"/>
                  <a:gd name="T11" fmla="*/ 2 h 81"/>
                  <a:gd name="T12" fmla="*/ 2 w 52"/>
                  <a:gd name="T13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81">
                    <a:moveTo>
                      <a:pt x="2" y="4"/>
                    </a:moveTo>
                    <a:cubicBezTo>
                      <a:pt x="9" y="17"/>
                      <a:pt x="15" y="31"/>
                      <a:pt x="22" y="44"/>
                    </a:cubicBezTo>
                    <a:cubicBezTo>
                      <a:pt x="29" y="56"/>
                      <a:pt x="36" y="67"/>
                      <a:pt x="45" y="78"/>
                    </a:cubicBezTo>
                    <a:cubicBezTo>
                      <a:pt x="47" y="81"/>
                      <a:pt x="52" y="77"/>
                      <a:pt x="50" y="74"/>
                    </a:cubicBezTo>
                    <a:cubicBezTo>
                      <a:pt x="44" y="62"/>
                      <a:pt x="38" y="50"/>
                      <a:pt x="32" y="39"/>
                    </a:cubicBezTo>
                    <a:cubicBezTo>
                      <a:pt x="24" y="25"/>
                      <a:pt x="14" y="14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30" name="chenying0907 90"/>
              <p:cNvSpPr>
                <a:spLocks/>
              </p:cNvSpPr>
              <p:nvPr/>
            </p:nvSpPr>
            <p:spPr bwMode="auto">
              <a:xfrm>
                <a:off x="7627938" y="1963738"/>
                <a:ext cx="57150" cy="109538"/>
              </a:xfrm>
              <a:custGeom>
                <a:avLst/>
                <a:gdLst>
                  <a:gd name="T0" fmla="*/ 2 w 55"/>
                  <a:gd name="T1" fmla="*/ 6 h 106"/>
                  <a:gd name="T2" fmla="*/ 45 w 55"/>
                  <a:gd name="T3" fmla="*/ 102 h 106"/>
                  <a:gd name="T4" fmla="*/ 53 w 55"/>
                  <a:gd name="T5" fmla="*/ 98 h 106"/>
                  <a:gd name="T6" fmla="*/ 9 w 55"/>
                  <a:gd name="T7" fmla="*/ 3 h 106"/>
                  <a:gd name="T8" fmla="*/ 2 w 55"/>
                  <a:gd name="T9" fmla="*/ 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106">
                    <a:moveTo>
                      <a:pt x="2" y="6"/>
                    </a:moveTo>
                    <a:cubicBezTo>
                      <a:pt x="14" y="39"/>
                      <a:pt x="30" y="70"/>
                      <a:pt x="45" y="102"/>
                    </a:cubicBezTo>
                    <a:cubicBezTo>
                      <a:pt x="47" y="106"/>
                      <a:pt x="55" y="103"/>
                      <a:pt x="53" y="98"/>
                    </a:cubicBezTo>
                    <a:cubicBezTo>
                      <a:pt x="42" y="65"/>
                      <a:pt x="28" y="33"/>
                      <a:pt x="9" y="3"/>
                    </a:cubicBezTo>
                    <a:cubicBezTo>
                      <a:pt x="7" y="0"/>
                      <a:pt x="0" y="2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31" name="chenying0907 91"/>
              <p:cNvSpPr>
                <a:spLocks/>
              </p:cNvSpPr>
              <p:nvPr/>
            </p:nvSpPr>
            <p:spPr bwMode="auto">
              <a:xfrm>
                <a:off x="7700963" y="2119313"/>
                <a:ext cx="49213" cy="73025"/>
              </a:xfrm>
              <a:custGeom>
                <a:avLst/>
                <a:gdLst>
                  <a:gd name="T0" fmla="*/ 2 w 47"/>
                  <a:gd name="T1" fmla="*/ 9 h 70"/>
                  <a:gd name="T2" fmla="*/ 32 w 47"/>
                  <a:gd name="T3" fmla="*/ 63 h 70"/>
                  <a:gd name="T4" fmla="*/ 43 w 47"/>
                  <a:gd name="T5" fmla="*/ 54 h 70"/>
                  <a:gd name="T6" fmla="*/ 13 w 47"/>
                  <a:gd name="T7" fmla="*/ 4 h 70"/>
                  <a:gd name="T8" fmla="*/ 2 w 47"/>
                  <a:gd name="T9" fmla="*/ 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70">
                    <a:moveTo>
                      <a:pt x="2" y="9"/>
                    </a:moveTo>
                    <a:cubicBezTo>
                      <a:pt x="9" y="29"/>
                      <a:pt x="18" y="47"/>
                      <a:pt x="32" y="63"/>
                    </a:cubicBezTo>
                    <a:cubicBezTo>
                      <a:pt x="37" y="70"/>
                      <a:pt x="47" y="61"/>
                      <a:pt x="43" y="54"/>
                    </a:cubicBezTo>
                    <a:cubicBezTo>
                      <a:pt x="34" y="37"/>
                      <a:pt x="24" y="20"/>
                      <a:pt x="13" y="4"/>
                    </a:cubicBezTo>
                    <a:cubicBezTo>
                      <a:pt x="9" y="0"/>
                      <a:pt x="0" y="2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32" name="chenying0907 92"/>
              <p:cNvSpPr>
                <a:spLocks/>
              </p:cNvSpPr>
              <p:nvPr/>
            </p:nvSpPr>
            <p:spPr bwMode="auto">
              <a:xfrm>
                <a:off x="8164513" y="3827463"/>
                <a:ext cx="123825" cy="60325"/>
              </a:xfrm>
              <a:custGeom>
                <a:avLst/>
                <a:gdLst>
                  <a:gd name="T0" fmla="*/ 1 w 118"/>
                  <a:gd name="T1" fmla="*/ 59 h 59"/>
                  <a:gd name="T2" fmla="*/ 115 w 118"/>
                  <a:gd name="T3" fmla="*/ 6 h 59"/>
                  <a:gd name="T4" fmla="*/ 112 w 118"/>
                  <a:gd name="T5" fmla="*/ 0 h 59"/>
                  <a:gd name="T6" fmla="*/ 0 w 118"/>
                  <a:gd name="T7" fmla="*/ 58 h 59"/>
                  <a:gd name="T8" fmla="*/ 1 w 118"/>
                  <a:gd name="T9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8" h="59">
                    <a:moveTo>
                      <a:pt x="1" y="59"/>
                    </a:moveTo>
                    <a:cubicBezTo>
                      <a:pt x="41" y="56"/>
                      <a:pt x="81" y="26"/>
                      <a:pt x="115" y="6"/>
                    </a:cubicBezTo>
                    <a:cubicBezTo>
                      <a:pt x="118" y="4"/>
                      <a:pt x="116" y="0"/>
                      <a:pt x="112" y="0"/>
                    </a:cubicBezTo>
                    <a:cubicBezTo>
                      <a:pt x="73" y="9"/>
                      <a:pt x="33" y="35"/>
                      <a:pt x="0" y="58"/>
                    </a:cubicBezTo>
                    <a:cubicBezTo>
                      <a:pt x="0" y="58"/>
                      <a:pt x="0" y="59"/>
                      <a:pt x="1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</p:grpSp>
      </p:grpSp>
      <p:grpSp>
        <p:nvGrpSpPr>
          <p:cNvPr id="7" name="PA_chenying0907 6"/>
          <p:cNvGrpSpPr/>
          <p:nvPr>
            <p:custDataLst>
              <p:tags r:id="rId3"/>
            </p:custDataLst>
          </p:nvPr>
        </p:nvGrpSpPr>
        <p:grpSpPr>
          <a:xfrm rot="626096" flipH="1">
            <a:off x="7423041" y="4020462"/>
            <a:ext cx="4178554" cy="2829456"/>
            <a:chOff x="3246438" y="1068388"/>
            <a:chExt cx="5711825" cy="4678363"/>
          </a:xfrm>
          <a:solidFill>
            <a:schemeClr val="tx1"/>
          </a:solidFill>
        </p:grpSpPr>
        <p:sp>
          <p:nvSpPr>
            <p:cNvPr id="55" name="chenying0907 5"/>
            <p:cNvSpPr>
              <a:spLocks/>
            </p:cNvSpPr>
            <p:nvPr/>
          </p:nvSpPr>
          <p:spPr bwMode="auto">
            <a:xfrm>
              <a:off x="3251201" y="3335338"/>
              <a:ext cx="1773238" cy="1609725"/>
            </a:xfrm>
            <a:custGeom>
              <a:avLst/>
              <a:gdLst>
                <a:gd name="T0" fmla="*/ 1697 w 1708"/>
                <a:gd name="T1" fmla="*/ 1365 h 1551"/>
                <a:gd name="T2" fmla="*/ 1422 w 1708"/>
                <a:gd name="T3" fmla="*/ 1470 h 1551"/>
                <a:gd name="T4" fmla="*/ 1072 w 1708"/>
                <a:gd name="T5" fmla="*/ 1471 h 1551"/>
                <a:gd name="T6" fmla="*/ 478 w 1708"/>
                <a:gd name="T7" fmla="*/ 1262 h 1551"/>
                <a:gd name="T8" fmla="*/ 166 w 1708"/>
                <a:gd name="T9" fmla="*/ 672 h 1551"/>
                <a:gd name="T10" fmla="*/ 422 w 1708"/>
                <a:gd name="T11" fmla="*/ 54 h 1551"/>
                <a:gd name="T12" fmla="*/ 393 w 1708"/>
                <a:gd name="T13" fmla="*/ 16 h 1551"/>
                <a:gd name="T14" fmla="*/ 349 w 1708"/>
                <a:gd name="T15" fmla="*/ 1214 h 1551"/>
                <a:gd name="T16" fmla="*/ 906 w 1708"/>
                <a:gd name="T17" fmla="*/ 1500 h 1551"/>
                <a:gd name="T18" fmla="*/ 1579 w 1708"/>
                <a:gd name="T19" fmla="*/ 1467 h 1551"/>
                <a:gd name="T20" fmla="*/ 1704 w 1708"/>
                <a:gd name="T21" fmla="*/ 1373 h 1551"/>
                <a:gd name="T22" fmla="*/ 1697 w 1708"/>
                <a:gd name="T23" fmla="*/ 1365 h 1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08" h="1551">
                  <a:moveTo>
                    <a:pt x="1697" y="1365"/>
                  </a:moveTo>
                  <a:cubicBezTo>
                    <a:pt x="1630" y="1437"/>
                    <a:pt x="1515" y="1458"/>
                    <a:pt x="1422" y="1470"/>
                  </a:cubicBezTo>
                  <a:cubicBezTo>
                    <a:pt x="1307" y="1486"/>
                    <a:pt x="1188" y="1481"/>
                    <a:pt x="1072" y="1471"/>
                  </a:cubicBezTo>
                  <a:cubicBezTo>
                    <a:pt x="854" y="1452"/>
                    <a:pt x="649" y="1407"/>
                    <a:pt x="478" y="1262"/>
                  </a:cubicBezTo>
                  <a:cubicBezTo>
                    <a:pt x="305" y="1115"/>
                    <a:pt x="190" y="898"/>
                    <a:pt x="166" y="672"/>
                  </a:cubicBezTo>
                  <a:cubicBezTo>
                    <a:pt x="142" y="434"/>
                    <a:pt x="242" y="210"/>
                    <a:pt x="422" y="54"/>
                  </a:cubicBezTo>
                  <a:cubicBezTo>
                    <a:pt x="442" y="36"/>
                    <a:pt x="414" y="0"/>
                    <a:pt x="393" y="16"/>
                  </a:cubicBezTo>
                  <a:cubicBezTo>
                    <a:pt x="0" y="317"/>
                    <a:pt x="41" y="866"/>
                    <a:pt x="349" y="1214"/>
                  </a:cubicBezTo>
                  <a:cubicBezTo>
                    <a:pt x="495" y="1380"/>
                    <a:pt x="690" y="1468"/>
                    <a:pt x="906" y="1500"/>
                  </a:cubicBezTo>
                  <a:cubicBezTo>
                    <a:pt x="1121" y="1532"/>
                    <a:pt x="1372" y="1551"/>
                    <a:pt x="1579" y="1467"/>
                  </a:cubicBezTo>
                  <a:cubicBezTo>
                    <a:pt x="1629" y="1447"/>
                    <a:pt x="1671" y="1415"/>
                    <a:pt x="1704" y="1373"/>
                  </a:cubicBezTo>
                  <a:cubicBezTo>
                    <a:pt x="1708" y="1368"/>
                    <a:pt x="1702" y="1361"/>
                    <a:pt x="1697" y="13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56" name="chenying0907 6"/>
            <p:cNvSpPr>
              <a:spLocks/>
            </p:cNvSpPr>
            <p:nvPr/>
          </p:nvSpPr>
          <p:spPr bwMode="auto">
            <a:xfrm>
              <a:off x="3246438" y="1457326"/>
              <a:ext cx="2112963" cy="1933575"/>
            </a:xfrm>
            <a:custGeom>
              <a:avLst/>
              <a:gdLst>
                <a:gd name="T0" fmla="*/ 394 w 2035"/>
                <a:gd name="T1" fmla="*/ 1839 h 1862"/>
                <a:gd name="T2" fmla="*/ 299 w 2035"/>
                <a:gd name="T3" fmla="*/ 1656 h 1862"/>
                <a:gd name="T4" fmla="*/ 221 w 2035"/>
                <a:gd name="T5" fmla="*/ 1452 h 1862"/>
                <a:gd name="T6" fmla="*/ 241 w 2035"/>
                <a:gd name="T7" fmla="*/ 997 h 1862"/>
                <a:gd name="T8" fmla="*/ 650 w 2035"/>
                <a:gd name="T9" fmla="*/ 365 h 1862"/>
                <a:gd name="T10" fmla="*/ 1301 w 2035"/>
                <a:gd name="T11" fmla="*/ 65 h 1862"/>
                <a:gd name="T12" fmla="*/ 1991 w 2035"/>
                <a:gd name="T13" fmla="*/ 323 h 1862"/>
                <a:gd name="T14" fmla="*/ 2019 w 2035"/>
                <a:gd name="T15" fmla="*/ 295 h 1862"/>
                <a:gd name="T16" fmla="*/ 1371 w 2035"/>
                <a:gd name="T17" fmla="*/ 0 h 1862"/>
                <a:gd name="T18" fmla="*/ 709 w 2035"/>
                <a:gd name="T19" fmla="*/ 241 h 1862"/>
                <a:gd name="T20" fmla="*/ 226 w 2035"/>
                <a:gd name="T21" fmla="*/ 1619 h 1862"/>
                <a:gd name="T22" fmla="*/ 375 w 2035"/>
                <a:gd name="T23" fmla="*/ 1851 h 1862"/>
                <a:gd name="T24" fmla="*/ 394 w 2035"/>
                <a:gd name="T25" fmla="*/ 1839 h 1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5" h="1862">
                  <a:moveTo>
                    <a:pt x="394" y="1839"/>
                  </a:moveTo>
                  <a:cubicBezTo>
                    <a:pt x="360" y="1781"/>
                    <a:pt x="330" y="1716"/>
                    <a:pt x="299" y="1656"/>
                  </a:cubicBezTo>
                  <a:cubicBezTo>
                    <a:pt x="266" y="1591"/>
                    <a:pt x="240" y="1523"/>
                    <a:pt x="221" y="1452"/>
                  </a:cubicBezTo>
                  <a:cubicBezTo>
                    <a:pt x="181" y="1301"/>
                    <a:pt x="199" y="1146"/>
                    <a:pt x="241" y="997"/>
                  </a:cubicBezTo>
                  <a:cubicBezTo>
                    <a:pt x="310" y="752"/>
                    <a:pt x="461" y="533"/>
                    <a:pt x="650" y="365"/>
                  </a:cubicBezTo>
                  <a:cubicBezTo>
                    <a:pt x="830" y="204"/>
                    <a:pt x="1059" y="88"/>
                    <a:pt x="1301" y="65"/>
                  </a:cubicBezTo>
                  <a:cubicBezTo>
                    <a:pt x="1565" y="40"/>
                    <a:pt x="1795" y="154"/>
                    <a:pt x="1991" y="323"/>
                  </a:cubicBezTo>
                  <a:cubicBezTo>
                    <a:pt x="2010" y="340"/>
                    <a:pt x="2035" y="315"/>
                    <a:pt x="2019" y="295"/>
                  </a:cubicBezTo>
                  <a:cubicBezTo>
                    <a:pt x="1859" y="102"/>
                    <a:pt x="1621" y="0"/>
                    <a:pt x="1371" y="0"/>
                  </a:cubicBezTo>
                  <a:cubicBezTo>
                    <a:pt x="1131" y="0"/>
                    <a:pt x="899" y="101"/>
                    <a:pt x="709" y="241"/>
                  </a:cubicBezTo>
                  <a:cubicBezTo>
                    <a:pt x="298" y="545"/>
                    <a:pt x="0" y="1121"/>
                    <a:pt x="226" y="1619"/>
                  </a:cubicBezTo>
                  <a:cubicBezTo>
                    <a:pt x="266" y="1706"/>
                    <a:pt x="320" y="1775"/>
                    <a:pt x="375" y="1851"/>
                  </a:cubicBezTo>
                  <a:cubicBezTo>
                    <a:pt x="384" y="1862"/>
                    <a:pt x="402" y="1852"/>
                    <a:pt x="394" y="18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57" name="chenying0907 7"/>
            <p:cNvSpPr>
              <a:spLocks/>
            </p:cNvSpPr>
            <p:nvPr/>
          </p:nvSpPr>
          <p:spPr bwMode="auto">
            <a:xfrm>
              <a:off x="5292726" y="1068388"/>
              <a:ext cx="2541588" cy="1016000"/>
            </a:xfrm>
            <a:custGeom>
              <a:avLst/>
              <a:gdLst>
                <a:gd name="T0" fmla="*/ 38 w 2447"/>
                <a:gd name="T1" fmla="*/ 664 h 979"/>
                <a:gd name="T2" fmla="*/ 1375 w 2447"/>
                <a:gd name="T3" fmla="*/ 104 h 979"/>
                <a:gd name="T4" fmla="*/ 2005 w 2447"/>
                <a:gd name="T5" fmla="*/ 373 h 979"/>
                <a:gd name="T6" fmla="*/ 2402 w 2447"/>
                <a:gd name="T7" fmla="*/ 953 h 979"/>
                <a:gd name="T8" fmla="*/ 2442 w 2447"/>
                <a:gd name="T9" fmla="*/ 943 h 979"/>
                <a:gd name="T10" fmla="*/ 1377 w 2447"/>
                <a:gd name="T11" fmla="*/ 41 h 979"/>
                <a:gd name="T12" fmla="*/ 622 w 2447"/>
                <a:gd name="T13" fmla="*/ 99 h 979"/>
                <a:gd name="T14" fmla="*/ 15 w 2447"/>
                <a:gd name="T15" fmla="*/ 622 h 979"/>
                <a:gd name="T16" fmla="*/ 6 w 2447"/>
                <a:gd name="T17" fmla="*/ 656 h 979"/>
                <a:gd name="T18" fmla="*/ 38 w 2447"/>
                <a:gd name="T19" fmla="*/ 664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7" h="979">
                  <a:moveTo>
                    <a:pt x="38" y="664"/>
                  </a:moveTo>
                  <a:cubicBezTo>
                    <a:pt x="235" y="159"/>
                    <a:pt x="897" y="25"/>
                    <a:pt x="1375" y="104"/>
                  </a:cubicBezTo>
                  <a:cubicBezTo>
                    <a:pt x="1602" y="141"/>
                    <a:pt x="1823" y="231"/>
                    <a:pt x="2005" y="373"/>
                  </a:cubicBezTo>
                  <a:cubicBezTo>
                    <a:pt x="2195" y="521"/>
                    <a:pt x="2325" y="727"/>
                    <a:pt x="2402" y="953"/>
                  </a:cubicBezTo>
                  <a:cubicBezTo>
                    <a:pt x="2411" y="979"/>
                    <a:pt x="2447" y="968"/>
                    <a:pt x="2442" y="943"/>
                  </a:cubicBezTo>
                  <a:cubicBezTo>
                    <a:pt x="2340" y="436"/>
                    <a:pt x="1862" y="118"/>
                    <a:pt x="1377" y="41"/>
                  </a:cubicBezTo>
                  <a:cubicBezTo>
                    <a:pt x="1125" y="0"/>
                    <a:pt x="864" y="21"/>
                    <a:pt x="622" y="99"/>
                  </a:cubicBezTo>
                  <a:cubicBezTo>
                    <a:pt x="370" y="180"/>
                    <a:pt x="103" y="360"/>
                    <a:pt x="15" y="622"/>
                  </a:cubicBezTo>
                  <a:cubicBezTo>
                    <a:pt x="13" y="633"/>
                    <a:pt x="10" y="645"/>
                    <a:pt x="6" y="656"/>
                  </a:cubicBezTo>
                  <a:cubicBezTo>
                    <a:pt x="0" y="676"/>
                    <a:pt x="30" y="683"/>
                    <a:pt x="38" y="6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58" name="chenying0907 8"/>
            <p:cNvSpPr>
              <a:spLocks/>
            </p:cNvSpPr>
            <p:nvPr/>
          </p:nvSpPr>
          <p:spPr bwMode="auto">
            <a:xfrm>
              <a:off x="7777163" y="1998663"/>
              <a:ext cx="1181100" cy="2060575"/>
            </a:xfrm>
            <a:custGeom>
              <a:avLst/>
              <a:gdLst>
                <a:gd name="T0" fmla="*/ 20 w 1137"/>
                <a:gd name="T1" fmla="*/ 63 h 1984"/>
                <a:gd name="T2" fmla="*/ 215 w 1137"/>
                <a:gd name="T3" fmla="*/ 53 h 1984"/>
                <a:gd name="T4" fmla="*/ 400 w 1137"/>
                <a:gd name="T5" fmla="*/ 98 h 1984"/>
                <a:gd name="T6" fmla="*/ 735 w 1137"/>
                <a:gd name="T7" fmla="*/ 336 h 1984"/>
                <a:gd name="T8" fmla="*/ 1044 w 1137"/>
                <a:gd name="T9" fmla="*/ 988 h 1984"/>
                <a:gd name="T10" fmla="*/ 897 w 1137"/>
                <a:gd name="T11" fmla="*/ 1554 h 1984"/>
                <a:gd name="T12" fmla="*/ 343 w 1137"/>
                <a:gd name="T13" fmla="*/ 1942 h 1984"/>
                <a:gd name="T14" fmla="*/ 358 w 1137"/>
                <a:gd name="T15" fmla="*/ 1980 h 1984"/>
                <a:gd name="T16" fmla="*/ 953 w 1137"/>
                <a:gd name="T17" fmla="*/ 1587 h 1984"/>
                <a:gd name="T18" fmla="*/ 1107 w 1137"/>
                <a:gd name="T19" fmla="*/ 964 h 1984"/>
                <a:gd name="T20" fmla="*/ 752 w 1137"/>
                <a:gd name="T21" fmla="*/ 266 h 1984"/>
                <a:gd name="T22" fmla="*/ 415 w 1137"/>
                <a:gd name="T23" fmla="*/ 44 h 1984"/>
                <a:gd name="T24" fmla="*/ 215 w 1137"/>
                <a:gd name="T25" fmla="*/ 2 h 1984"/>
                <a:gd name="T26" fmla="*/ 119 w 1137"/>
                <a:gd name="T27" fmla="*/ 7 h 1984"/>
                <a:gd name="T28" fmla="*/ 14 w 1137"/>
                <a:gd name="T29" fmla="*/ 41 h 1984"/>
                <a:gd name="T30" fmla="*/ 20 w 1137"/>
                <a:gd name="T31" fmla="*/ 63 h 1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7" h="1984">
                  <a:moveTo>
                    <a:pt x="20" y="63"/>
                  </a:moveTo>
                  <a:cubicBezTo>
                    <a:pt x="80" y="48"/>
                    <a:pt x="154" y="49"/>
                    <a:pt x="215" y="53"/>
                  </a:cubicBezTo>
                  <a:cubicBezTo>
                    <a:pt x="278" y="57"/>
                    <a:pt x="341" y="76"/>
                    <a:pt x="400" y="98"/>
                  </a:cubicBezTo>
                  <a:cubicBezTo>
                    <a:pt x="528" y="148"/>
                    <a:pt x="641" y="238"/>
                    <a:pt x="735" y="336"/>
                  </a:cubicBezTo>
                  <a:cubicBezTo>
                    <a:pt x="900" y="510"/>
                    <a:pt x="1016" y="750"/>
                    <a:pt x="1044" y="988"/>
                  </a:cubicBezTo>
                  <a:cubicBezTo>
                    <a:pt x="1069" y="1190"/>
                    <a:pt x="1016" y="1389"/>
                    <a:pt x="897" y="1554"/>
                  </a:cubicBezTo>
                  <a:cubicBezTo>
                    <a:pt x="757" y="1747"/>
                    <a:pt x="548" y="1839"/>
                    <a:pt x="343" y="1942"/>
                  </a:cubicBezTo>
                  <a:cubicBezTo>
                    <a:pt x="321" y="1953"/>
                    <a:pt x="337" y="1984"/>
                    <a:pt x="358" y="1980"/>
                  </a:cubicBezTo>
                  <a:cubicBezTo>
                    <a:pt x="592" y="1933"/>
                    <a:pt x="812" y="1776"/>
                    <a:pt x="953" y="1587"/>
                  </a:cubicBezTo>
                  <a:cubicBezTo>
                    <a:pt x="1086" y="1410"/>
                    <a:pt x="1137" y="1182"/>
                    <a:pt x="1107" y="964"/>
                  </a:cubicBezTo>
                  <a:cubicBezTo>
                    <a:pt x="1071" y="703"/>
                    <a:pt x="938" y="452"/>
                    <a:pt x="752" y="266"/>
                  </a:cubicBezTo>
                  <a:cubicBezTo>
                    <a:pt x="656" y="170"/>
                    <a:pt x="542" y="93"/>
                    <a:pt x="415" y="44"/>
                  </a:cubicBezTo>
                  <a:cubicBezTo>
                    <a:pt x="351" y="19"/>
                    <a:pt x="283" y="6"/>
                    <a:pt x="215" y="2"/>
                  </a:cubicBezTo>
                  <a:cubicBezTo>
                    <a:pt x="183" y="0"/>
                    <a:pt x="150" y="2"/>
                    <a:pt x="119" y="7"/>
                  </a:cubicBezTo>
                  <a:cubicBezTo>
                    <a:pt x="78" y="13"/>
                    <a:pt x="52" y="27"/>
                    <a:pt x="14" y="41"/>
                  </a:cubicBezTo>
                  <a:cubicBezTo>
                    <a:pt x="0" y="46"/>
                    <a:pt x="6" y="66"/>
                    <a:pt x="20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59" name="chenying0907 9"/>
            <p:cNvSpPr>
              <a:spLocks/>
            </p:cNvSpPr>
            <p:nvPr/>
          </p:nvSpPr>
          <p:spPr bwMode="auto">
            <a:xfrm>
              <a:off x="7016751" y="4010026"/>
              <a:ext cx="1208088" cy="1095375"/>
            </a:xfrm>
            <a:custGeom>
              <a:avLst/>
              <a:gdLst>
                <a:gd name="T0" fmla="*/ 1056 w 1164"/>
                <a:gd name="T1" fmla="*/ 16 h 1055"/>
                <a:gd name="T2" fmla="*/ 1085 w 1164"/>
                <a:gd name="T3" fmla="*/ 64 h 1055"/>
                <a:gd name="T4" fmla="*/ 1110 w 1164"/>
                <a:gd name="T5" fmla="*/ 176 h 1055"/>
                <a:gd name="T6" fmla="*/ 1081 w 1164"/>
                <a:gd name="T7" fmla="*/ 362 h 1055"/>
                <a:gd name="T8" fmla="*/ 828 w 1164"/>
                <a:gd name="T9" fmla="*/ 714 h 1055"/>
                <a:gd name="T10" fmla="*/ 30 w 1164"/>
                <a:gd name="T11" fmla="*/ 996 h 1055"/>
                <a:gd name="T12" fmla="*/ 30 w 1164"/>
                <a:gd name="T13" fmla="*/ 1042 h 1055"/>
                <a:gd name="T14" fmla="*/ 893 w 1164"/>
                <a:gd name="T15" fmla="*/ 736 h 1055"/>
                <a:gd name="T16" fmla="*/ 1143 w 1164"/>
                <a:gd name="T17" fmla="*/ 346 h 1055"/>
                <a:gd name="T18" fmla="*/ 1154 w 1164"/>
                <a:gd name="T19" fmla="*/ 140 h 1055"/>
                <a:gd name="T20" fmla="*/ 1121 w 1164"/>
                <a:gd name="T21" fmla="*/ 43 h 1055"/>
                <a:gd name="T22" fmla="*/ 1066 w 1164"/>
                <a:gd name="T23" fmla="*/ 4 h 1055"/>
                <a:gd name="T24" fmla="*/ 1056 w 1164"/>
                <a:gd name="T25" fmla="*/ 16 h 1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4" h="1055">
                  <a:moveTo>
                    <a:pt x="1056" y="16"/>
                  </a:moveTo>
                  <a:cubicBezTo>
                    <a:pt x="1068" y="25"/>
                    <a:pt x="1078" y="52"/>
                    <a:pt x="1085" y="64"/>
                  </a:cubicBezTo>
                  <a:cubicBezTo>
                    <a:pt x="1104" y="97"/>
                    <a:pt x="1108" y="139"/>
                    <a:pt x="1110" y="176"/>
                  </a:cubicBezTo>
                  <a:cubicBezTo>
                    <a:pt x="1115" y="240"/>
                    <a:pt x="1103" y="302"/>
                    <a:pt x="1081" y="362"/>
                  </a:cubicBezTo>
                  <a:cubicBezTo>
                    <a:pt x="1032" y="501"/>
                    <a:pt x="939" y="620"/>
                    <a:pt x="828" y="714"/>
                  </a:cubicBezTo>
                  <a:cubicBezTo>
                    <a:pt x="609" y="901"/>
                    <a:pt x="312" y="981"/>
                    <a:pt x="30" y="996"/>
                  </a:cubicBezTo>
                  <a:cubicBezTo>
                    <a:pt x="0" y="998"/>
                    <a:pt x="0" y="1041"/>
                    <a:pt x="30" y="1042"/>
                  </a:cubicBezTo>
                  <a:cubicBezTo>
                    <a:pt x="339" y="1055"/>
                    <a:pt x="661" y="941"/>
                    <a:pt x="893" y="736"/>
                  </a:cubicBezTo>
                  <a:cubicBezTo>
                    <a:pt x="1011" y="632"/>
                    <a:pt x="1097" y="496"/>
                    <a:pt x="1143" y="346"/>
                  </a:cubicBezTo>
                  <a:cubicBezTo>
                    <a:pt x="1163" y="279"/>
                    <a:pt x="1164" y="208"/>
                    <a:pt x="1154" y="140"/>
                  </a:cubicBezTo>
                  <a:cubicBezTo>
                    <a:pt x="1150" y="106"/>
                    <a:pt x="1138" y="73"/>
                    <a:pt x="1121" y="43"/>
                  </a:cubicBezTo>
                  <a:cubicBezTo>
                    <a:pt x="1105" y="16"/>
                    <a:pt x="1089" y="17"/>
                    <a:pt x="1066" y="4"/>
                  </a:cubicBezTo>
                  <a:cubicBezTo>
                    <a:pt x="1058" y="0"/>
                    <a:pt x="1049" y="11"/>
                    <a:pt x="1056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60" name="chenying0907 10"/>
            <p:cNvSpPr>
              <a:spLocks/>
            </p:cNvSpPr>
            <p:nvPr/>
          </p:nvSpPr>
          <p:spPr bwMode="auto">
            <a:xfrm>
              <a:off x="4975226" y="4775201"/>
              <a:ext cx="1274763" cy="733425"/>
            </a:xfrm>
            <a:custGeom>
              <a:avLst/>
              <a:gdLst>
                <a:gd name="T0" fmla="*/ 28 w 1229"/>
                <a:gd name="T1" fmla="*/ 8 h 706"/>
                <a:gd name="T2" fmla="*/ 139 w 1229"/>
                <a:gd name="T3" fmla="*/ 371 h 706"/>
                <a:gd name="T4" fmla="*/ 420 w 1229"/>
                <a:gd name="T5" fmla="*/ 595 h 706"/>
                <a:gd name="T6" fmla="*/ 1199 w 1229"/>
                <a:gd name="T7" fmla="*/ 617 h 706"/>
                <a:gd name="T8" fmla="*/ 1186 w 1229"/>
                <a:gd name="T9" fmla="*/ 571 h 706"/>
                <a:gd name="T10" fmla="*/ 469 w 1229"/>
                <a:gd name="T11" fmla="*/ 549 h 706"/>
                <a:gd name="T12" fmla="*/ 191 w 1229"/>
                <a:gd name="T13" fmla="*/ 341 h 706"/>
                <a:gd name="T14" fmla="*/ 105 w 1229"/>
                <a:gd name="T15" fmla="*/ 187 h 706"/>
                <a:gd name="T16" fmla="*/ 43 w 1229"/>
                <a:gd name="T17" fmla="*/ 7 h 706"/>
                <a:gd name="T18" fmla="*/ 28 w 1229"/>
                <a:gd name="T19" fmla="*/ 8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9" h="706">
                  <a:moveTo>
                    <a:pt x="28" y="8"/>
                  </a:moveTo>
                  <a:cubicBezTo>
                    <a:pt x="0" y="129"/>
                    <a:pt x="72" y="275"/>
                    <a:pt x="139" y="371"/>
                  </a:cubicBezTo>
                  <a:cubicBezTo>
                    <a:pt x="210" y="470"/>
                    <a:pt x="310" y="545"/>
                    <a:pt x="420" y="595"/>
                  </a:cubicBezTo>
                  <a:cubicBezTo>
                    <a:pt x="664" y="706"/>
                    <a:pt x="948" y="698"/>
                    <a:pt x="1199" y="617"/>
                  </a:cubicBezTo>
                  <a:cubicBezTo>
                    <a:pt x="1229" y="608"/>
                    <a:pt x="1217" y="563"/>
                    <a:pt x="1186" y="571"/>
                  </a:cubicBezTo>
                  <a:cubicBezTo>
                    <a:pt x="954" y="630"/>
                    <a:pt x="695" y="637"/>
                    <a:pt x="469" y="549"/>
                  </a:cubicBezTo>
                  <a:cubicBezTo>
                    <a:pt x="360" y="506"/>
                    <a:pt x="262" y="433"/>
                    <a:pt x="191" y="341"/>
                  </a:cubicBezTo>
                  <a:cubicBezTo>
                    <a:pt x="155" y="294"/>
                    <a:pt x="127" y="241"/>
                    <a:pt x="105" y="187"/>
                  </a:cubicBezTo>
                  <a:cubicBezTo>
                    <a:pt x="81" y="128"/>
                    <a:pt x="72" y="63"/>
                    <a:pt x="43" y="7"/>
                  </a:cubicBezTo>
                  <a:cubicBezTo>
                    <a:pt x="40" y="0"/>
                    <a:pt x="30" y="2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61" name="chenying0907 11"/>
            <p:cNvSpPr>
              <a:spLocks/>
            </p:cNvSpPr>
            <p:nvPr/>
          </p:nvSpPr>
          <p:spPr bwMode="auto">
            <a:xfrm>
              <a:off x="6203951" y="5040313"/>
              <a:ext cx="1285875" cy="706438"/>
            </a:xfrm>
            <a:custGeom>
              <a:avLst/>
              <a:gdLst>
                <a:gd name="T0" fmla="*/ 9 w 1238"/>
                <a:gd name="T1" fmla="*/ 343 h 681"/>
                <a:gd name="T2" fmla="*/ 575 w 1238"/>
                <a:gd name="T3" fmla="*/ 605 h 681"/>
                <a:gd name="T4" fmla="*/ 1222 w 1238"/>
                <a:gd name="T5" fmla="*/ 529 h 681"/>
                <a:gd name="T6" fmla="*/ 1222 w 1238"/>
                <a:gd name="T7" fmla="*/ 485 h 681"/>
                <a:gd name="T8" fmla="*/ 968 w 1238"/>
                <a:gd name="T9" fmla="*/ 314 h 681"/>
                <a:gd name="T10" fmla="*/ 825 w 1238"/>
                <a:gd name="T11" fmla="*/ 32 h 681"/>
                <a:gd name="T12" fmla="*/ 776 w 1238"/>
                <a:gd name="T13" fmla="*/ 46 h 681"/>
                <a:gd name="T14" fmla="*/ 921 w 1238"/>
                <a:gd name="T15" fmla="*/ 340 h 681"/>
                <a:gd name="T16" fmla="*/ 1196 w 1238"/>
                <a:gd name="T17" fmla="*/ 529 h 681"/>
                <a:gd name="T18" fmla="*/ 1196 w 1238"/>
                <a:gd name="T19" fmla="*/ 485 h 681"/>
                <a:gd name="T20" fmla="*/ 23 w 1238"/>
                <a:gd name="T21" fmla="*/ 324 h 681"/>
                <a:gd name="T22" fmla="*/ 9 w 1238"/>
                <a:gd name="T23" fmla="*/ 34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38" h="681">
                  <a:moveTo>
                    <a:pt x="9" y="343"/>
                  </a:moveTo>
                  <a:cubicBezTo>
                    <a:pt x="152" y="493"/>
                    <a:pt x="376" y="569"/>
                    <a:pt x="575" y="605"/>
                  </a:cubicBezTo>
                  <a:cubicBezTo>
                    <a:pt x="792" y="644"/>
                    <a:pt x="1024" y="631"/>
                    <a:pt x="1222" y="529"/>
                  </a:cubicBezTo>
                  <a:cubicBezTo>
                    <a:pt x="1238" y="520"/>
                    <a:pt x="1238" y="494"/>
                    <a:pt x="1222" y="485"/>
                  </a:cubicBezTo>
                  <a:cubicBezTo>
                    <a:pt x="1131" y="437"/>
                    <a:pt x="1041" y="387"/>
                    <a:pt x="968" y="314"/>
                  </a:cubicBezTo>
                  <a:cubicBezTo>
                    <a:pt x="889" y="238"/>
                    <a:pt x="847" y="138"/>
                    <a:pt x="825" y="32"/>
                  </a:cubicBezTo>
                  <a:cubicBezTo>
                    <a:pt x="819" y="0"/>
                    <a:pt x="770" y="14"/>
                    <a:pt x="776" y="46"/>
                  </a:cubicBezTo>
                  <a:cubicBezTo>
                    <a:pt x="799" y="157"/>
                    <a:pt x="844" y="256"/>
                    <a:pt x="921" y="340"/>
                  </a:cubicBezTo>
                  <a:cubicBezTo>
                    <a:pt x="997" y="422"/>
                    <a:pt x="1098" y="479"/>
                    <a:pt x="1196" y="529"/>
                  </a:cubicBezTo>
                  <a:cubicBezTo>
                    <a:pt x="1196" y="514"/>
                    <a:pt x="1196" y="500"/>
                    <a:pt x="1196" y="485"/>
                  </a:cubicBezTo>
                  <a:cubicBezTo>
                    <a:pt x="821" y="681"/>
                    <a:pt x="352" y="551"/>
                    <a:pt x="23" y="324"/>
                  </a:cubicBezTo>
                  <a:cubicBezTo>
                    <a:pt x="12" y="316"/>
                    <a:pt x="0" y="333"/>
                    <a:pt x="9" y="3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3200">
                <a:latin typeface="Arial"/>
                <a:ea typeface="微软雅黑"/>
                <a:sym typeface="Arial"/>
              </a:endParaRPr>
            </a:p>
          </p:txBody>
        </p:sp>
        <p:grpSp>
          <p:nvGrpSpPr>
            <p:cNvPr id="62" name="chenying0907 61"/>
            <p:cNvGrpSpPr/>
            <p:nvPr/>
          </p:nvGrpSpPr>
          <p:grpSpPr>
            <a:xfrm>
              <a:off x="3517901" y="1225551"/>
              <a:ext cx="5260975" cy="4090987"/>
              <a:chOff x="3517901" y="1225551"/>
              <a:chExt cx="5260975" cy="4090987"/>
            </a:xfrm>
            <a:grpFill/>
          </p:grpSpPr>
          <p:sp>
            <p:nvSpPr>
              <p:cNvPr id="63" name="chenying0907 12"/>
              <p:cNvSpPr>
                <a:spLocks/>
              </p:cNvSpPr>
              <p:nvPr/>
            </p:nvSpPr>
            <p:spPr bwMode="auto">
              <a:xfrm>
                <a:off x="7805738" y="2135188"/>
                <a:ext cx="109538" cy="38100"/>
              </a:xfrm>
              <a:custGeom>
                <a:avLst/>
                <a:gdLst>
                  <a:gd name="T0" fmla="*/ 6 w 106"/>
                  <a:gd name="T1" fmla="*/ 35 h 37"/>
                  <a:gd name="T2" fmla="*/ 45 w 106"/>
                  <a:gd name="T3" fmla="*/ 33 h 37"/>
                  <a:gd name="T4" fmla="*/ 97 w 106"/>
                  <a:gd name="T5" fmla="*/ 22 h 37"/>
                  <a:gd name="T6" fmla="*/ 97 w 106"/>
                  <a:gd name="T7" fmla="*/ 6 h 37"/>
                  <a:gd name="T8" fmla="*/ 52 w 106"/>
                  <a:gd name="T9" fmla="*/ 6 h 37"/>
                  <a:gd name="T10" fmla="*/ 4 w 106"/>
                  <a:gd name="T11" fmla="*/ 24 h 37"/>
                  <a:gd name="T12" fmla="*/ 6 w 106"/>
                  <a:gd name="T13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" h="37">
                    <a:moveTo>
                      <a:pt x="6" y="35"/>
                    </a:moveTo>
                    <a:cubicBezTo>
                      <a:pt x="20" y="37"/>
                      <a:pt x="32" y="35"/>
                      <a:pt x="45" y="33"/>
                    </a:cubicBezTo>
                    <a:cubicBezTo>
                      <a:pt x="63" y="30"/>
                      <a:pt x="80" y="29"/>
                      <a:pt x="97" y="22"/>
                    </a:cubicBezTo>
                    <a:cubicBezTo>
                      <a:pt x="105" y="19"/>
                      <a:pt x="106" y="9"/>
                      <a:pt x="97" y="6"/>
                    </a:cubicBezTo>
                    <a:cubicBezTo>
                      <a:pt x="81" y="0"/>
                      <a:pt x="68" y="2"/>
                      <a:pt x="52" y="6"/>
                    </a:cubicBezTo>
                    <a:cubicBezTo>
                      <a:pt x="34" y="9"/>
                      <a:pt x="17" y="13"/>
                      <a:pt x="4" y="24"/>
                    </a:cubicBezTo>
                    <a:cubicBezTo>
                      <a:pt x="0" y="27"/>
                      <a:pt x="2" y="34"/>
                      <a:pt x="6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64" name="chenying0907 13"/>
              <p:cNvSpPr>
                <a:spLocks/>
              </p:cNvSpPr>
              <p:nvPr/>
            </p:nvSpPr>
            <p:spPr bwMode="auto">
              <a:xfrm>
                <a:off x="8018463" y="2144713"/>
                <a:ext cx="92075" cy="34925"/>
              </a:xfrm>
              <a:custGeom>
                <a:avLst/>
                <a:gdLst>
                  <a:gd name="T0" fmla="*/ 4 w 89"/>
                  <a:gd name="T1" fmla="*/ 9 h 35"/>
                  <a:gd name="T2" fmla="*/ 79 w 89"/>
                  <a:gd name="T3" fmla="*/ 34 h 35"/>
                  <a:gd name="T4" fmla="*/ 83 w 89"/>
                  <a:gd name="T5" fmla="*/ 20 h 35"/>
                  <a:gd name="T6" fmla="*/ 7 w 89"/>
                  <a:gd name="T7" fmla="*/ 0 h 35"/>
                  <a:gd name="T8" fmla="*/ 4 w 89"/>
                  <a:gd name="T9" fmla="*/ 9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35">
                    <a:moveTo>
                      <a:pt x="4" y="9"/>
                    </a:moveTo>
                    <a:cubicBezTo>
                      <a:pt x="28" y="23"/>
                      <a:pt x="52" y="31"/>
                      <a:pt x="79" y="34"/>
                    </a:cubicBezTo>
                    <a:cubicBezTo>
                      <a:pt x="87" y="35"/>
                      <a:pt x="89" y="24"/>
                      <a:pt x="83" y="20"/>
                    </a:cubicBezTo>
                    <a:cubicBezTo>
                      <a:pt x="59" y="6"/>
                      <a:pt x="34" y="3"/>
                      <a:pt x="7" y="0"/>
                    </a:cubicBezTo>
                    <a:cubicBezTo>
                      <a:pt x="2" y="0"/>
                      <a:pt x="0" y="7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65" name="chenying0907 14"/>
              <p:cNvSpPr>
                <a:spLocks/>
              </p:cNvSpPr>
              <p:nvPr/>
            </p:nvSpPr>
            <p:spPr bwMode="auto">
              <a:xfrm>
                <a:off x="8228013" y="2225676"/>
                <a:ext cx="107950" cy="61913"/>
              </a:xfrm>
              <a:custGeom>
                <a:avLst/>
                <a:gdLst>
                  <a:gd name="T0" fmla="*/ 6 w 105"/>
                  <a:gd name="T1" fmla="*/ 10 h 59"/>
                  <a:gd name="T2" fmla="*/ 91 w 105"/>
                  <a:gd name="T3" fmla="*/ 55 h 59"/>
                  <a:gd name="T4" fmla="*/ 99 w 105"/>
                  <a:gd name="T5" fmla="*/ 44 h 59"/>
                  <a:gd name="T6" fmla="*/ 9 w 105"/>
                  <a:gd name="T7" fmla="*/ 1 h 59"/>
                  <a:gd name="T8" fmla="*/ 6 w 105"/>
                  <a:gd name="T9" fmla="*/ 1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59">
                    <a:moveTo>
                      <a:pt x="6" y="10"/>
                    </a:moveTo>
                    <a:cubicBezTo>
                      <a:pt x="35" y="21"/>
                      <a:pt x="64" y="39"/>
                      <a:pt x="91" y="55"/>
                    </a:cubicBezTo>
                    <a:cubicBezTo>
                      <a:pt x="97" y="59"/>
                      <a:pt x="105" y="49"/>
                      <a:pt x="99" y="44"/>
                    </a:cubicBezTo>
                    <a:cubicBezTo>
                      <a:pt x="72" y="20"/>
                      <a:pt x="44" y="7"/>
                      <a:pt x="9" y="1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66" name="chenying0907 15"/>
              <p:cNvSpPr>
                <a:spLocks/>
              </p:cNvSpPr>
              <p:nvPr/>
            </p:nvSpPr>
            <p:spPr bwMode="auto">
              <a:xfrm>
                <a:off x="8421688" y="2389188"/>
                <a:ext cx="77788" cy="84138"/>
              </a:xfrm>
              <a:custGeom>
                <a:avLst/>
                <a:gdLst>
                  <a:gd name="T0" fmla="*/ 1 w 75"/>
                  <a:gd name="T1" fmla="*/ 1 h 81"/>
                  <a:gd name="T2" fmla="*/ 14 w 75"/>
                  <a:gd name="T3" fmla="*/ 20 h 81"/>
                  <a:gd name="T4" fmla="*/ 31 w 75"/>
                  <a:gd name="T5" fmla="*/ 42 h 81"/>
                  <a:gd name="T6" fmla="*/ 62 w 75"/>
                  <a:gd name="T7" fmla="*/ 77 h 81"/>
                  <a:gd name="T8" fmla="*/ 72 w 75"/>
                  <a:gd name="T9" fmla="*/ 71 h 81"/>
                  <a:gd name="T10" fmla="*/ 45 w 75"/>
                  <a:gd name="T11" fmla="*/ 35 h 81"/>
                  <a:gd name="T12" fmla="*/ 24 w 75"/>
                  <a:gd name="T13" fmla="*/ 16 h 81"/>
                  <a:gd name="T14" fmla="*/ 2 w 75"/>
                  <a:gd name="T15" fmla="*/ 0 h 81"/>
                  <a:gd name="T16" fmla="*/ 1 w 75"/>
                  <a:gd name="T17" fmla="*/ 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81">
                    <a:moveTo>
                      <a:pt x="1" y="1"/>
                    </a:moveTo>
                    <a:cubicBezTo>
                      <a:pt x="6" y="6"/>
                      <a:pt x="9" y="14"/>
                      <a:pt x="14" y="20"/>
                    </a:cubicBezTo>
                    <a:cubicBezTo>
                      <a:pt x="19" y="27"/>
                      <a:pt x="25" y="35"/>
                      <a:pt x="31" y="42"/>
                    </a:cubicBezTo>
                    <a:cubicBezTo>
                      <a:pt x="41" y="54"/>
                      <a:pt x="51" y="66"/>
                      <a:pt x="62" y="77"/>
                    </a:cubicBezTo>
                    <a:cubicBezTo>
                      <a:pt x="66" y="81"/>
                      <a:pt x="75" y="77"/>
                      <a:pt x="72" y="71"/>
                    </a:cubicBezTo>
                    <a:cubicBezTo>
                      <a:pt x="66" y="57"/>
                      <a:pt x="57" y="46"/>
                      <a:pt x="45" y="35"/>
                    </a:cubicBezTo>
                    <a:cubicBezTo>
                      <a:pt x="38" y="28"/>
                      <a:pt x="31" y="22"/>
                      <a:pt x="24" y="16"/>
                    </a:cubicBezTo>
                    <a:cubicBezTo>
                      <a:pt x="17" y="10"/>
                      <a:pt x="8" y="6"/>
                      <a:pt x="2" y="0"/>
                    </a:cubicBezTo>
                    <a:cubicBezTo>
                      <a:pt x="1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67" name="chenying0907 16"/>
              <p:cNvSpPr>
                <a:spLocks/>
              </p:cNvSpPr>
              <p:nvPr/>
            </p:nvSpPr>
            <p:spPr bwMode="auto">
              <a:xfrm>
                <a:off x="8572501" y="2570163"/>
                <a:ext cx="60325" cy="90488"/>
              </a:xfrm>
              <a:custGeom>
                <a:avLst/>
                <a:gdLst>
                  <a:gd name="T0" fmla="*/ 3 w 57"/>
                  <a:gd name="T1" fmla="*/ 10 h 88"/>
                  <a:gd name="T2" fmla="*/ 47 w 57"/>
                  <a:gd name="T3" fmla="*/ 83 h 88"/>
                  <a:gd name="T4" fmla="*/ 55 w 57"/>
                  <a:gd name="T5" fmla="*/ 77 h 88"/>
                  <a:gd name="T6" fmla="*/ 11 w 57"/>
                  <a:gd name="T7" fmla="*/ 5 h 88"/>
                  <a:gd name="T8" fmla="*/ 3 w 57"/>
                  <a:gd name="T9" fmla="*/ 1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88">
                    <a:moveTo>
                      <a:pt x="3" y="10"/>
                    </a:moveTo>
                    <a:cubicBezTo>
                      <a:pt x="17" y="35"/>
                      <a:pt x="27" y="63"/>
                      <a:pt x="47" y="83"/>
                    </a:cubicBezTo>
                    <a:cubicBezTo>
                      <a:pt x="51" y="88"/>
                      <a:pt x="57" y="82"/>
                      <a:pt x="55" y="77"/>
                    </a:cubicBezTo>
                    <a:cubicBezTo>
                      <a:pt x="44" y="51"/>
                      <a:pt x="28" y="27"/>
                      <a:pt x="11" y="5"/>
                    </a:cubicBezTo>
                    <a:cubicBezTo>
                      <a:pt x="8" y="0"/>
                      <a:pt x="0" y="4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68" name="chenying0907 17"/>
              <p:cNvSpPr>
                <a:spLocks/>
              </p:cNvSpPr>
              <p:nvPr/>
            </p:nvSpPr>
            <p:spPr bwMode="auto">
              <a:xfrm>
                <a:off x="8664576" y="2767013"/>
                <a:ext cx="42863" cy="88900"/>
              </a:xfrm>
              <a:custGeom>
                <a:avLst/>
                <a:gdLst>
                  <a:gd name="T0" fmla="*/ 3 w 41"/>
                  <a:gd name="T1" fmla="*/ 7 h 86"/>
                  <a:gd name="T2" fmla="*/ 30 w 41"/>
                  <a:gd name="T3" fmla="*/ 79 h 86"/>
                  <a:gd name="T4" fmla="*/ 40 w 41"/>
                  <a:gd name="T5" fmla="*/ 76 h 86"/>
                  <a:gd name="T6" fmla="*/ 9 w 41"/>
                  <a:gd name="T7" fmla="*/ 4 h 86"/>
                  <a:gd name="T8" fmla="*/ 3 w 41"/>
                  <a:gd name="T9" fmla="*/ 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86">
                    <a:moveTo>
                      <a:pt x="3" y="7"/>
                    </a:moveTo>
                    <a:cubicBezTo>
                      <a:pt x="16" y="29"/>
                      <a:pt x="21" y="56"/>
                      <a:pt x="30" y="79"/>
                    </a:cubicBezTo>
                    <a:cubicBezTo>
                      <a:pt x="32" y="86"/>
                      <a:pt x="41" y="83"/>
                      <a:pt x="40" y="76"/>
                    </a:cubicBezTo>
                    <a:cubicBezTo>
                      <a:pt x="36" y="48"/>
                      <a:pt x="25" y="27"/>
                      <a:pt x="9" y="4"/>
                    </a:cubicBezTo>
                    <a:cubicBezTo>
                      <a:pt x="7" y="0"/>
                      <a:pt x="0" y="3"/>
                      <a:pt x="3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69" name="chenying0907 18"/>
              <p:cNvSpPr>
                <a:spLocks/>
              </p:cNvSpPr>
              <p:nvPr/>
            </p:nvSpPr>
            <p:spPr bwMode="auto">
              <a:xfrm>
                <a:off x="8740776" y="2992438"/>
                <a:ext cx="26988" cy="107950"/>
              </a:xfrm>
              <a:custGeom>
                <a:avLst/>
                <a:gdLst>
                  <a:gd name="T0" fmla="*/ 2 w 27"/>
                  <a:gd name="T1" fmla="*/ 7 h 104"/>
                  <a:gd name="T2" fmla="*/ 17 w 27"/>
                  <a:gd name="T3" fmla="*/ 100 h 104"/>
                  <a:gd name="T4" fmla="*/ 23 w 27"/>
                  <a:gd name="T5" fmla="*/ 100 h 104"/>
                  <a:gd name="T6" fmla="*/ 9 w 27"/>
                  <a:gd name="T7" fmla="*/ 4 h 104"/>
                  <a:gd name="T8" fmla="*/ 2 w 27"/>
                  <a:gd name="T9" fmla="*/ 7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04">
                    <a:moveTo>
                      <a:pt x="2" y="7"/>
                    </a:moveTo>
                    <a:cubicBezTo>
                      <a:pt x="14" y="36"/>
                      <a:pt x="13" y="68"/>
                      <a:pt x="17" y="100"/>
                    </a:cubicBezTo>
                    <a:cubicBezTo>
                      <a:pt x="17" y="104"/>
                      <a:pt x="23" y="104"/>
                      <a:pt x="23" y="100"/>
                    </a:cubicBezTo>
                    <a:cubicBezTo>
                      <a:pt x="27" y="67"/>
                      <a:pt x="24" y="33"/>
                      <a:pt x="9" y="4"/>
                    </a:cubicBezTo>
                    <a:cubicBezTo>
                      <a:pt x="7" y="0"/>
                      <a:pt x="0" y="3"/>
                      <a:pt x="2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70" name="chenying0907 19"/>
              <p:cNvSpPr>
                <a:spLocks/>
              </p:cNvSpPr>
              <p:nvPr/>
            </p:nvSpPr>
            <p:spPr bwMode="auto">
              <a:xfrm>
                <a:off x="8753476" y="3206751"/>
                <a:ext cx="25400" cy="80963"/>
              </a:xfrm>
              <a:custGeom>
                <a:avLst/>
                <a:gdLst>
                  <a:gd name="T0" fmla="*/ 13 w 24"/>
                  <a:gd name="T1" fmla="*/ 2 h 78"/>
                  <a:gd name="T2" fmla="*/ 4 w 24"/>
                  <a:gd name="T3" fmla="*/ 32 h 78"/>
                  <a:gd name="T4" fmla="*/ 2 w 24"/>
                  <a:gd name="T5" fmla="*/ 46 h 78"/>
                  <a:gd name="T6" fmla="*/ 0 w 24"/>
                  <a:gd name="T7" fmla="*/ 66 h 78"/>
                  <a:gd name="T8" fmla="*/ 13 w 24"/>
                  <a:gd name="T9" fmla="*/ 71 h 78"/>
                  <a:gd name="T10" fmla="*/ 23 w 24"/>
                  <a:gd name="T11" fmla="*/ 39 h 78"/>
                  <a:gd name="T12" fmla="*/ 15 w 24"/>
                  <a:gd name="T13" fmla="*/ 2 h 78"/>
                  <a:gd name="T14" fmla="*/ 13 w 24"/>
                  <a:gd name="T15" fmla="*/ 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8">
                    <a:moveTo>
                      <a:pt x="13" y="2"/>
                    </a:moveTo>
                    <a:cubicBezTo>
                      <a:pt x="9" y="12"/>
                      <a:pt x="6" y="21"/>
                      <a:pt x="4" y="32"/>
                    </a:cubicBezTo>
                    <a:cubicBezTo>
                      <a:pt x="3" y="37"/>
                      <a:pt x="2" y="41"/>
                      <a:pt x="2" y="46"/>
                    </a:cubicBezTo>
                    <a:cubicBezTo>
                      <a:pt x="1" y="53"/>
                      <a:pt x="1" y="59"/>
                      <a:pt x="0" y="66"/>
                    </a:cubicBezTo>
                    <a:cubicBezTo>
                      <a:pt x="0" y="72"/>
                      <a:pt x="9" y="78"/>
                      <a:pt x="13" y="71"/>
                    </a:cubicBezTo>
                    <a:cubicBezTo>
                      <a:pt x="18" y="60"/>
                      <a:pt x="21" y="52"/>
                      <a:pt x="23" y="39"/>
                    </a:cubicBezTo>
                    <a:cubicBezTo>
                      <a:pt x="24" y="25"/>
                      <a:pt x="20" y="15"/>
                      <a:pt x="15" y="2"/>
                    </a:cubicBezTo>
                    <a:cubicBezTo>
                      <a:pt x="15" y="0"/>
                      <a:pt x="13" y="1"/>
                      <a:pt x="1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71" name="chenying0907 20"/>
              <p:cNvSpPr>
                <a:spLocks/>
              </p:cNvSpPr>
              <p:nvPr/>
            </p:nvSpPr>
            <p:spPr bwMode="auto">
              <a:xfrm>
                <a:off x="8672513" y="3368676"/>
                <a:ext cx="61913" cy="100013"/>
              </a:xfrm>
              <a:custGeom>
                <a:avLst/>
                <a:gdLst>
                  <a:gd name="T0" fmla="*/ 46 w 61"/>
                  <a:gd name="T1" fmla="*/ 3 h 97"/>
                  <a:gd name="T2" fmla="*/ 6 w 61"/>
                  <a:gd name="T3" fmla="*/ 81 h 97"/>
                  <a:gd name="T4" fmla="*/ 20 w 61"/>
                  <a:gd name="T5" fmla="*/ 91 h 97"/>
                  <a:gd name="T6" fmla="*/ 52 w 61"/>
                  <a:gd name="T7" fmla="*/ 51 h 97"/>
                  <a:gd name="T8" fmla="*/ 53 w 61"/>
                  <a:gd name="T9" fmla="*/ 3 h 97"/>
                  <a:gd name="T10" fmla="*/ 46 w 61"/>
                  <a:gd name="T11" fmla="*/ 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1" h="97">
                    <a:moveTo>
                      <a:pt x="46" y="3"/>
                    </a:moveTo>
                    <a:cubicBezTo>
                      <a:pt x="33" y="29"/>
                      <a:pt x="23" y="57"/>
                      <a:pt x="6" y="81"/>
                    </a:cubicBezTo>
                    <a:cubicBezTo>
                      <a:pt x="0" y="89"/>
                      <a:pt x="13" y="97"/>
                      <a:pt x="20" y="91"/>
                    </a:cubicBezTo>
                    <a:cubicBezTo>
                      <a:pt x="34" y="80"/>
                      <a:pt x="45" y="69"/>
                      <a:pt x="52" y="51"/>
                    </a:cubicBezTo>
                    <a:cubicBezTo>
                      <a:pt x="58" y="35"/>
                      <a:pt x="61" y="20"/>
                      <a:pt x="53" y="3"/>
                    </a:cubicBezTo>
                    <a:cubicBezTo>
                      <a:pt x="52" y="0"/>
                      <a:pt x="47" y="1"/>
                      <a:pt x="4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72" name="chenying0907 21"/>
              <p:cNvSpPr>
                <a:spLocks/>
              </p:cNvSpPr>
              <p:nvPr/>
            </p:nvSpPr>
            <p:spPr bwMode="auto">
              <a:xfrm>
                <a:off x="8559801" y="3544888"/>
                <a:ext cx="68263" cy="84138"/>
              </a:xfrm>
              <a:custGeom>
                <a:avLst/>
                <a:gdLst>
                  <a:gd name="T0" fmla="*/ 51 w 66"/>
                  <a:gd name="T1" fmla="*/ 4 h 81"/>
                  <a:gd name="T2" fmla="*/ 24 w 66"/>
                  <a:gd name="T3" fmla="*/ 33 h 81"/>
                  <a:gd name="T4" fmla="*/ 14 w 66"/>
                  <a:gd name="T5" fmla="*/ 46 h 81"/>
                  <a:gd name="T6" fmla="*/ 5 w 66"/>
                  <a:gd name="T7" fmla="*/ 62 h 81"/>
                  <a:gd name="T8" fmla="*/ 18 w 66"/>
                  <a:gd name="T9" fmla="*/ 75 h 81"/>
                  <a:gd name="T10" fmla="*/ 32 w 66"/>
                  <a:gd name="T11" fmla="*/ 65 h 81"/>
                  <a:gd name="T12" fmla="*/ 45 w 66"/>
                  <a:gd name="T13" fmla="*/ 49 h 81"/>
                  <a:gd name="T14" fmla="*/ 63 w 66"/>
                  <a:gd name="T15" fmla="*/ 11 h 81"/>
                  <a:gd name="T16" fmla="*/ 51 w 66"/>
                  <a:gd name="T17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81">
                    <a:moveTo>
                      <a:pt x="51" y="4"/>
                    </a:moveTo>
                    <a:cubicBezTo>
                      <a:pt x="41" y="13"/>
                      <a:pt x="32" y="22"/>
                      <a:pt x="24" y="33"/>
                    </a:cubicBezTo>
                    <a:cubicBezTo>
                      <a:pt x="21" y="37"/>
                      <a:pt x="17" y="41"/>
                      <a:pt x="14" y="46"/>
                    </a:cubicBezTo>
                    <a:cubicBezTo>
                      <a:pt x="10" y="51"/>
                      <a:pt x="9" y="57"/>
                      <a:pt x="5" y="62"/>
                    </a:cubicBezTo>
                    <a:cubicBezTo>
                      <a:pt x="0" y="70"/>
                      <a:pt x="10" y="81"/>
                      <a:pt x="18" y="75"/>
                    </a:cubicBezTo>
                    <a:cubicBezTo>
                      <a:pt x="22" y="72"/>
                      <a:pt x="29" y="69"/>
                      <a:pt x="32" y="65"/>
                    </a:cubicBezTo>
                    <a:cubicBezTo>
                      <a:pt x="37" y="60"/>
                      <a:pt x="41" y="55"/>
                      <a:pt x="45" y="49"/>
                    </a:cubicBezTo>
                    <a:cubicBezTo>
                      <a:pt x="53" y="37"/>
                      <a:pt x="59" y="25"/>
                      <a:pt x="63" y="11"/>
                    </a:cubicBezTo>
                    <a:cubicBezTo>
                      <a:pt x="66" y="4"/>
                      <a:pt x="56" y="0"/>
                      <a:pt x="5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73" name="chenying0907 22"/>
              <p:cNvSpPr>
                <a:spLocks/>
              </p:cNvSpPr>
              <p:nvPr/>
            </p:nvSpPr>
            <p:spPr bwMode="auto">
              <a:xfrm>
                <a:off x="8374063" y="3732213"/>
                <a:ext cx="80963" cy="65088"/>
              </a:xfrm>
              <a:custGeom>
                <a:avLst/>
                <a:gdLst>
                  <a:gd name="T0" fmla="*/ 66 w 79"/>
                  <a:gd name="T1" fmla="*/ 3 h 62"/>
                  <a:gd name="T2" fmla="*/ 35 w 79"/>
                  <a:gd name="T3" fmla="*/ 23 h 62"/>
                  <a:gd name="T4" fmla="*/ 6 w 79"/>
                  <a:gd name="T5" fmla="*/ 48 h 62"/>
                  <a:gd name="T6" fmla="*/ 14 w 79"/>
                  <a:gd name="T7" fmla="*/ 58 h 62"/>
                  <a:gd name="T8" fmla="*/ 45 w 79"/>
                  <a:gd name="T9" fmla="*/ 38 h 62"/>
                  <a:gd name="T10" fmla="*/ 73 w 79"/>
                  <a:gd name="T11" fmla="*/ 13 h 62"/>
                  <a:gd name="T12" fmla="*/ 66 w 79"/>
                  <a:gd name="T13" fmla="*/ 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62">
                    <a:moveTo>
                      <a:pt x="66" y="3"/>
                    </a:moveTo>
                    <a:cubicBezTo>
                      <a:pt x="55" y="9"/>
                      <a:pt x="45" y="15"/>
                      <a:pt x="35" y="23"/>
                    </a:cubicBezTo>
                    <a:cubicBezTo>
                      <a:pt x="25" y="31"/>
                      <a:pt x="16" y="39"/>
                      <a:pt x="6" y="48"/>
                    </a:cubicBezTo>
                    <a:cubicBezTo>
                      <a:pt x="0" y="53"/>
                      <a:pt x="8" y="62"/>
                      <a:pt x="14" y="58"/>
                    </a:cubicBezTo>
                    <a:cubicBezTo>
                      <a:pt x="25" y="52"/>
                      <a:pt x="35" y="46"/>
                      <a:pt x="45" y="38"/>
                    </a:cubicBezTo>
                    <a:cubicBezTo>
                      <a:pt x="55" y="30"/>
                      <a:pt x="64" y="21"/>
                      <a:pt x="73" y="13"/>
                    </a:cubicBezTo>
                    <a:cubicBezTo>
                      <a:pt x="79" y="9"/>
                      <a:pt x="72" y="0"/>
                      <a:pt x="6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74" name="chenying0907 23"/>
              <p:cNvSpPr>
                <a:spLocks/>
              </p:cNvSpPr>
              <p:nvPr/>
            </p:nvSpPr>
            <p:spPr bwMode="auto">
              <a:xfrm>
                <a:off x="7953376" y="3932238"/>
                <a:ext cx="93663" cy="30163"/>
              </a:xfrm>
              <a:custGeom>
                <a:avLst/>
                <a:gdLst>
                  <a:gd name="T0" fmla="*/ 82 w 91"/>
                  <a:gd name="T1" fmla="*/ 1 h 30"/>
                  <a:gd name="T2" fmla="*/ 42 w 91"/>
                  <a:gd name="T3" fmla="*/ 5 h 30"/>
                  <a:gd name="T4" fmla="*/ 9 w 91"/>
                  <a:gd name="T5" fmla="*/ 11 h 30"/>
                  <a:gd name="T6" fmla="*/ 9 w 91"/>
                  <a:gd name="T7" fmla="*/ 28 h 30"/>
                  <a:gd name="T8" fmla="*/ 45 w 91"/>
                  <a:gd name="T9" fmla="*/ 27 h 30"/>
                  <a:gd name="T10" fmla="*/ 86 w 91"/>
                  <a:gd name="T11" fmla="*/ 9 h 30"/>
                  <a:gd name="T12" fmla="*/ 82 w 91"/>
                  <a:gd name="T13" fmla="*/ 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30">
                    <a:moveTo>
                      <a:pt x="82" y="1"/>
                    </a:moveTo>
                    <a:cubicBezTo>
                      <a:pt x="69" y="3"/>
                      <a:pt x="55" y="3"/>
                      <a:pt x="42" y="5"/>
                    </a:cubicBezTo>
                    <a:cubicBezTo>
                      <a:pt x="31" y="6"/>
                      <a:pt x="20" y="9"/>
                      <a:pt x="9" y="11"/>
                    </a:cubicBezTo>
                    <a:cubicBezTo>
                      <a:pt x="0" y="13"/>
                      <a:pt x="0" y="27"/>
                      <a:pt x="9" y="28"/>
                    </a:cubicBezTo>
                    <a:cubicBezTo>
                      <a:pt x="22" y="30"/>
                      <a:pt x="32" y="30"/>
                      <a:pt x="45" y="27"/>
                    </a:cubicBezTo>
                    <a:cubicBezTo>
                      <a:pt x="60" y="23"/>
                      <a:pt x="72" y="15"/>
                      <a:pt x="86" y="9"/>
                    </a:cubicBezTo>
                    <a:cubicBezTo>
                      <a:pt x="91" y="7"/>
                      <a:pt x="87" y="0"/>
                      <a:pt x="8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75" name="chenying0907 24"/>
              <p:cNvSpPr>
                <a:spLocks/>
              </p:cNvSpPr>
              <p:nvPr/>
            </p:nvSpPr>
            <p:spPr bwMode="auto">
              <a:xfrm>
                <a:off x="7991476" y="3992563"/>
                <a:ext cx="65088" cy="77788"/>
              </a:xfrm>
              <a:custGeom>
                <a:avLst/>
                <a:gdLst>
                  <a:gd name="T0" fmla="*/ 2 w 63"/>
                  <a:gd name="T1" fmla="*/ 6 h 74"/>
                  <a:gd name="T2" fmla="*/ 12 w 63"/>
                  <a:gd name="T3" fmla="*/ 18 h 74"/>
                  <a:gd name="T4" fmla="*/ 24 w 63"/>
                  <a:gd name="T5" fmla="*/ 34 h 74"/>
                  <a:gd name="T6" fmla="*/ 36 w 63"/>
                  <a:gd name="T7" fmla="*/ 51 h 74"/>
                  <a:gd name="T8" fmla="*/ 47 w 63"/>
                  <a:gd name="T9" fmla="*/ 66 h 74"/>
                  <a:gd name="T10" fmla="*/ 61 w 63"/>
                  <a:gd name="T11" fmla="*/ 60 h 74"/>
                  <a:gd name="T12" fmla="*/ 37 w 63"/>
                  <a:gd name="T13" fmla="*/ 16 h 74"/>
                  <a:gd name="T14" fmla="*/ 18 w 63"/>
                  <a:gd name="T15" fmla="*/ 3 h 74"/>
                  <a:gd name="T16" fmla="*/ 3 w 63"/>
                  <a:gd name="T17" fmla="*/ 2 h 74"/>
                  <a:gd name="T18" fmla="*/ 2 w 63"/>
                  <a:gd name="T19" fmla="*/ 6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3" h="74">
                    <a:moveTo>
                      <a:pt x="2" y="6"/>
                    </a:moveTo>
                    <a:cubicBezTo>
                      <a:pt x="6" y="7"/>
                      <a:pt x="10" y="15"/>
                      <a:pt x="12" y="18"/>
                    </a:cubicBezTo>
                    <a:cubicBezTo>
                      <a:pt x="15" y="24"/>
                      <a:pt x="20" y="29"/>
                      <a:pt x="24" y="34"/>
                    </a:cubicBezTo>
                    <a:cubicBezTo>
                      <a:pt x="29" y="39"/>
                      <a:pt x="32" y="45"/>
                      <a:pt x="36" y="51"/>
                    </a:cubicBezTo>
                    <a:cubicBezTo>
                      <a:pt x="39" y="56"/>
                      <a:pt x="44" y="60"/>
                      <a:pt x="47" y="66"/>
                    </a:cubicBezTo>
                    <a:cubicBezTo>
                      <a:pt x="51" y="74"/>
                      <a:pt x="63" y="68"/>
                      <a:pt x="61" y="60"/>
                    </a:cubicBezTo>
                    <a:cubicBezTo>
                      <a:pt x="57" y="43"/>
                      <a:pt x="50" y="29"/>
                      <a:pt x="37" y="16"/>
                    </a:cubicBezTo>
                    <a:cubicBezTo>
                      <a:pt x="32" y="10"/>
                      <a:pt x="26" y="6"/>
                      <a:pt x="18" y="3"/>
                    </a:cubicBezTo>
                    <a:cubicBezTo>
                      <a:pt x="13" y="0"/>
                      <a:pt x="8" y="1"/>
                      <a:pt x="3" y="2"/>
                    </a:cubicBezTo>
                    <a:cubicBezTo>
                      <a:pt x="0" y="2"/>
                      <a:pt x="0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76" name="chenying0907 25"/>
              <p:cNvSpPr>
                <a:spLocks/>
              </p:cNvSpPr>
              <p:nvPr/>
            </p:nvSpPr>
            <p:spPr bwMode="auto">
              <a:xfrm>
                <a:off x="8085138" y="4160838"/>
                <a:ext cx="26988" cy="95250"/>
              </a:xfrm>
              <a:custGeom>
                <a:avLst/>
                <a:gdLst>
                  <a:gd name="T0" fmla="*/ 0 w 26"/>
                  <a:gd name="T1" fmla="*/ 8 h 91"/>
                  <a:gd name="T2" fmla="*/ 6 w 26"/>
                  <a:gd name="T3" fmla="*/ 83 h 91"/>
                  <a:gd name="T4" fmla="*/ 22 w 26"/>
                  <a:gd name="T5" fmla="*/ 83 h 91"/>
                  <a:gd name="T6" fmla="*/ 13 w 26"/>
                  <a:gd name="T7" fmla="*/ 5 h 91"/>
                  <a:gd name="T8" fmla="*/ 0 w 26"/>
                  <a:gd name="T9" fmla="*/ 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91">
                    <a:moveTo>
                      <a:pt x="0" y="8"/>
                    </a:moveTo>
                    <a:cubicBezTo>
                      <a:pt x="1" y="33"/>
                      <a:pt x="2" y="59"/>
                      <a:pt x="6" y="83"/>
                    </a:cubicBezTo>
                    <a:cubicBezTo>
                      <a:pt x="8" y="91"/>
                      <a:pt x="20" y="91"/>
                      <a:pt x="22" y="83"/>
                    </a:cubicBezTo>
                    <a:cubicBezTo>
                      <a:pt x="26" y="58"/>
                      <a:pt x="26" y="27"/>
                      <a:pt x="13" y="5"/>
                    </a:cubicBezTo>
                    <a:cubicBezTo>
                      <a:pt x="9" y="0"/>
                      <a:pt x="0" y="2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77" name="chenying0907 26"/>
              <p:cNvSpPr>
                <a:spLocks/>
              </p:cNvSpPr>
              <p:nvPr/>
            </p:nvSpPr>
            <p:spPr bwMode="auto">
              <a:xfrm>
                <a:off x="8034338" y="4348163"/>
                <a:ext cx="44450" cy="106363"/>
              </a:xfrm>
              <a:custGeom>
                <a:avLst/>
                <a:gdLst>
                  <a:gd name="T0" fmla="*/ 8 w 43"/>
                  <a:gd name="T1" fmla="*/ 99 h 102"/>
                  <a:gd name="T2" fmla="*/ 32 w 43"/>
                  <a:gd name="T3" fmla="*/ 61 h 102"/>
                  <a:gd name="T4" fmla="*/ 42 w 43"/>
                  <a:gd name="T5" fmla="*/ 9 h 102"/>
                  <a:gd name="T6" fmla="*/ 27 w 43"/>
                  <a:gd name="T7" fmla="*/ 7 h 102"/>
                  <a:gd name="T8" fmla="*/ 13 w 43"/>
                  <a:gd name="T9" fmla="*/ 50 h 102"/>
                  <a:gd name="T10" fmla="*/ 1 w 43"/>
                  <a:gd name="T11" fmla="*/ 95 h 102"/>
                  <a:gd name="T12" fmla="*/ 8 w 43"/>
                  <a:gd name="T13" fmla="*/ 9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102">
                    <a:moveTo>
                      <a:pt x="8" y="99"/>
                    </a:moveTo>
                    <a:cubicBezTo>
                      <a:pt x="19" y="87"/>
                      <a:pt x="26" y="76"/>
                      <a:pt x="32" y="61"/>
                    </a:cubicBezTo>
                    <a:cubicBezTo>
                      <a:pt x="38" y="44"/>
                      <a:pt x="40" y="27"/>
                      <a:pt x="42" y="9"/>
                    </a:cubicBezTo>
                    <a:cubicBezTo>
                      <a:pt x="43" y="0"/>
                      <a:pt x="30" y="0"/>
                      <a:pt x="27" y="7"/>
                    </a:cubicBezTo>
                    <a:cubicBezTo>
                      <a:pt x="21" y="22"/>
                      <a:pt x="16" y="35"/>
                      <a:pt x="13" y="50"/>
                    </a:cubicBezTo>
                    <a:cubicBezTo>
                      <a:pt x="9" y="64"/>
                      <a:pt x="7" y="81"/>
                      <a:pt x="1" y="95"/>
                    </a:cubicBezTo>
                    <a:cubicBezTo>
                      <a:pt x="0" y="99"/>
                      <a:pt x="6" y="102"/>
                      <a:pt x="8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78" name="chenying0907 27"/>
              <p:cNvSpPr>
                <a:spLocks/>
              </p:cNvSpPr>
              <p:nvPr/>
            </p:nvSpPr>
            <p:spPr bwMode="auto">
              <a:xfrm>
                <a:off x="7883526" y="4581526"/>
                <a:ext cx="80963" cy="74613"/>
              </a:xfrm>
              <a:custGeom>
                <a:avLst/>
                <a:gdLst>
                  <a:gd name="T0" fmla="*/ 7 w 78"/>
                  <a:gd name="T1" fmla="*/ 69 h 72"/>
                  <a:gd name="T2" fmla="*/ 45 w 78"/>
                  <a:gd name="T3" fmla="*/ 47 h 72"/>
                  <a:gd name="T4" fmla="*/ 75 w 78"/>
                  <a:gd name="T5" fmla="*/ 11 h 72"/>
                  <a:gd name="T6" fmla="*/ 67 w 78"/>
                  <a:gd name="T7" fmla="*/ 5 h 72"/>
                  <a:gd name="T8" fmla="*/ 37 w 78"/>
                  <a:gd name="T9" fmla="*/ 33 h 72"/>
                  <a:gd name="T10" fmla="*/ 4 w 78"/>
                  <a:gd name="T11" fmla="*/ 63 h 72"/>
                  <a:gd name="T12" fmla="*/ 7 w 78"/>
                  <a:gd name="T13" fmla="*/ 69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72">
                    <a:moveTo>
                      <a:pt x="7" y="69"/>
                    </a:moveTo>
                    <a:cubicBezTo>
                      <a:pt x="20" y="62"/>
                      <a:pt x="33" y="56"/>
                      <a:pt x="45" y="47"/>
                    </a:cubicBezTo>
                    <a:cubicBezTo>
                      <a:pt x="57" y="37"/>
                      <a:pt x="68" y="26"/>
                      <a:pt x="75" y="11"/>
                    </a:cubicBezTo>
                    <a:cubicBezTo>
                      <a:pt x="78" y="6"/>
                      <a:pt x="71" y="0"/>
                      <a:pt x="67" y="5"/>
                    </a:cubicBezTo>
                    <a:cubicBezTo>
                      <a:pt x="57" y="15"/>
                      <a:pt x="47" y="24"/>
                      <a:pt x="37" y="33"/>
                    </a:cubicBezTo>
                    <a:cubicBezTo>
                      <a:pt x="26" y="43"/>
                      <a:pt x="15" y="55"/>
                      <a:pt x="4" y="63"/>
                    </a:cubicBezTo>
                    <a:cubicBezTo>
                      <a:pt x="0" y="66"/>
                      <a:pt x="3" y="72"/>
                      <a:pt x="7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79" name="chenying0907 28"/>
              <p:cNvSpPr>
                <a:spLocks/>
              </p:cNvSpPr>
              <p:nvPr/>
            </p:nvSpPr>
            <p:spPr bwMode="auto">
              <a:xfrm>
                <a:off x="7666038" y="4762501"/>
                <a:ext cx="120650" cy="58738"/>
              </a:xfrm>
              <a:custGeom>
                <a:avLst/>
                <a:gdLst>
                  <a:gd name="T0" fmla="*/ 6 w 117"/>
                  <a:gd name="T1" fmla="*/ 56 h 56"/>
                  <a:gd name="T2" fmla="*/ 111 w 117"/>
                  <a:gd name="T3" fmla="*/ 13 h 56"/>
                  <a:gd name="T4" fmla="*/ 105 w 117"/>
                  <a:gd name="T5" fmla="*/ 2 h 56"/>
                  <a:gd name="T6" fmla="*/ 5 w 117"/>
                  <a:gd name="T7" fmla="*/ 48 h 56"/>
                  <a:gd name="T8" fmla="*/ 6 w 117"/>
                  <a:gd name="T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56">
                    <a:moveTo>
                      <a:pt x="6" y="56"/>
                    </a:moveTo>
                    <a:cubicBezTo>
                      <a:pt x="44" y="51"/>
                      <a:pt x="81" y="37"/>
                      <a:pt x="111" y="13"/>
                    </a:cubicBezTo>
                    <a:cubicBezTo>
                      <a:pt x="117" y="9"/>
                      <a:pt x="111" y="0"/>
                      <a:pt x="105" y="2"/>
                    </a:cubicBezTo>
                    <a:cubicBezTo>
                      <a:pt x="70" y="12"/>
                      <a:pt x="40" y="36"/>
                      <a:pt x="5" y="48"/>
                    </a:cubicBezTo>
                    <a:cubicBezTo>
                      <a:pt x="0" y="49"/>
                      <a:pt x="1" y="56"/>
                      <a:pt x="6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80" name="chenying0907 29"/>
              <p:cNvSpPr>
                <a:spLocks/>
              </p:cNvSpPr>
              <p:nvPr/>
            </p:nvSpPr>
            <p:spPr bwMode="auto">
              <a:xfrm>
                <a:off x="7434263" y="4868863"/>
                <a:ext cx="123825" cy="47625"/>
              </a:xfrm>
              <a:custGeom>
                <a:avLst/>
                <a:gdLst>
                  <a:gd name="T0" fmla="*/ 4 w 120"/>
                  <a:gd name="T1" fmla="*/ 46 h 46"/>
                  <a:gd name="T2" fmla="*/ 117 w 120"/>
                  <a:gd name="T3" fmla="*/ 10 h 46"/>
                  <a:gd name="T4" fmla="*/ 112 w 120"/>
                  <a:gd name="T5" fmla="*/ 2 h 46"/>
                  <a:gd name="T6" fmla="*/ 3 w 120"/>
                  <a:gd name="T7" fmla="*/ 39 h 46"/>
                  <a:gd name="T8" fmla="*/ 4 w 120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" h="46">
                    <a:moveTo>
                      <a:pt x="4" y="46"/>
                    </a:moveTo>
                    <a:cubicBezTo>
                      <a:pt x="43" y="44"/>
                      <a:pt x="86" y="36"/>
                      <a:pt x="117" y="10"/>
                    </a:cubicBezTo>
                    <a:cubicBezTo>
                      <a:pt x="120" y="7"/>
                      <a:pt x="116" y="0"/>
                      <a:pt x="112" y="2"/>
                    </a:cubicBezTo>
                    <a:cubicBezTo>
                      <a:pt x="75" y="14"/>
                      <a:pt x="40" y="27"/>
                      <a:pt x="3" y="39"/>
                    </a:cubicBezTo>
                    <a:cubicBezTo>
                      <a:pt x="0" y="40"/>
                      <a:pt x="0" y="46"/>
                      <a:pt x="4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81" name="chenying0907 30"/>
              <p:cNvSpPr>
                <a:spLocks/>
              </p:cNvSpPr>
              <p:nvPr/>
            </p:nvSpPr>
            <p:spPr bwMode="auto">
              <a:xfrm>
                <a:off x="7192963" y="4932363"/>
                <a:ext cx="153988" cy="38100"/>
              </a:xfrm>
              <a:custGeom>
                <a:avLst/>
                <a:gdLst>
                  <a:gd name="T0" fmla="*/ 6 w 148"/>
                  <a:gd name="T1" fmla="*/ 36 h 37"/>
                  <a:gd name="T2" fmla="*/ 137 w 148"/>
                  <a:gd name="T3" fmla="*/ 20 h 37"/>
                  <a:gd name="T4" fmla="*/ 133 w 148"/>
                  <a:gd name="T5" fmla="*/ 3 h 37"/>
                  <a:gd name="T6" fmla="*/ 3 w 148"/>
                  <a:gd name="T7" fmla="*/ 31 h 37"/>
                  <a:gd name="T8" fmla="*/ 6 w 148"/>
                  <a:gd name="T9" fmla="*/ 3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37">
                    <a:moveTo>
                      <a:pt x="6" y="36"/>
                    </a:moveTo>
                    <a:cubicBezTo>
                      <a:pt x="51" y="28"/>
                      <a:pt x="94" y="36"/>
                      <a:pt x="137" y="20"/>
                    </a:cubicBezTo>
                    <a:cubicBezTo>
                      <a:pt x="148" y="16"/>
                      <a:pt x="144" y="0"/>
                      <a:pt x="133" y="3"/>
                    </a:cubicBezTo>
                    <a:cubicBezTo>
                      <a:pt x="88" y="13"/>
                      <a:pt x="46" y="13"/>
                      <a:pt x="3" y="31"/>
                    </a:cubicBezTo>
                    <a:cubicBezTo>
                      <a:pt x="0" y="32"/>
                      <a:pt x="2" y="37"/>
                      <a:pt x="6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82" name="chenying0907 31"/>
              <p:cNvSpPr>
                <a:spLocks/>
              </p:cNvSpPr>
              <p:nvPr/>
            </p:nvSpPr>
            <p:spPr bwMode="auto">
              <a:xfrm>
                <a:off x="6989763" y="4945063"/>
                <a:ext cx="88900" cy="22225"/>
              </a:xfrm>
              <a:custGeom>
                <a:avLst/>
                <a:gdLst>
                  <a:gd name="T0" fmla="*/ 4 w 86"/>
                  <a:gd name="T1" fmla="*/ 18 h 22"/>
                  <a:gd name="T2" fmla="*/ 80 w 86"/>
                  <a:gd name="T3" fmla="*/ 10 h 22"/>
                  <a:gd name="T4" fmla="*/ 77 w 86"/>
                  <a:gd name="T5" fmla="*/ 1 h 22"/>
                  <a:gd name="T6" fmla="*/ 4 w 86"/>
                  <a:gd name="T7" fmla="*/ 8 h 22"/>
                  <a:gd name="T8" fmla="*/ 4 w 86"/>
                  <a:gd name="T9" fmla="*/ 1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22">
                    <a:moveTo>
                      <a:pt x="4" y="18"/>
                    </a:moveTo>
                    <a:cubicBezTo>
                      <a:pt x="30" y="22"/>
                      <a:pt x="56" y="21"/>
                      <a:pt x="80" y="10"/>
                    </a:cubicBezTo>
                    <a:cubicBezTo>
                      <a:pt x="86" y="8"/>
                      <a:pt x="82" y="0"/>
                      <a:pt x="77" y="1"/>
                    </a:cubicBezTo>
                    <a:cubicBezTo>
                      <a:pt x="53" y="5"/>
                      <a:pt x="28" y="5"/>
                      <a:pt x="4" y="8"/>
                    </a:cubicBezTo>
                    <a:cubicBezTo>
                      <a:pt x="0" y="9"/>
                      <a:pt x="0" y="17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83" name="chenying0907 32"/>
              <p:cNvSpPr>
                <a:spLocks/>
              </p:cNvSpPr>
              <p:nvPr/>
            </p:nvSpPr>
            <p:spPr bwMode="auto">
              <a:xfrm>
                <a:off x="6748463" y="4924426"/>
                <a:ext cx="80963" cy="31750"/>
              </a:xfrm>
              <a:custGeom>
                <a:avLst/>
                <a:gdLst>
                  <a:gd name="T0" fmla="*/ 6 w 79"/>
                  <a:gd name="T1" fmla="*/ 17 h 31"/>
                  <a:gd name="T2" fmla="*/ 37 w 79"/>
                  <a:gd name="T3" fmla="*/ 24 h 31"/>
                  <a:gd name="T4" fmla="*/ 72 w 79"/>
                  <a:gd name="T5" fmla="*/ 31 h 31"/>
                  <a:gd name="T6" fmla="*/ 75 w 79"/>
                  <a:gd name="T7" fmla="*/ 21 h 31"/>
                  <a:gd name="T8" fmla="*/ 6 w 79"/>
                  <a:gd name="T9" fmla="*/ 6 h 31"/>
                  <a:gd name="T10" fmla="*/ 6 w 79"/>
                  <a:gd name="T11" fmla="*/ 1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31">
                    <a:moveTo>
                      <a:pt x="6" y="17"/>
                    </a:moveTo>
                    <a:cubicBezTo>
                      <a:pt x="16" y="20"/>
                      <a:pt x="27" y="22"/>
                      <a:pt x="37" y="24"/>
                    </a:cubicBezTo>
                    <a:cubicBezTo>
                      <a:pt x="49" y="27"/>
                      <a:pt x="60" y="31"/>
                      <a:pt x="72" y="31"/>
                    </a:cubicBezTo>
                    <a:cubicBezTo>
                      <a:pt x="78" y="31"/>
                      <a:pt x="79" y="24"/>
                      <a:pt x="75" y="21"/>
                    </a:cubicBezTo>
                    <a:cubicBezTo>
                      <a:pt x="56" y="8"/>
                      <a:pt x="28" y="0"/>
                      <a:pt x="6" y="6"/>
                    </a:cubicBezTo>
                    <a:cubicBezTo>
                      <a:pt x="0" y="8"/>
                      <a:pt x="1" y="15"/>
                      <a:pt x="6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84" name="chenying0907 33"/>
              <p:cNvSpPr>
                <a:spLocks/>
              </p:cNvSpPr>
              <p:nvPr/>
            </p:nvSpPr>
            <p:spPr bwMode="auto">
              <a:xfrm>
                <a:off x="6559551" y="4949826"/>
                <a:ext cx="68263" cy="61913"/>
              </a:xfrm>
              <a:custGeom>
                <a:avLst/>
                <a:gdLst>
                  <a:gd name="T0" fmla="*/ 11 w 67"/>
                  <a:gd name="T1" fmla="*/ 56 h 59"/>
                  <a:gd name="T2" fmla="*/ 39 w 67"/>
                  <a:gd name="T3" fmla="*/ 37 h 59"/>
                  <a:gd name="T4" fmla="*/ 63 w 67"/>
                  <a:gd name="T5" fmla="*/ 12 h 59"/>
                  <a:gd name="T6" fmla="*/ 55 w 67"/>
                  <a:gd name="T7" fmla="*/ 4 h 59"/>
                  <a:gd name="T8" fmla="*/ 31 w 67"/>
                  <a:gd name="T9" fmla="*/ 25 h 59"/>
                  <a:gd name="T10" fmla="*/ 4 w 67"/>
                  <a:gd name="T11" fmla="*/ 48 h 59"/>
                  <a:gd name="T12" fmla="*/ 11 w 67"/>
                  <a:gd name="T13" fmla="*/ 5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" h="59">
                    <a:moveTo>
                      <a:pt x="11" y="56"/>
                    </a:moveTo>
                    <a:cubicBezTo>
                      <a:pt x="21" y="50"/>
                      <a:pt x="30" y="44"/>
                      <a:pt x="39" y="37"/>
                    </a:cubicBezTo>
                    <a:cubicBezTo>
                      <a:pt x="48" y="29"/>
                      <a:pt x="55" y="21"/>
                      <a:pt x="63" y="12"/>
                    </a:cubicBezTo>
                    <a:cubicBezTo>
                      <a:pt x="67" y="7"/>
                      <a:pt x="60" y="0"/>
                      <a:pt x="55" y="4"/>
                    </a:cubicBezTo>
                    <a:cubicBezTo>
                      <a:pt x="47" y="11"/>
                      <a:pt x="39" y="17"/>
                      <a:pt x="31" y="25"/>
                    </a:cubicBezTo>
                    <a:cubicBezTo>
                      <a:pt x="22" y="33"/>
                      <a:pt x="14" y="41"/>
                      <a:pt x="4" y="48"/>
                    </a:cubicBezTo>
                    <a:cubicBezTo>
                      <a:pt x="0" y="52"/>
                      <a:pt x="6" y="59"/>
                      <a:pt x="11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85" name="chenying0907 34"/>
              <p:cNvSpPr>
                <a:spLocks/>
              </p:cNvSpPr>
              <p:nvPr/>
            </p:nvSpPr>
            <p:spPr bwMode="auto">
              <a:xfrm>
                <a:off x="6375401" y="5078413"/>
                <a:ext cx="80963" cy="49213"/>
              </a:xfrm>
              <a:custGeom>
                <a:avLst/>
                <a:gdLst>
                  <a:gd name="T0" fmla="*/ 5 w 78"/>
                  <a:gd name="T1" fmla="*/ 46 h 46"/>
                  <a:gd name="T2" fmla="*/ 41 w 78"/>
                  <a:gd name="T3" fmla="*/ 34 h 46"/>
                  <a:gd name="T4" fmla="*/ 73 w 78"/>
                  <a:gd name="T5" fmla="*/ 11 h 46"/>
                  <a:gd name="T6" fmla="*/ 67 w 78"/>
                  <a:gd name="T7" fmla="*/ 2 h 46"/>
                  <a:gd name="T8" fmla="*/ 33 w 78"/>
                  <a:gd name="T9" fmla="*/ 21 h 46"/>
                  <a:gd name="T10" fmla="*/ 3 w 78"/>
                  <a:gd name="T11" fmla="*/ 41 h 46"/>
                  <a:gd name="T12" fmla="*/ 5 w 78"/>
                  <a:gd name="T13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46">
                    <a:moveTo>
                      <a:pt x="5" y="46"/>
                    </a:moveTo>
                    <a:cubicBezTo>
                      <a:pt x="17" y="42"/>
                      <a:pt x="29" y="41"/>
                      <a:pt x="41" y="34"/>
                    </a:cubicBezTo>
                    <a:cubicBezTo>
                      <a:pt x="53" y="28"/>
                      <a:pt x="63" y="20"/>
                      <a:pt x="73" y="11"/>
                    </a:cubicBezTo>
                    <a:cubicBezTo>
                      <a:pt x="78" y="6"/>
                      <a:pt x="72" y="0"/>
                      <a:pt x="67" y="2"/>
                    </a:cubicBezTo>
                    <a:cubicBezTo>
                      <a:pt x="55" y="8"/>
                      <a:pt x="44" y="14"/>
                      <a:pt x="33" y="21"/>
                    </a:cubicBezTo>
                    <a:cubicBezTo>
                      <a:pt x="23" y="28"/>
                      <a:pt x="14" y="37"/>
                      <a:pt x="3" y="41"/>
                    </a:cubicBezTo>
                    <a:cubicBezTo>
                      <a:pt x="0" y="42"/>
                      <a:pt x="2" y="46"/>
                      <a:pt x="5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86" name="chenying0907 35"/>
              <p:cNvSpPr>
                <a:spLocks/>
              </p:cNvSpPr>
              <p:nvPr/>
            </p:nvSpPr>
            <p:spPr bwMode="auto">
              <a:xfrm>
                <a:off x="6167438" y="5192713"/>
                <a:ext cx="114300" cy="50800"/>
              </a:xfrm>
              <a:custGeom>
                <a:avLst/>
                <a:gdLst>
                  <a:gd name="T0" fmla="*/ 10 w 110"/>
                  <a:gd name="T1" fmla="*/ 48 h 50"/>
                  <a:gd name="T2" fmla="*/ 105 w 110"/>
                  <a:gd name="T3" fmla="*/ 11 h 50"/>
                  <a:gd name="T4" fmla="*/ 102 w 110"/>
                  <a:gd name="T5" fmla="*/ 2 h 50"/>
                  <a:gd name="T6" fmla="*/ 7 w 110"/>
                  <a:gd name="T7" fmla="*/ 37 h 50"/>
                  <a:gd name="T8" fmla="*/ 10 w 110"/>
                  <a:gd name="T9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50">
                    <a:moveTo>
                      <a:pt x="10" y="48"/>
                    </a:moveTo>
                    <a:cubicBezTo>
                      <a:pt x="45" y="42"/>
                      <a:pt x="75" y="29"/>
                      <a:pt x="105" y="11"/>
                    </a:cubicBezTo>
                    <a:cubicBezTo>
                      <a:pt x="110" y="8"/>
                      <a:pt x="107" y="0"/>
                      <a:pt x="102" y="2"/>
                    </a:cubicBezTo>
                    <a:cubicBezTo>
                      <a:pt x="71" y="15"/>
                      <a:pt x="40" y="30"/>
                      <a:pt x="7" y="37"/>
                    </a:cubicBezTo>
                    <a:cubicBezTo>
                      <a:pt x="0" y="39"/>
                      <a:pt x="3" y="50"/>
                      <a:pt x="10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87" name="chenying0907 36"/>
              <p:cNvSpPr>
                <a:spLocks/>
              </p:cNvSpPr>
              <p:nvPr/>
            </p:nvSpPr>
            <p:spPr bwMode="auto">
              <a:xfrm>
                <a:off x="5929313" y="5272088"/>
                <a:ext cx="131763" cy="36513"/>
              </a:xfrm>
              <a:custGeom>
                <a:avLst/>
                <a:gdLst>
                  <a:gd name="T0" fmla="*/ 7 w 128"/>
                  <a:gd name="T1" fmla="*/ 30 h 35"/>
                  <a:gd name="T2" fmla="*/ 120 w 128"/>
                  <a:gd name="T3" fmla="*/ 16 h 35"/>
                  <a:gd name="T4" fmla="*/ 114 w 128"/>
                  <a:gd name="T5" fmla="*/ 2 h 35"/>
                  <a:gd name="T6" fmla="*/ 7 w 128"/>
                  <a:gd name="T7" fmla="*/ 18 h 35"/>
                  <a:gd name="T8" fmla="*/ 7 w 128"/>
                  <a:gd name="T9" fmla="*/ 3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35">
                    <a:moveTo>
                      <a:pt x="7" y="30"/>
                    </a:moveTo>
                    <a:cubicBezTo>
                      <a:pt x="47" y="33"/>
                      <a:pt x="84" y="35"/>
                      <a:pt x="120" y="16"/>
                    </a:cubicBezTo>
                    <a:cubicBezTo>
                      <a:pt x="128" y="11"/>
                      <a:pt x="122" y="0"/>
                      <a:pt x="114" y="2"/>
                    </a:cubicBezTo>
                    <a:cubicBezTo>
                      <a:pt x="79" y="10"/>
                      <a:pt x="43" y="15"/>
                      <a:pt x="7" y="18"/>
                    </a:cubicBezTo>
                    <a:cubicBezTo>
                      <a:pt x="0" y="18"/>
                      <a:pt x="0" y="29"/>
                      <a:pt x="7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88" name="chenying0907 37"/>
              <p:cNvSpPr>
                <a:spLocks/>
              </p:cNvSpPr>
              <p:nvPr/>
            </p:nvSpPr>
            <p:spPr bwMode="auto">
              <a:xfrm>
                <a:off x="5719763" y="5281613"/>
                <a:ext cx="104775" cy="34925"/>
              </a:xfrm>
              <a:custGeom>
                <a:avLst/>
                <a:gdLst>
                  <a:gd name="T0" fmla="*/ 3 w 101"/>
                  <a:gd name="T1" fmla="*/ 11 h 33"/>
                  <a:gd name="T2" fmla="*/ 94 w 101"/>
                  <a:gd name="T3" fmla="*/ 29 h 33"/>
                  <a:gd name="T4" fmla="*/ 94 w 101"/>
                  <a:gd name="T5" fmla="*/ 15 h 33"/>
                  <a:gd name="T6" fmla="*/ 6 w 101"/>
                  <a:gd name="T7" fmla="*/ 3 h 33"/>
                  <a:gd name="T8" fmla="*/ 3 w 101"/>
                  <a:gd name="T9" fmla="*/ 1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33">
                    <a:moveTo>
                      <a:pt x="3" y="11"/>
                    </a:moveTo>
                    <a:cubicBezTo>
                      <a:pt x="29" y="28"/>
                      <a:pt x="65" y="33"/>
                      <a:pt x="94" y="29"/>
                    </a:cubicBezTo>
                    <a:cubicBezTo>
                      <a:pt x="101" y="28"/>
                      <a:pt x="101" y="16"/>
                      <a:pt x="94" y="15"/>
                    </a:cubicBezTo>
                    <a:cubicBezTo>
                      <a:pt x="66" y="10"/>
                      <a:pt x="34" y="0"/>
                      <a:pt x="6" y="3"/>
                    </a:cubicBezTo>
                    <a:cubicBezTo>
                      <a:pt x="1" y="3"/>
                      <a:pt x="0" y="9"/>
                      <a:pt x="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89" name="chenying0907 38"/>
              <p:cNvSpPr>
                <a:spLocks/>
              </p:cNvSpPr>
              <p:nvPr/>
            </p:nvSpPr>
            <p:spPr bwMode="auto">
              <a:xfrm>
                <a:off x="5516563" y="5238751"/>
                <a:ext cx="103188" cy="33338"/>
              </a:xfrm>
              <a:custGeom>
                <a:avLst/>
                <a:gdLst>
                  <a:gd name="T0" fmla="*/ 5 w 100"/>
                  <a:gd name="T1" fmla="*/ 9 h 32"/>
                  <a:gd name="T2" fmla="*/ 92 w 100"/>
                  <a:gd name="T3" fmla="*/ 31 h 32"/>
                  <a:gd name="T4" fmla="*/ 94 w 100"/>
                  <a:gd name="T5" fmla="*/ 22 h 32"/>
                  <a:gd name="T6" fmla="*/ 7 w 100"/>
                  <a:gd name="T7" fmla="*/ 1 h 32"/>
                  <a:gd name="T8" fmla="*/ 5 w 100"/>
                  <a:gd name="T9" fmla="*/ 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2">
                    <a:moveTo>
                      <a:pt x="5" y="9"/>
                    </a:moveTo>
                    <a:cubicBezTo>
                      <a:pt x="34" y="18"/>
                      <a:pt x="62" y="26"/>
                      <a:pt x="92" y="31"/>
                    </a:cubicBezTo>
                    <a:cubicBezTo>
                      <a:pt x="98" y="32"/>
                      <a:pt x="100" y="24"/>
                      <a:pt x="94" y="22"/>
                    </a:cubicBezTo>
                    <a:cubicBezTo>
                      <a:pt x="66" y="13"/>
                      <a:pt x="37" y="6"/>
                      <a:pt x="7" y="1"/>
                    </a:cubicBezTo>
                    <a:cubicBezTo>
                      <a:pt x="2" y="0"/>
                      <a:pt x="0" y="7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90" name="chenying0907 39"/>
              <p:cNvSpPr>
                <a:spLocks/>
              </p:cNvSpPr>
              <p:nvPr/>
            </p:nvSpPr>
            <p:spPr bwMode="auto">
              <a:xfrm>
                <a:off x="5327651" y="5132388"/>
                <a:ext cx="85725" cy="60325"/>
              </a:xfrm>
              <a:custGeom>
                <a:avLst/>
                <a:gdLst>
                  <a:gd name="T0" fmla="*/ 2 w 82"/>
                  <a:gd name="T1" fmla="*/ 8 h 58"/>
                  <a:gd name="T2" fmla="*/ 71 w 82"/>
                  <a:gd name="T3" fmla="*/ 57 h 58"/>
                  <a:gd name="T4" fmla="*/ 74 w 82"/>
                  <a:gd name="T5" fmla="*/ 44 h 58"/>
                  <a:gd name="T6" fmla="*/ 11 w 82"/>
                  <a:gd name="T7" fmla="*/ 3 h 58"/>
                  <a:gd name="T8" fmla="*/ 2 w 82"/>
                  <a:gd name="T9" fmla="*/ 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58">
                    <a:moveTo>
                      <a:pt x="2" y="8"/>
                    </a:moveTo>
                    <a:cubicBezTo>
                      <a:pt x="14" y="38"/>
                      <a:pt x="41" y="52"/>
                      <a:pt x="71" y="57"/>
                    </a:cubicBezTo>
                    <a:cubicBezTo>
                      <a:pt x="79" y="58"/>
                      <a:pt x="82" y="47"/>
                      <a:pt x="74" y="44"/>
                    </a:cubicBezTo>
                    <a:cubicBezTo>
                      <a:pt x="51" y="35"/>
                      <a:pt x="30" y="19"/>
                      <a:pt x="11" y="3"/>
                    </a:cubicBezTo>
                    <a:cubicBezTo>
                      <a:pt x="8" y="0"/>
                      <a:pt x="0" y="3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91" name="chenying0907 40"/>
              <p:cNvSpPr>
                <a:spLocks/>
              </p:cNvSpPr>
              <p:nvPr/>
            </p:nvSpPr>
            <p:spPr bwMode="auto">
              <a:xfrm>
                <a:off x="5167313" y="4940301"/>
                <a:ext cx="87313" cy="103188"/>
              </a:xfrm>
              <a:custGeom>
                <a:avLst/>
                <a:gdLst>
                  <a:gd name="T0" fmla="*/ 4 w 83"/>
                  <a:gd name="T1" fmla="*/ 13 h 98"/>
                  <a:gd name="T2" fmla="*/ 72 w 83"/>
                  <a:gd name="T3" fmla="*/ 94 h 98"/>
                  <a:gd name="T4" fmla="*/ 80 w 83"/>
                  <a:gd name="T5" fmla="*/ 87 h 98"/>
                  <a:gd name="T6" fmla="*/ 13 w 83"/>
                  <a:gd name="T7" fmla="*/ 4 h 98"/>
                  <a:gd name="T8" fmla="*/ 4 w 83"/>
                  <a:gd name="T9" fmla="*/ 13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98">
                    <a:moveTo>
                      <a:pt x="4" y="13"/>
                    </a:moveTo>
                    <a:cubicBezTo>
                      <a:pt x="23" y="41"/>
                      <a:pt x="44" y="74"/>
                      <a:pt x="72" y="94"/>
                    </a:cubicBezTo>
                    <a:cubicBezTo>
                      <a:pt x="76" y="98"/>
                      <a:pt x="83" y="91"/>
                      <a:pt x="80" y="87"/>
                    </a:cubicBezTo>
                    <a:cubicBezTo>
                      <a:pt x="61" y="58"/>
                      <a:pt x="41" y="25"/>
                      <a:pt x="13" y="4"/>
                    </a:cubicBezTo>
                    <a:cubicBezTo>
                      <a:pt x="8" y="0"/>
                      <a:pt x="0" y="8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92" name="chenying0907 41"/>
              <p:cNvSpPr>
                <a:spLocks/>
              </p:cNvSpPr>
              <p:nvPr/>
            </p:nvSpPr>
            <p:spPr bwMode="auto">
              <a:xfrm>
                <a:off x="5113338" y="4803776"/>
                <a:ext cx="50800" cy="74613"/>
              </a:xfrm>
              <a:custGeom>
                <a:avLst/>
                <a:gdLst>
                  <a:gd name="T0" fmla="*/ 2 w 49"/>
                  <a:gd name="T1" fmla="*/ 6 h 71"/>
                  <a:gd name="T2" fmla="*/ 15 w 49"/>
                  <a:gd name="T3" fmla="*/ 35 h 71"/>
                  <a:gd name="T4" fmla="*/ 35 w 49"/>
                  <a:gd name="T5" fmla="*/ 65 h 71"/>
                  <a:gd name="T6" fmla="*/ 45 w 49"/>
                  <a:gd name="T7" fmla="*/ 59 h 71"/>
                  <a:gd name="T8" fmla="*/ 26 w 49"/>
                  <a:gd name="T9" fmla="*/ 28 h 71"/>
                  <a:gd name="T10" fmla="*/ 5 w 49"/>
                  <a:gd name="T11" fmla="*/ 3 h 71"/>
                  <a:gd name="T12" fmla="*/ 2 w 49"/>
                  <a:gd name="T13" fmla="*/ 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71">
                    <a:moveTo>
                      <a:pt x="2" y="6"/>
                    </a:moveTo>
                    <a:cubicBezTo>
                      <a:pt x="6" y="15"/>
                      <a:pt x="10" y="25"/>
                      <a:pt x="15" y="35"/>
                    </a:cubicBezTo>
                    <a:cubicBezTo>
                      <a:pt x="21" y="46"/>
                      <a:pt x="27" y="55"/>
                      <a:pt x="35" y="65"/>
                    </a:cubicBezTo>
                    <a:cubicBezTo>
                      <a:pt x="39" y="71"/>
                      <a:pt x="49" y="66"/>
                      <a:pt x="45" y="59"/>
                    </a:cubicBezTo>
                    <a:cubicBezTo>
                      <a:pt x="39" y="49"/>
                      <a:pt x="33" y="38"/>
                      <a:pt x="26" y="28"/>
                    </a:cubicBezTo>
                    <a:cubicBezTo>
                      <a:pt x="20" y="19"/>
                      <a:pt x="13" y="11"/>
                      <a:pt x="5" y="3"/>
                    </a:cubicBezTo>
                    <a:cubicBezTo>
                      <a:pt x="4" y="0"/>
                      <a:pt x="0" y="3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93" name="chenying0907 42"/>
              <p:cNvSpPr>
                <a:spLocks/>
              </p:cNvSpPr>
              <p:nvPr/>
            </p:nvSpPr>
            <p:spPr bwMode="auto">
              <a:xfrm>
                <a:off x="5035551" y="4613276"/>
                <a:ext cx="60325" cy="101600"/>
              </a:xfrm>
              <a:custGeom>
                <a:avLst/>
                <a:gdLst>
                  <a:gd name="T0" fmla="*/ 2 w 58"/>
                  <a:gd name="T1" fmla="*/ 8 h 97"/>
                  <a:gd name="T2" fmla="*/ 45 w 58"/>
                  <a:gd name="T3" fmla="*/ 91 h 97"/>
                  <a:gd name="T4" fmla="*/ 56 w 58"/>
                  <a:gd name="T5" fmla="*/ 84 h 97"/>
                  <a:gd name="T6" fmla="*/ 11 w 58"/>
                  <a:gd name="T7" fmla="*/ 4 h 97"/>
                  <a:gd name="T8" fmla="*/ 2 w 58"/>
                  <a:gd name="T9" fmla="*/ 8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7">
                    <a:moveTo>
                      <a:pt x="2" y="8"/>
                    </a:moveTo>
                    <a:cubicBezTo>
                      <a:pt x="10" y="37"/>
                      <a:pt x="25" y="67"/>
                      <a:pt x="45" y="91"/>
                    </a:cubicBezTo>
                    <a:cubicBezTo>
                      <a:pt x="50" y="97"/>
                      <a:pt x="58" y="91"/>
                      <a:pt x="56" y="84"/>
                    </a:cubicBezTo>
                    <a:cubicBezTo>
                      <a:pt x="49" y="54"/>
                      <a:pt x="29" y="28"/>
                      <a:pt x="11" y="4"/>
                    </a:cubicBezTo>
                    <a:cubicBezTo>
                      <a:pt x="7" y="0"/>
                      <a:pt x="0" y="2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94" name="chenying0907 43"/>
              <p:cNvSpPr>
                <a:spLocks/>
              </p:cNvSpPr>
              <p:nvPr/>
            </p:nvSpPr>
            <p:spPr bwMode="auto">
              <a:xfrm>
                <a:off x="4221163" y="4760913"/>
                <a:ext cx="82550" cy="20638"/>
              </a:xfrm>
              <a:custGeom>
                <a:avLst/>
                <a:gdLst>
                  <a:gd name="T0" fmla="*/ 2 w 79"/>
                  <a:gd name="T1" fmla="*/ 4 h 19"/>
                  <a:gd name="T2" fmla="*/ 74 w 79"/>
                  <a:gd name="T3" fmla="*/ 19 h 19"/>
                  <a:gd name="T4" fmla="*/ 76 w 79"/>
                  <a:gd name="T5" fmla="*/ 14 h 19"/>
                  <a:gd name="T6" fmla="*/ 3 w 79"/>
                  <a:gd name="T7" fmla="*/ 0 h 19"/>
                  <a:gd name="T8" fmla="*/ 2 w 79"/>
                  <a:gd name="T9" fmla="*/ 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19">
                    <a:moveTo>
                      <a:pt x="2" y="4"/>
                    </a:moveTo>
                    <a:cubicBezTo>
                      <a:pt x="26" y="11"/>
                      <a:pt x="50" y="14"/>
                      <a:pt x="74" y="19"/>
                    </a:cubicBezTo>
                    <a:cubicBezTo>
                      <a:pt x="77" y="19"/>
                      <a:pt x="79" y="15"/>
                      <a:pt x="76" y="14"/>
                    </a:cubicBezTo>
                    <a:cubicBezTo>
                      <a:pt x="52" y="8"/>
                      <a:pt x="27" y="7"/>
                      <a:pt x="3" y="0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95" name="chenying0907 44"/>
              <p:cNvSpPr>
                <a:spLocks/>
              </p:cNvSpPr>
              <p:nvPr/>
            </p:nvSpPr>
            <p:spPr bwMode="auto">
              <a:xfrm>
                <a:off x="4384676" y="4772026"/>
                <a:ext cx="106363" cy="17463"/>
              </a:xfrm>
              <a:custGeom>
                <a:avLst/>
                <a:gdLst>
                  <a:gd name="T0" fmla="*/ 5 w 102"/>
                  <a:gd name="T1" fmla="*/ 16 h 17"/>
                  <a:gd name="T2" fmla="*/ 98 w 102"/>
                  <a:gd name="T3" fmla="*/ 10 h 17"/>
                  <a:gd name="T4" fmla="*/ 98 w 102"/>
                  <a:gd name="T5" fmla="*/ 3 h 17"/>
                  <a:gd name="T6" fmla="*/ 3 w 102"/>
                  <a:gd name="T7" fmla="*/ 11 h 17"/>
                  <a:gd name="T8" fmla="*/ 5 w 102"/>
                  <a:gd name="T9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7">
                    <a:moveTo>
                      <a:pt x="5" y="16"/>
                    </a:moveTo>
                    <a:cubicBezTo>
                      <a:pt x="35" y="11"/>
                      <a:pt x="67" y="13"/>
                      <a:pt x="98" y="10"/>
                    </a:cubicBezTo>
                    <a:cubicBezTo>
                      <a:pt x="102" y="10"/>
                      <a:pt x="102" y="3"/>
                      <a:pt x="98" y="3"/>
                    </a:cubicBezTo>
                    <a:cubicBezTo>
                      <a:pt x="66" y="0"/>
                      <a:pt x="34" y="2"/>
                      <a:pt x="3" y="11"/>
                    </a:cubicBezTo>
                    <a:cubicBezTo>
                      <a:pt x="0" y="12"/>
                      <a:pt x="1" y="17"/>
                      <a:pt x="5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96" name="chenying0907 45"/>
              <p:cNvSpPr>
                <a:spLocks/>
              </p:cNvSpPr>
              <p:nvPr/>
            </p:nvSpPr>
            <p:spPr bwMode="auto">
              <a:xfrm>
                <a:off x="4584701" y="4762501"/>
                <a:ext cx="90488" cy="34925"/>
              </a:xfrm>
              <a:custGeom>
                <a:avLst/>
                <a:gdLst>
                  <a:gd name="T0" fmla="*/ 4 w 87"/>
                  <a:gd name="T1" fmla="*/ 20 h 33"/>
                  <a:gd name="T2" fmla="*/ 83 w 87"/>
                  <a:gd name="T3" fmla="*/ 12 h 33"/>
                  <a:gd name="T4" fmla="*/ 77 w 87"/>
                  <a:gd name="T5" fmla="*/ 2 h 33"/>
                  <a:gd name="T6" fmla="*/ 6 w 87"/>
                  <a:gd name="T7" fmla="*/ 10 h 33"/>
                  <a:gd name="T8" fmla="*/ 4 w 87"/>
                  <a:gd name="T9" fmla="*/ 2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3">
                    <a:moveTo>
                      <a:pt x="4" y="20"/>
                    </a:moveTo>
                    <a:cubicBezTo>
                      <a:pt x="29" y="33"/>
                      <a:pt x="61" y="33"/>
                      <a:pt x="83" y="12"/>
                    </a:cubicBezTo>
                    <a:cubicBezTo>
                      <a:pt x="87" y="9"/>
                      <a:pt x="83" y="0"/>
                      <a:pt x="77" y="2"/>
                    </a:cubicBezTo>
                    <a:cubicBezTo>
                      <a:pt x="55" y="11"/>
                      <a:pt x="30" y="13"/>
                      <a:pt x="6" y="10"/>
                    </a:cubicBezTo>
                    <a:cubicBezTo>
                      <a:pt x="1" y="10"/>
                      <a:pt x="0" y="17"/>
                      <a:pt x="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97" name="chenying0907 46"/>
              <p:cNvSpPr>
                <a:spLocks/>
              </p:cNvSpPr>
              <p:nvPr/>
            </p:nvSpPr>
            <p:spPr bwMode="auto">
              <a:xfrm>
                <a:off x="4751388" y="4727576"/>
                <a:ext cx="88900" cy="25400"/>
              </a:xfrm>
              <a:custGeom>
                <a:avLst/>
                <a:gdLst>
                  <a:gd name="T0" fmla="*/ 5 w 86"/>
                  <a:gd name="T1" fmla="*/ 24 h 25"/>
                  <a:gd name="T2" fmla="*/ 79 w 86"/>
                  <a:gd name="T3" fmla="*/ 11 h 25"/>
                  <a:gd name="T4" fmla="*/ 76 w 86"/>
                  <a:gd name="T5" fmla="*/ 1 h 25"/>
                  <a:gd name="T6" fmla="*/ 41 w 86"/>
                  <a:gd name="T7" fmla="*/ 8 h 25"/>
                  <a:gd name="T8" fmla="*/ 5 w 86"/>
                  <a:gd name="T9" fmla="*/ 17 h 25"/>
                  <a:gd name="T10" fmla="*/ 5 w 86"/>
                  <a:gd name="T11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6" h="25">
                    <a:moveTo>
                      <a:pt x="5" y="24"/>
                    </a:moveTo>
                    <a:cubicBezTo>
                      <a:pt x="32" y="25"/>
                      <a:pt x="54" y="20"/>
                      <a:pt x="79" y="11"/>
                    </a:cubicBezTo>
                    <a:cubicBezTo>
                      <a:pt x="86" y="9"/>
                      <a:pt x="83" y="0"/>
                      <a:pt x="76" y="1"/>
                    </a:cubicBezTo>
                    <a:cubicBezTo>
                      <a:pt x="64" y="3"/>
                      <a:pt x="53" y="5"/>
                      <a:pt x="41" y="8"/>
                    </a:cubicBezTo>
                    <a:cubicBezTo>
                      <a:pt x="30" y="11"/>
                      <a:pt x="17" y="16"/>
                      <a:pt x="5" y="17"/>
                    </a:cubicBezTo>
                    <a:cubicBezTo>
                      <a:pt x="0" y="17"/>
                      <a:pt x="0" y="24"/>
                      <a:pt x="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98" name="chenying0907 47"/>
              <p:cNvSpPr>
                <a:spLocks/>
              </p:cNvSpPr>
              <p:nvPr/>
            </p:nvSpPr>
            <p:spPr bwMode="auto">
              <a:xfrm>
                <a:off x="4892676" y="4657726"/>
                <a:ext cx="92075" cy="52388"/>
              </a:xfrm>
              <a:custGeom>
                <a:avLst/>
                <a:gdLst>
                  <a:gd name="T0" fmla="*/ 9 w 89"/>
                  <a:gd name="T1" fmla="*/ 48 h 50"/>
                  <a:gd name="T2" fmla="*/ 43 w 89"/>
                  <a:gd name="T3" fmla="*/ 32 h 50"/>
                  <a:gd name="T4" fmla="*/ 81 w 89"/>
                  <a:gd name="T5" fmla="*/ 15 h 50"/>
                  <a:gd name="T6" fmla="*/ 77 w 89"/>
                  <a:gd name="T7" fmla="*/ 1 h 50"/>
                  <a:gd name="T8" fmla="*/ 38 w 89"/>
                  <a:gd name="T9" fmla="*/ 14 h 50"/>
                  <a:gd name="T10" fmla="*/ 4 w 89"/>
                  <a:gd name="T11" fmla="*/ 41 h 50"/>
                  <a:gd name="T12" fmla="*/ 9 w 89"/>
                  <a:gd name="T13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" h="50">
                    <a:moveTo>
                      <a:pt x="9" y="48"/>
                    </a:moveTo>
                    <a:cubicBezTo>
                      <a:pt x="20" y="42"/>
                      <a:pt x="32" y="37"/>
                      <a:pt x="43" y="32"/>
                    </a:cubicBezTo>
                    <a:cubicBezTo>
                      <a:pt x="55" y="26"/>
                      <a:pt x="68" y="20"/>
                      <a:pt x="81" y="15"/>
                    </a:cubicBezTo>
                    <a:cubicBezTo>
                      <a:pt x="89" y="11"/>
                      <a:pt x="86" y="0"/>
                      <a:pt x="77" y="1"/>
                    </a:cubicBezTo>
                    <a:cubicBezTo>
                      <a:pt x="62" y="4"/>
                      <a:pt x="51" y="7"/>
                      <a:pt x="38" y="14"/>
                    </a:cubicBezTo>
                    <a:cubicBezTo>
                      <a:pt x="25" y="22"/>
                      <a:pt x="15" y="32"/>
                      <a:pt x="4" y="41"/>
                    </a:cubicBezTo>
                    <a:cubicBezTo>
                      <a:pt x="0" y="44"/>
                      <a:pt x="5" y="50"/>
                      <a:pt x="9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99" name="chenying0907 48"/>
              <p:cNvSpPr>
                <a:spLocks/>
              </p:cNvSpPr>
              <p:nvPr/>
            </p:nvSpPr>
            <p:spPr bwMode="auto">
              <a:xfrm>
                <a:off x="4024313" y="4714876"/>
                <a:ext cx="93663" cy="31750"/>
              </a:xfrm>
              <a:custGeom>
                <a:avLst/>
                <a:gdLst>
                  <a:gd name="T0" fmla="*/ 3 w 91"/>
                  <a:gd name="T1" fmla="*/ 6 h 31"/>
                  <a:gd name="T2" fmla="*/ 83 w 91"/>
                  <a:gd name="T3" fmla="*/ 30 h 31"/>
                  <a:gd name="T4" fmla="*/ 85 w 91"/>
                  <a:gd name="T5" fmla="*/ 21 h 31"/>
                  <a:gd name="T6" fmla="*/ 5 w 91"/>
                  <a:gd name="T7" fmla="*/ 1 h 31"/>
                  <a:gd name="T8" fmla="*/ 3 w 91"/>
                  <a:gd name="T9" fmla="*/ 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31">
                    <a:moveTo>
                      <a:pt x="3" y="6"/>
                    </a:moveTo>
                    <a:cubicBezTo>
                      <a:pt x="29" y="18"/>
                      <a:pt x="55" y="25"/>
                      <a:pt x="83" y="30"/>
                    </a:cubicBezTo>
                    <a:cubicBezTo>
                      <a:pt x="89" y="31"/>
                      <a:pt x="91" y="23"/>
                      <a:pt x="85" y="21"/>
                    </a:cubicBezTo>
                    <a:cubicBezTo>
                      <a:pt x="59" y="12"/>
                      <a:pt x="33" y="6"/>
                      <a:pt x="5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00" name="chenying0907 49"/>
              <p:cNvSpPr>
                <a:spLocks/>
              </p:cNvSpPr>
              <p:nvPr/>
            </p:nvSpPr>
            <p:spPr bwMode="auto">
              <a:xfrm>
                <a:off x="3851276" y="4625976"/>
                <a:ext cx="98425" cy="63500"/>
              </a:xfrm>
              <a:custGeom>
                <a:avLst/>
                <a:gdLst>
                  <a:gd name="T0" fmla="*/ 2 w 94"/>
                  <a:gd name="T1" fmla="*/ 4 h 61"/>
                  <a:gd name="T2" fmla="*/ 82 w 94"/>
                  <a:gd name="T3" fmla="*/ 60 h 61"/>
                  <a:gd name="T4" fmla="*/ 88 w 94"/>
                  <a:gd name="T5" fmla="*/ 49 h 61"/>
                  <a:gd name="T6" fmla="*/ 5 w 94"/>
                  <a:gd name="T7" fmla="*/ 1 h 61"/>
                  <a:gd name="T8" fmla="*/ 2 w 94"/>
                  <a:gd name="T9" fmla="*/ 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61">
                    <a:moveTo>
                      <a:pt x="2" y="4"/>
                    </a:moveTo>
                    <a:cubicBezTo>
                      <a:pt x="26" y="27"/>
                      <a:pt x="50" y="51"/>
                      <a:pt x="82" y="60"/>
                    </a:cubicBezTo>
                    <a:cubicBezTo>
                      <a:pt x="88" y="61"/>
                      <a:pt x="94" y="53"/>
                      <a:pt x="88" y="49"/>
                    </a:cubicBezTo>
                    <a:cubicBezTo>
                      <a:pt x="64" y="28"/>
                      <a:pt x="35" y="13"/>
                      <a:pt x="5" y="1"/>
                    </a:cubicBezTo>
                    <a:cubicBezTo>
                      <a:pt x="3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01" name="chenying0907 50"/>
              <p:cNvSpPr>
                <a:spLocks/>
              </p:cNvSpPr>
              <p:nvPr/>
            </p:nvSpPr>
            <p:spPr bwMode="auto">
              <a:xfrm>
                <a:off x="3706813" y="4486276"/>
                <a:ext cx="82550" cy="73025"/>
              </a:xfrm>
              <a:custGeom>
                <a:avLst/>
                <a:gdLst>
                  <a:gd name="T0" fmla="*/ 2 w 79"/>
                  <a:gd name="T1" fmla="*/ 9 h 71"/>
                  <a:gd name="T2" fmla="*/ 68 w 79"/>
                  <a:gd name="T3" fmla="*/ 69 h 71"/>
                  <a:gd name="T4" fmla="*/ 75 w 79"/>
                  <a:gd name="T5" fmla="*/ 61 h 71"/>
                  <a:gd name="T6" fmla="*/ 9 w 79"/>
                  <a:gd name="T7" fmla="*/ 4 h 71"/>
                  <a:gd name="T8" fmla="*/ 2 w 79"/>
                  <a:gd name="T9" fmla="*/ 9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71">
                    <a:moveTo>
                      <a:pt x="2" y="9"/>
                    </a:moveTo>
                    <a:cubicBezTo>
                      <a:pt x="15" y="34"/>
                      <a:pt x="42" y="57"/>
                      <a:pt x="68" y="69"/>
                    </a:cubicBezTo>
                    <a:cubicBezTo>
                      <a:pt x="73" y="71"/>
                      <a:pt x="79" y="65"/>
                      <a:pt x="75" y="61"/>
                    </a:cubicBezTo>
                    <a:cubicBezTo>
                      <a:pt x="53" y="40"/>
                      <a:pt x="28" y="25"/>
                      <a:pt x="9" y="4"/>
                    </a:cubicBezTo>
                    <a:cubicBezTo>
                      <a:pt x="5" y="0"/>
                      <a:pt x="0" y="5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02" name="chenying0907 51"/>
              <p:cNvSpPr>
                <a:spLocks/>
              </p:cNvSpPr>
              <p:nvPr/>
            </p:nvSpPr>
            <p:spPr bwMode="auto">
              <a:xfrm>
                <a:off x="3595688" y="4313238"/>
                <a:ext cx="57150" cy="82550"/>
              </a:xfrm>
              <a:custGeom>
                <a:avLst/>
                <a:gdLst>
                  <a:gd name="T0" fmla="*/ 1 w 56"/>
                  <a:gd name="T1" fmla="*/ 6 h 79"/>
                  <a:gd name="T2" fmla="*/ 45 w 56"/>
                  <a:gd name="T3" fmla="*/ 75 h 79"/>
                  <a:gd name="T4" fmla="*/ 52 w 56"/>
                  <a:gd name="T5" fmla="*/ 68 h 79"/>
                  <a:gd name="T6" fmla="*/ 9 w 56"/>
                  <a:gd name="T7" fmla="*/ 4 h 79"/>
                  <a:gd name="T8" fmla="*/ 1 w 56"/>
                  <a:gd name="T9" fmla="*/ 6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79">
                    <a:moveTo>
                      <a:pt x="1" y="6"/>
                    </a:moveTo>
                    <a:cubicBezTo>
                      <a:pt x="5" y="35"/>
                      <a:pt x="24" y="56"/>
                      <a:pt x="45" y="75"/>
                    </a:cubicBezTo>
                    <a:cubicBezTo>
                      <a:pt x="50" y="79"/>
                      <a:pt x="56" y="73"/>
                      <a:pt x="52" y="68"/>
                    </a:cubicBezTo>
                    <a:cubicBezTo>
                      <a:pt x="35" y="48"/>
                      <a:pt x="22" y="26"/>
                      <a:pt x="9" y="4"/>
                    </a:cubicBezTo>
                    <a:cubicBezTo>
                      <a:pt x="7" y="0"/>
                      <a:pt x="0" y="2"/>
                      <a:pt x="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03" name="chenying0907 52"/>
              <p:cNvSpPr>
                <a:spLocks/>
              </p:cNvSpPr>
              <p:nvPr/>
            </p:nvSpPr>
            <p:spPr bwMode="auto">
              <a:xfrm>
                <a:off x="3533776" y="4113213"/>
                <a:ext cx="42863" cy="101600"/>
              </a:xfrm>
              <a:custGeom>
                <a:avLst/>
                <a:gdLst>
                  <a:gd name="T0" fmla="*/ 2 w 42"/>
                  <a:gd name="T1" fmla="*/ 5 h 99"/>
                  <a:gd name="T2" fmla="*/ 31 w 42"/>
                  <a:gd name="T3" fmla="*/ 94 h 99"/>
                  <a:gd name="T4" fmla="*/ 39 w 42"/>
                  <a:gd name="T5" fmla="*/ 89 h 99"/>
                  <a:gd name="T6" fmla="*/ 10 w 42"/>
                  <a:gd name="T7" fmla="*/ 5 h 99"/>
                  <a:gd name="T8" fmla="*/ 2 w 42"/>
                  <a:gd name="T9" fmla="*/ 5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99">
                    <a:moveTo>
                      <a:pt x="2" y="5"/>
                    </a:moveTo>
                    <a:cubicBezTo>
                      <a:pt x="0" y="37"/>
                      <a:pt x="13" y="68"/>
                      <a:pt x="31" y="94"/>
                    </a:cubicBezTo>
                    <a:cubicBezTo>
                      <a:pt x="35" y="99"/>
                      <a:pt x="42" y="94"/>
                      <a:pt x="39" y="89"/>
                    </a:cubicBezTo>
                    <a:cubicBezTo>
                      <a:pt x="24" y="64"/>
                      <a:pt x="14" y="34"/>
                      <a:pt x="10" y="5"/>
                    </a:cubicBezTo>
                    <a:cubicBezTo>
                      <a:pt x="9" y="0"/>
                      <a:pt x="3" y="0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04" name="chenying0907 53"/>
              <p:cNvSpPr>
                <a:spLocks/>
              </p:cNvSpPr>
              <p:nvPr/>
            </p:nvSpPr>
            <p:spPr bwMode="auto">
              <a:xfrm>
                <a:off x="3517901" y="3932238"/>
                <a:ext cx="20638" cy="79375"/>
              </a:xfrm>
              <a:custGeom>
                <a:avLst/>
                <a:gdLst>
                  <a:gd name="T0" fmla="*/ 4 w 19"/>
                  <a:gd name="T1" fmla="*/ 4 h 76"/>
                  <a:gd name="T2" fmla="*/ 10 w 19"/>
                  <a:gd name="T3" fmla="*/ 71 h 76"/>
                  <a:gd name="T4" fmla="*/ 18 w 19"/>
                  <a:gd name="T5" fmla="*/ 68 h 76"/>
                  <a:gd name="T6" fmla="*/ 10 w 19"/>
                  <a:gd name="T7" fmla="*/ 4 h 76"/>
                  <a:gd name="T8" fmla="*/ 4 w 19"/>
                  <a:gd name="T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76">
                    <a:moveTo>
                      <a:pt x="4" y="4"/>
                    </a:moveTo>
                    <a:cubicBezTo>
                      <a:pt x="2" y="27"/>
                      <a:pt x="0" y="50"/>
                      <a:pt x="10" y="71"/>
                    </a:cubicBezTo>
                    <a:cubicBezTo>
                      <a:pt x="13" y="76"/>
                      <a:pt x="19" y="72"/>
                      <a:pt x="18" y="68"/>
                    </a:cubicBezTo>
                    <a:cubicBezTo>
                      <a:pt x="15" y="47"/>
                      <a:pt x="12" y="25"/>
                      <a:pt x="10" y="4"/>
                    </a:cubicBezTo>
                    <a:cubicBezTo>
                      <a:pt x="10" y="0"/>
                      <a:pt x="4" y="0"/>
                      <a:pt x="4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05" name="chenying0907 54"/>
              <p:cNvSpPr>
                <a:spLocks/>
              </p:cNvSpPr>
              <p:nvPr/>
            </p:nvSpPr>
            <p:spPr bwMode="auto">
              <a:xfrm>
                <a:off x="3522663" y="3695701"/>
                <a:ext cx="47625" cy="131763"/>
              </a:xfrm>
              <a:custGeom>
                <a:avLst/>
                <a:gdLst>
                  <a:gd name="T0" fmla="*/ 4 w 46"/>
                  <a:gd name="T1" fmla="*/ 125 h 127"/>
                  <a:gd name="T2" fmla="*/ 43 w 46"/>
                  <a:gd name="T3" fmla="*/ 12 h 127"/>
                  <a:gd name="T4" fmla="*/ 33 w 46"/>
                  <a:gd name="T5" fmla="*/ 6 h 127"/>
                  <a:gd name="T6" fmla="*/ 0 w 46"/>
                  <a:gd name="T7" fmla="*/ 124 h 127"/>
                  <a:gd name="T8" fmla="*/ 4 w 46"/>
                  <a:gd name="T9" fmla="*/ 125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127">
                    <a:moveTo>
                      <a:pt x="4" y="125"/>
                    </a:moveTo>
                    <a:cubicBezTo>
                      <a:pt x="17" y="88"/>
                      <a:pt x="25" y="47"/>
                      <a:pt x="43" y="12"/>
                    </a:cubicBezTo>
                    <a:cubicBezTo>
                      <a:pt x="46" y="5"/>
                      <a:pt x="37" y="0"/>
                      <a:pt x="33" y="6"/>
                    </a:cubicBezTo>
                    <a:cubicBezTo>
                      <a:pt x="10" y="43"/>
                      <a:pt x="6" y="82"/>
                      <a:pt x="0" y="124"/>
                    </a:cubicBezTo>
                    <a:cubicBezTo>
                      <a:pt x="0" y="126"/>
                      <a:pt x="3" y="127"/>
                      <a:pt x="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06" name="chenying0907 55"/>
              <p:cNvSpPr>
                <a:spLocks/>
              </p:cNvSpPr>
              <p:nvPr/>
            </p:nvSpPr>
            <p:spPr bwMode="auto">
              <a:xfrm>
                <a:off x="3586163" y="3575051"/>
                <a:ext cx="50800" cy="66675"/>
              </a:xfrm>
              <a:custGeom>
                <a:avLst/>
                <a:gdLst>
                  <a:gd name="T0" fmla="*/ 9 w 48"/>
                  <a:gd name="T1" fmla="*/ 61 h 64"/>
                  <a:gd name="T2" fmla="*/ 21 w 48"/>
                  <a:gd name="T3" fmla="*/ 53 h 64"/>
                  <a:gd name="T4" fmla="*/ 31 w 48"/>
                  <a:gd name="T5" fmla="*/ 40 h 64"/>
                  <a:gd name="T6" fmla="*/ 47 w 48"/>
                  <a:gd name="T7" fmla="*/ 9 h 64"/>
                  <a:gd name="T8" fmla="*/ 39 w 48"/>
                  <a:gd name="T9" fmla="*/ 3 h 64"/>
                  <a:gd name="T10" fmla="*/ 18 w 48"/>
                  <a:gd name="T11" fmla="*/ 29 h 64"/>
                  <a:gd name="T12" fmla="*/ 11 w 48"/>
                  <a:gd name="T13" fmla="*/ 41 h 64"/>
                  <a:gd name="T14" fmla="*/ 3 w 48"/>
                  <a:gd name="T15" fmla="*/ 57 h 64"/>
                  <a:gd name="T16" fmla="*/ 9 w 48"/>
                  <a:gd name="T17" fmla="*/ 61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64">
                    <a:moveTo>
                      <a:pt x="9" y="61"/>
                    </a:moveTo>
                    <a:cubicBezTo>
                      <a:pt x="13" y="58"/>
                      <a:pt x="17" y="56"/>
                      <a:pt x="21" y="53"/>
                    </a:cubicBezTo>
                    <a:cubicBezTo>
                      <a:pt x="25" y="49"/>
                      <a:pt x="28" y="45"/>
                      <a:pt x="31" y="40"/>
                    </a:cubicBezTo>
                    <a:cubicBezTo>
                      <a:pt x="39" y="31"/>
                      <a:pt x="44" y="21"/>
                      <a:pt x="47" y="9"/>
                    </a:cubicBezTo>
                    <a:cubicBezTo>
                      <a:pt x="48" y="5"/>
                      <a:pt x="43" y="0"/>
                      <a:pt x="39" y="3"/>
                    </a:cubicBezTo>
                    <a:cubicBezTo>
                      <a:pt x="30" y="11"/>
                      <a:pt x="24" y="19"/>
                      <a:pt x="18" y="29"/>
                    </a:cubicBezTo>
                    <a:cubicBezTo>
                      <a:pt x="15" y="33"/>
                      <a:pt x="13" y="37"/>
                      <a:pt x="11" y="41"/>
                    </a:cubicBezTo>
                    <a:cubicBezTo>
                      <a:pt x="8" y="46"/>
                      <a:pt x="6" y="52"/>
                      <a:pt x="3" y="57"/>
                    </a:cubicBezTo>
                    <a:cubicBezTo>
                      <a:pt x="0" y="60"/>
                      <a:pt x="5" y="64"/>
                      <a:pt x="9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07" name="chenying0907 56"/>
              <p:cNvSpPr>
                <a:spLocks/>
              </p:cNvSpPr>
              <p:nvPr/>
            </p:nvSpPr>
            <p:spPr bwMode="auto">
              <a:xfrm>
                <a:off x="3698876" y="3435351"/>
                <a:ext cx="66675" cy="74613"/>
              </a:xfrm>
              <a:custGeom>
                <a:avLst/>
                <a:gdLst>
                  <a:gd name="T0" fmla="*/ 11 w 64"/>
                  <a:gd name="T1" fmla="*/ 66 h 71"/>
                  <a:gd name="T2" fmla="*/ 60 w 64"/>
                  <a:gd name="T3" fmla="*/ 9 h 71"/>
                  <a:gd name="T4" fmla="*/ 56 w 64"/>
                  <a:gd name="T5" fmla="*/ 1 h 71"/>
                  <a:gd name="T6" fmla="*/ 2 w 64"/>
                  <a:gd name="T7" fmla="*/ 62 h 71"/>
                  <a:gd name="T8" fmla="*/ 11 w 64"/>
                  <a:gd name="T9" fmla="*/ 6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71">
                    <a:moveTo>
                      <a:pt x="11" y="66"/>
                    </a:moveTo>
                    <a:cubicBezTo>
                      <a:pt x="22" y="42"/>
                      <a:pt x="41" y="26"/>
                      <a:pt x="60" y="9"/>
                    </a:cubicBezTo>
                    <a:cubicBezTo>
                      <a:pt x="64" y="6"/>
                      <a:pt x="60" y="0"/>
                      <a:pt x="56" y="1"/>
                    </a:cubicBezTo>
                    <a:cubicBezTo>
                      <a:pt x="26" y="8"/>
                      <a:pt x="8" y="34"/>
                      <a:pt x="2" y="62"/>
                    </a:cubicBezTo>
                    <a:cubicBezTo>
                      <a:pt x="0" y="67"/>
                      <a:pt x="8" y="71"/>
                      <a:pt x="11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08" name="chenying0907 57"/>
              <p:cNvSpPr>
                <a:spLocks/>
              </p:cNvSpPr>
              <p:nvPr/>
            </p:nvSpPr>
            <p:spPr bwMode="auto">
              <a:xfrm>
                <a:off x="3798888" y="3357563"/>
                <a:ext cx="57150" cy="34925"/>
              </a:xfrm>
              <a:custGeom>
                <a:avLst/>
                <a:gdLst>
                  <a:gd name="T0" fmla="*/ 5 w 56"/>
                  <a:gd name="T1" fmla="*/ 33 h 34"/>
                  <a:gd name="T2" fmla="*/ 16 w 56"/>
                  <a:gd name="T3" fmla="*/ 32 h 34"/>
                  <a:gd name="T4" fmla="*/ 29 w 56"/>
                  <a:gd name="T5" fmla="*/ 28 h 34"/>
                  <a:gd name="T6" fmla="*/ 51 w 56"/>
                  <a:gd name="T7" fmla="*/ 13 h 34"/>
                  <a:gd name="T8" fmla="*/ 46 w 56"/>
                  <a:gd name="T9" fmla="*/ 2 h 34"/>
                  <a:gd name="T10" fmla="*/ 22 w 56"/>
                  <a:gd name="T11" fmla="*/ 11 h 34"/>
                  <a:gd name="T12" fmla="*/ 10 w 56"/>
                  <a:gd name="T13" fmla="*/ 19 h 34"/>
                  <a:gd name="T14" fmla="*/ 3 w 56"/>
                  <a:gd name="T15" fmla="*/ 27 h 34"/>
                  <a:gd name="T16" fmla="*/ 5 w 56"/>
                  <a:gd name="T17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34">
                    <a:moveTo>
                      <a:pt x="5" y="33"/>
                    </a:moveTo>
                    <a:cubicBezTo>
                      <a:pt x="9" y="32"/>
                      <a:pt x="12" y="33"/>
                      <a:pt x="16" y="32"/>
                    </a:cubicBezTo>
                    <a:cubicBezTo>
                      <a:pt x="20" y="31"/>
                      <a:pt x="24" y="29"/>
                      <a:pt x="29" y="28"/>
                    </a:cubicBezTo>
                    <a:cubicBezTo>
                      <a:pt x="38" y="24"/>
                      <a:pt x="43" y="19"/>
                      <a:pt x="51" y="13"/>
                    </a:cubicBezTo>
                    <a:cubicBezTo>
                      <a:pt x="56" y="10"/>
                      <a:pt x="53" y="0"/>
                      <a:pt x="46" y="2"/>
                    </a:cubicBezTo>
                    <a:cubicBezTo>
                      <a:pt x="37" y="5"/>
                      <a:pt x="30" y="7"/>
                      <a:pt x="22" y="11"/>
                    </a:cubicBezTo>
                    <a:cubicBezTo>
                      <a:pt x="18" y="14"/>
                      <a:pt x="14" y="16"/>
                      <a:pt x="10" y="19"/>
                    </a:cubicBezTo>
                    <a:cubicBezTo>
                      <a:pt x="7" y="21"/>
                      <a:pt x="5" y="25"/>
                      <a:pt x="3" y="27"/>
                    </a:cubicBezTo>
                    <a:cubicBezTo>
                      <a:pt x="0" y="29"/>
                      <a:pt x="1" y="34"/>
                      <a:pt x="5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09" name="chenying0907 58"/>
              <p:cNvSpPr>
                <a:spLocks/>
              </p:cNvSpPr>
              <p:nvPr/>
            </p:nvSpPr>
            <p:spPr bwMode="auto">
              <a:xfrm>
                <a:off x="3725863" y="3227388"/>
                <a:ext cx="76200" cy="69850"/>
              </a:xfrm>
              <a:custGeom>
                <a:avLst/>
                <a:gdLst>
                  <a:gd name="T0" fmla="*/ 69 w 74"/>
                  <a:gd name="T1" fmla="*/ 58 h 68"/>
                  <a:gd name="T2" fmla="*/ 42 w 74"/>
                  <a:gd name="T3" fmla="*/ 36 h 68"/>
                  <a:gd name="T4" fmla="*/ 14 w 74"/>
                  <a:gd name="T5" fmla="*/ 6 h 68"/>
                  <a:gd name="T6" fmla="*/ 3 w 74"/>
                  <a:gd name="T7" fmla="*/ 15 h 68"/>
                  <a:gd name="T8" fmla="*/ 66 w 74"/>
                  <a:gd name="T9" fmla="*/ 66 h 68"/>
                  <a:gd name="T10" fmla="*/ 69 w 74"/>
                  <a:gd name="T11" fmla="*/ 5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8">
                    <a:moveTo>
                      <a:pt x="69" y="58"/>
                    </a:moveTo>
                    <a:cubicBezTo>
                      <a:pt x="59" y="53"/>
                      <a:pt x="50" y="44"/>
                      <a:pt x="42" y="36"/>
                    </a:cubicBezTo>
                    <a:cubicBezTo>
                      <a:pt x="32" y="26"/>
                      <a:pt x="23" y="16"/>
                      <a:pt x="14" y="6"/>
                    </a:cubicBezTo>
                    <a:cubicBezTo>
                      <a:pt x="9" y="0"/>
                      <a:pt x="0" y="8"/>
                      <a:pt x="3" y="15"/>
                    </a:cubicBezTo>
                    <a:cubicBezTo>
                      <a:pt x="17" y="41"/>
                      <a:pt x="38" y="58"/>
                      <a:pt x="66" y="66"/>
                    </a:cubicBezTo>
                    <a:cubicBezTo>
                      <a:pt x="71" y="68"/>
                      <a:pt x="74" y="60"/>
                      <a:pt x="69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10" name="chenying0907 59"/>
              <p:cNvSpPr>
                <a:spLocks/>
              </p:cNvSpPr>
              <p:nvPr/>
            </p:nvSpPr>
            <p:spPr bwMode="auto">
              <a:xfrm>
                <a:off x="3622676" y="3065463"/>
                <a:ext cx="60325" cy="96838"/>
              </a:xfrm>
              <a:custGeom>
                <a:avLst/>
                <a:gdLst>
                  <a:gd name="T0" fmla="*/ 54 w 58"/>
                  <a:gd name="T1" fmla="*/ 85 h 94"/>
                  <a:gd name="T2" fmla="*/ 12 w 58"/>
                  <a:gd name="T3" fmla="*/ 6 h 94"/>
                  <a:gd name="T4" fmla="*/ 2 w 58"/>
                  <a:gd name="T5" fmla="*/ 9 h 94"/>
                  <a:gd name="T6" fmla="*/ 47 w 58"/>
                  <a:gd name="T7" fmla="*/ 91 h 94"/>
                  <a:gd name="T8" fmla="*/ 54 w 58"/>
                  <a:gd name="T9" fmla="*/ 85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4">
                    <a:moveTo>
                      <a:pt x="54" y="85"/>
                    </a:moveTo>
                    <a:cubicBezTo>
                      <a:pt x="37" y="61"/>
                      <a:pt x="23" y="35"/>
                      <a:pt x="12" y="6"/>
                    </a:cubicBezTo>
                    <a:cubicBezTo>
                      <a:pt x="10" y="0"/>
                      <a:pt x="0" y="2"/>
                      <a:pt x="2" y="9"/>
                    </a:cubicBezTo>
                    <a:cubicBezTo>
                      <a:pt x="7" y="41"/>
                      <a:pt x="22" y="71"/>
                      <a:pt x="47" y="91"/>
                    </a:cubicBezTo>
                    <a:cubicBezTo>
                      <a:pt x="51" y="94"/>
                      <a:pt x="58" y="90"/>
                      <a:pt x="54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11" name="chenying0907 60"/>
              <p:cNvSpPr>
                <a:spLocks/>
              </p:cNvSpPr>
              <p:nvPr/>
            </p:nvSpPr>
            <p:spPr bwMode="auto">
              <a:xfrm>
                <a:off x="3565526" y="2909888"/>
                <a:ext cx="22225" cy="68263"/>
              </a:xfrm>
              <a:custGeom>
                <a:avLst/>
                <a:gdLst>
                  <a:gd name="T0" fmla="*/ 22 w 22"/>
                  <a:gd name="T1" fmla="*/ 62 h 66"/>
                  <a:gd name="T2" fmla="*/ 9 w 22"/>
                  <a:gd name="T3" fmla="*/ 4 h 66"/>
                  <a:gd name="T4" fmla="*/ 1 w 22"/>
                  <a:gd name="T5" fmla="*/ 6 h 66"/>
                  <a:gd name="T6" fmla="*/ 18 w 22"/>
                  <a:gd name="T7" fmla="*/ 64 h 66"/>
                  <a:gd name="T8" fmla="*/ 22 w 22"/>
                  <a:gd name="T9" fmla="*/ 6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66">
                    <a:moveTo>
                      <a:pt x="22" y="62"/>
                    </a:moveTo>
                    <a:cubicBezTo>
                      <a:pt x="17" y="43"/>
                      <a:pt x="16" y="23"/>
                      <a:pt x="9" y="4"/>
                    </a:cubicBezTo>
                    <a:cubicBezTo>
                      <a:pt x="7" y="0"/>
                      <a:pt x="0" y="1"/>
                      <a:pt x="1" y="6"/>
                    </a:cubicBezTo>
                    <a:cubicBezTo>
                      <a:pt x="6" y="25"/>
                      <a:pt x="6" y="47"/>
                      <a:pt x="18" y="64"/>
                    </a:cubicBezTo>
                    <a:cubicBezTo>
                      <a:pt x="19" y="66"/>
                      <a:pt x="22" y="65"/>
                      <a:pt x="22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12" name="chenying0907 61"/>
              <p:cNvSpPr>
                <a:spLocks/>
              </p:cNvSpPr>
              <p:nvPr/>
            </p:nvSpPr>
            <p:spPr bwMode="auto">
              <a:xfrm>
                <a:off x="3538538" y="2741613"/>
                <a:ext cx="28575" cy="100013"/>
              </a:xfrm>
              <a:custGeom>
                <a:avLst/>
                <a:gdLst>
                  <a:gd name="T0" fmla="*/ 22 w 27"/>
                  <a:gd name="T1" fmla="*/ 89 h 96"/>
                  <a:gd name="T2" fmla="*/ 15 w 27"/>
                  <a:gd name="T3" fmla="*/ 8 h 96"/>
                  <a:gd name="T4" fmla="*/ 2 w 27"/>
                  <a:gd name="T5" fmla="*/ 8 h 96"/>
                  <a:gd name="T6" fmla="*/ 9 w 27"/>
                  <a:gd name="T7" fmla="*/ 89 h 96"/>
                  <a:gd name="T8" fmla="*/ 22 w 27"/>
                  <a:gd name="T9" fmla="*/ 89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96">
                    <a:moveTo>
                      <a:pt x="22" y="89"/>
                    </a:moveTo>
                    <a:cubicBezTo>
                      <a:pt x="27" y="62"/>
                      <a:pt x="18" y="35"/>
                      <a:pt x="15" y="8"/>
                    </a:cubicBezTo>
                    <a:cubicBezTo>
                      <a:pt x="14" y="0"/>
                      <a:pt x="3" y="0"/>
                      <a:pt x="2" y="8"/>
                    </a:cubicBezTo>
                    <a:cubicBezTo>
                      <a:pt x="0" y="35"/>
                      <a:pt x="4" y="62"/>
                      <a:pt x="9" y="89"/>
                    </a:cubicBezTo>
                    <a:cubicBezTo>
                      <a:pt x="10" y="96"/>
                      <a:pt x="21" y="96"/>
                      <a:pt x="22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13" name="chenying0907 62"/>
              <p:cNvSpPr>
                <a:spLocks/>
              </p:cNvSpPr>
              <p:nvPr/>
            </p:nvSpPr>
            <p:spPr bwMode="auto">
              <a:xfrm>
                <a:off x="3546476" y="2592388"/>
                <a:ext cx="22225" cy="73025"/>
              </a:xfrm>
              <a:custGeom>
                <a:avLst/>
                <a:gdLst>
                  <a:gd name="T0" fmla="*/ 13 w 22"/>
                  <a:gd name="T1" fmla="*/ 66 h 70"/>
                  <a:gd name="T2" fmla="*/ 21 w 22"/>
                  <a:gd name="T3" fmla="*/ 8 h 70"/>
                  <a:gd name="T4" fmla="*/ 11 w 22"/>
                  <a:gd name="T5" fmla="*/ 6 h 70"/>
                  <a:gd name="T6" fmla="*/ 5 w 22"/>
                  <a:gd name="T7" fmla="*/ 66 h 70"/>
                  <a:gd name="T8" fmla="*/ 13 w 22"/>
                  <a:gd name="T9" fmla="*/ 6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70">
                    <a:moveTo>
                      <a:pt x="13" y="66"/>
                    </a:moveTo>
                    <a:cubicBezTo>
                      <a:pt x="17" y="47"/>
                      <a:pt x="16" y="27"/>
                      <a:pt x="21" y="8"/>
                    </a:cubicBezTo>
                    <a:cubicBezTo>
                      <a:pt x="22" y="2"/>
                      <a:pt x="13" y="0"/>
                      <a:pt x="11" y="6"/>
                    </a:cubicBezTo>
                    <a:cubicBezTo>
                      <a:pt x="4" y="26"/>
                      <a:pt x="0" y="45"/>
                      <a:pt x="5" y="66"/>
                    </a:cubicBezTo>
                    <a:cubicBezTo>
                      <a:pt x="6" y="70"/>
                      <a:pt x="12" y="70"/>
                      <a:pt x="1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14" name="chenying0907 63"/>
              <p:cNvSpPr>
                <a:spLocks/>
              </p:cNvSpPr>
              <p:nvPr/>
            </p:nvSpPr>
            <p:spPr bwMode="auto">
              <a:xfrm>
                <a:off x="3595688" y="2397126"/>
                <a:ext cx="49213" cy="103188"/>
              </a:xfrm>
              <a:custGeom>
                <a:avLst/>
                <a:gdLst>
                  <a:gd name="T0" fmla="*/ 7 w 47"/>
                  <a:gd name="T1" fmla="*/ 96 h 99"/>
                  <a:gd name="T2" fmla="*/ 45 w 47"/>
                  <a:gd name="T3" fmla="*/ 8 h 99"/>
                  <a:gd name="T4" fmla="*/ 36 w 47"/>
                  <a:gd name="T5" fmla="*/ 5 h 99"/>
                  <a:gd name="T6" fmla="*/ 0 w 47"/>
                  <a:gd name="T7" fmla="*/ 94 h 99"/>
                  <a:gd name="T8" fmla="*/ 7 w 47"/>
                  <a:gd name="T9" fmla="*/ 96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99">
                    <a:moveTo>
                      <a:pt x="7" y="96"/>
                    </a:moveTo>
                    <a:cubicBezTo>
                      <a:pt x="20" y="67"/>
                      <a:pt x="33" y="38"/>
                      <a:pt x="45" y="8"/>
                    </a:cubicBezTo>
                    <a:cubicBezTo>
                      <a:pt x="47" y="3"/>
                      <a:pt x="39" y="0"/>
                      <a:pt x="36" y="5"/>
                    </a:cubicBezTo>
                    <a:cubicBezTo>
                      <a:pt x="19" y="33"/>
                      <a:pt x="4" y="61"/>
                      <a:pt x="0" y="94"/>
                    </a:cubicBezTo>
                    <a:cubicBezTo>
                      <a:pt x="0" y="97"/>
                      <a:pt x="6" y="99"/>
                      <a:pt x="7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15" name="chenying0907 64"/>
              <p:cNvSpPr>
                <a:spLocks/>
              </p:cNvSpPr>
              <p:nvPr/>
            </p:nvSpPr>
            <p:spPr bwMode="auto">
              <a:xfrm>
                <a:off x="3670301" y="2254251"/>
                <a:ext cx="57150" cy="80963"/>
              </a:xfrm>
              <a:custGeom>
                <a:avLst/>
                <a:gdLst>
                  <a:gd name="T0" fmla="*/ 8 w 55"/>
                  <a:gd name="T1" fmla="*/ 74 h 78"/>
                  <a:gd name="T2" fmla="*/ 27 w 55"/>
                  <a:gd name="T3" fmla="*/ 44 h 78"/>
                  <a:gd name="T4" fmla="*/ 52 w 55"/>
                  <a:gd name="T5" fmla="*/ 10 h 78"/>
                  <a:gd name="T6" fmla="*/ 45 w 55"/>
                  <a:gd name="T7" fmla="*/ 3 h 78"/>
                  <a:gd name="T8" fmla="*/ 16 w 55"/>
                  <a:gd name="T9" fmla="*/ 33 h 78"/>
                  <a:gd name="T10" fmla="*/ 1 w 55"/>
                  <a:gd name="T11" fmla="*/ 72 h 78"/>
                  <a:gd name="T12" fmla="*/ 8 w 55"/>
                  <a:gd name="T13" fmla="*/ 74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78">
                    <a:moveTo>
                      <a:pt x="8" y="74"/>
                    </a:moveTo>
                    <a:cubicBezTo>
                      <a:pt x="12" y="63"/>
                      <a:pt x="21" y="53"/>
                      <a:pt x="27" y="44"/>
                    </a:cubicBezTo>
                    <a:cubicBezTo>
                      <a:pt x="35" y="32"/>
                      <a:pt x="45" y="22"/>
                      <a:pt x="52" y="10"/>
                    </a:cubicBezTo>
                    <a:cubicBezTo>
                      <a:pt x="55" y="6"/>
                      <a:pt x="50" y="0"/>
                      <a:pt x="45" y="3"/>
                    </a:cubicBezTo>
                    <a:cubicBezTo>
                      <a:pt x="34" y="11"/>
                      <a:pt x="25" y="21"/>
                      <a:pt x="16" y="33"/>
                    </a:cubicBezTo>
                    <a:cubicBezTo>
                      <a:pt x="7" y="45"/>
                      <a:pt x="5" y="57"/>
                      <a:pt x="1" y="72"/>
                    </a:cubicBezTo>
                    <a:cubicBezTo>
                      <a:pt x="0" y="76"/>
                      <a:pt x="6" y="78"/>
                      <a:pt x="8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16" name="chenying0907 65"/>
              <p:cNvSpPr>
                <a:spLocks/>
              </p:cNvSpPr>
              <p:nvPr/>
            </p:nvSpPr>
            <p:spPr bwMode="auto">
              <a:xfrm>
                <a:off x="3754438" y="2087563"/>
                <a:ext cx="73025" cy="87313"/>
              </a:xfrm>
              <a:custGeom>
                <a:avLst/>
                <a:gdLst>
                  <a:gd name="T0" fmla="*/ 6 w 71"/>
                  <a:gd name="T1" fmla="*/ 84 h 85"/>
                  <a:gd name="T2" fmla="*/ 66 w 71"/>
                  <a:gd name="T3" fmla="*/ 14 h 85"/>
                  <a:gd name="T4" fmla="*/ 58 w 71"/>
                  <a:gd name="T5" fmla="*/ 5 h 85"/>
                  <a:gd name="T6" fmla="*/ 1 w 71"/>
                  <a:gd name="T7" fmla="*/ 81 h 85"/>
                  <a:gd name="T8" fmla="*/ 6 w 71"/>
                  <a:gd name="T9" fmla="*/ 8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85">
                    <a:moveTo>
                      <a:pt x="6" y="84"/>
                    </a:moveTo>
                    <a:cubicBezTo>
                      <a:pt x="31" y="64"/>
                      <a:pt x="46" y="37"/>
                      <a:pt x="66" y="14"/>
                    </a:cubicBezTo>
                    <a:cubicBezTo>
                      <a:pt x="71" y="8"/>
                      <a:pt x="64" y="0"/>
                      <a:pt x="58" y="5"/>
                    </a:cubicBezTo>
                    <a:cubicBezTo>
                      <a:pt x="33" y="26"/>
                      <a:pt x="11" y="49"/>
                      <a:pt x="1" y="81"/>
                    </a:cubicBezTo>
                    <a:cubicBezTo>
                      <a:pt x="0" y="84"/>
                      <a:pt x="4" y="85"/>
                      <a:pt x="6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17" name="chenying0907 66"/>
              <p:cNvSpPr>
                <a:spLocks/>
              </p:cNvSpPr>
              <p:nvPr/>
            </p:nvSpPr>
            <p:spPr bwMode="auto">
              <a:xfrm>
                <a:off x="3865563" y="1936751"/>
                <a:ext cx="80963" cy="104775"/>
              </a:xfrm>
              <a:custGeom>
                <a:avLst/>
                <a:gdLst>
                  <a:gd name="T0" fmla="*/ 8 w 79"/>
                  <a:gd name="T1" fmla="*/ 98 h 101"/>
                  <a:gd name="T2" fmla="*/ 74 w 79"/>
                  <a:gd name="T3" fmla="*/ 12 h 101"/>
                  <a:gd name="T4" fmla="*/ 67 w 79"/>
                  <a:gd name="T5" fmla="*/ 5 h 101"/>
                  <a:gd name="T6" fmla="*/ 31 w 79"/>
                  <a:gd name="T7" fmla="*/ 43 h 101"/>
                  <a:gd name="T8" fmla="*/ 2 w 79"/>
                  <a:gd name="T9" fmla="*/ 94 h 101"/>
                  <a:gd name="T10" fmla="*/ 8 w 79"/>
                  <a:gd name="T11" fmla="*/ 9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101">
                    <a:moveTo>
                      <a:pt x="8" y="98"/>
                    </a:moveTo>
                    <a:cubicBezTo>
                      <a:pt x="34" y="72"/>
                      <a:pt x="51" y="41"/>
                      <a:pt x="74" y="12"/>
                    </a:cubicBezTo>
                    <a:cubicBezTo>
                      <a:pt x="79" y="7"/>
                      <a:pt x="72" y="0"/>
                      <a:pt x="67" y="5"/>
                    </a:cubicBezTo>
                    <a:cubicBezTo>
                      <a:pt x="53" y="17"/>
                      <a:pt x="41" y="28"/>
                      <a:pt x="31" y="43"/>
                    </a:cubicBezTo>
                    <a:cubicBezTo>
                      <a:pt x="20" y="59"/>
                      <a:pt x="12" y="76"/>
                      <a:pt x="2" y="94"/>
                    </a:cubicBezTo>
                    <a:cubicBezTo>
                      <a:pt x="0" y="97"/>
                      <a:pt x="5" y="101"/>
                      <a:pt x="8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18" name="chenying0907 67"/>
              <p:cNvSpPr>
                <a:spLocks/>
              </p:cNvSpPr>
              <p:nvPr/>
            </p:nvSpPr>
            <p:spPr bwMode="auto">
              <a:xfrm>
                <a:off x="3984626" y="1827213"/>
                <a:ext cx="87313" cy="65088"/>
              </a:xfrm>
              <a:custGeom>
                <a:avLst/>
                <a:gdLst>
                  <a:gd name="T0" fmla="*/ 8 w 85"/>
                  <a:gd name="T1" fmla="*/ 61 h 63"/>
                  <a:gd name="T2" fmla="*/ 23 w 85"/>
                  <a:gd name="T3" fmla="*/ 57 h 63"/>
                  <a:gd name="T4" fmla="*/ 40 w 85"/>
                  <a:gd name="T5" fmla="*/ 47 h 63"/>
                  <a:gd name="T6" fmla="*/ 76 w 85"/>
                  <a:gd name="T7" fmla="*/ 21 h 63"/>
                  <a:gd name="T8" fmla="*/ 67 w 85"/>
                  <a:gd name="T9" fmla="*/ 6 h 63"/>
                  <a:gd name="T10" fmla="*/ 34 w 85"/>
                  <a:gd name="T11" fmla="*/ 26 h 63"/>
                  <a:gd name="T12" fmla="*/ 18 w 85"/>
                  <a:gd name="T13" fmla="*/ 38 h 63"/>
                  <a:gd name="T14" fmla="*/ 3 w 85"/>
                  <a:gd name="T15" fmla="*/ 53 h 63"/>
                  <a:gd name="T16" fmla="*/ 8 w 85"/>
                  <a:gd name="T17" fmla="*/ 6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" h="63">
                    <a:moveTo>
                      <a:pt x="8" y="61"/>
                    </a:moveTo>
                    <a:cubicBezTo>
                      <a:pt x="13" y="59"/>
                      <a:pt x="18" y="59"/>
                      <a:pt x="23" y="57"/>
                    </a:cubicBezTo>
                    <a:cubicBezTo>
                      <a:pt x="29" y="54"/>
                      <a:pt x="35" y="50"/>
                      <a:pt x="40" y="47"/>
                    </a:cubicBezTo>
                    <a:cubicBezTo>
                      <a:pt x="53" y="39"/>
                      <a:pt x="64" y="30"/>
                      <a:pt x="76" y="21"/>
                    </a:cubicBezTo>
                    <a:cubicBezTo>
                      <a:pt x="85" y="14"/>
                      <a:pt x="77" y="0"/>
                      <a:pt x="67" y="6"/>
                    </a:cubicBezTo>
                    <a:cubicBezTo>
                      <a:pt x="56" y="12"/>
                      <a:pt x="44" y="18"/>
                      <a:pt x="34" y="26"/>
                    </a:cubicBezTo>
                    <a:cubicBezTo>
                      <a:pt x="28" y="30"/>
                      <a:pt x="23" y="34"/>
                      <a:pt x="18" y="38"/>
                    </a:cubicBezTo>
                    <a:cubicBezTo>
                      <a:pt x="11" y="42"/>
                      <a:pt x="8" y="48"/>
                      <a:pt x="3" y="53"/>
                    </a:cubicBezTo>
                    <a:cubicBezTo>
                      <a:pt x="0" y="57"/>
                      <a:pt x="3" y="63"/>
                      <a:pt x="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19" name="chenying0907 68"/>
              <p:cNvSpPr>
                <a:spLocks/>
              </p:cNvSpPr>
              <p:nvPr/>
            </p:nvSpPr>
            <p:spPr bwMode="auto">
              <a:xfrm>
                <a:off x="4127501" y="1725613"/>
                <a:ext cx="109538" cy="76200"/>
              </a:xfrm>
              <a:custGeom>
                <a:avLst/>
                <a:gdLst>
                  <a:gd name="T0" fmla="*/ 9 w 105"/>
                  <a:gd name="T1" fmla="*/ 71 h 74"/>
                  <a:gd name="T2" fmla="*/ 96 w 105"/>
                  <a:gd name="T3" fmla="*/ 16 h 74"/>
                  <a:gd name="T4" fmla="*/ 89 w 105"/>
                  <a:gd name="T5" fmla="*/ 4 h 74"/>
                  <a:gd name="T6" fmla="*/ 2 w 105"/>
                  <a:gd name="T7" fmla="*/ 66 h 74"/>
                  <a:gd name="T8" fmla="*/ 9 w 105"/>
                  <a:gd name="T9" fmla="*/ 71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74">
                    <a:moveTo>
                      <a:pt x="9" y="71"/>
                    </a:moveTo>
                    <a:cubicBezTo>
                      <a:pt x="33" y="47"/>
                      <a:pt x="67" y="33"/>
                      <a:pt x="96" y="16"/>
                    </a:cubicBezTo>
                    <a:cubicBezTo>
                      <a:pt x="105" y="12"/>
                      <a:pt x="97" y="0"/>
                      <a:pt x="89" y="4"/>
                    </a:cubicBezTo>
                    <a:cubicBezTo>
                      <a:pt x="55" y="19"/>
                      <a:pt x="22" y="32"/>
                      <a:pt x="2" y="66"/>
                    </a:cubicBezTo>
                    <a:cubicBezTo>
                      <a:pt x="0" y="70"/>
                      <a:pt x="5" y="74"/>
                      <a:pt x="9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20" name="chenying0907 69"/>
              <p:cNvSpPr>
                <a:spLocks/>
              </p:cNvSpPr>
              <p:nvPr/>
            </p:nvSpPr>
            <p:spPr bwMode="auto">
              <a:xfrm>
                <a:off x="4300538" y="1655763"/>
                <a:ext cx="87313" cy="47625"/>
              </a:xfrm>
              <a:custGeom>
                <a:avLst/>
                <a:gdLst>
                  <a:gd name="T0" fmla="*/ 7 w 84"/>
                  <a:gd name="T1" fmla="*/ 46 h 47"/>
                  <a:gd name="T2" fmla="*/ 80 w 84"/>
                  <a:gd name="T3" fmla="*/ 9 h 47"/>
                  <a:gd name="T4" fmla="*/ 77 w 84"/>
                  <a:gd name="T5" fmla="*/ 3 h 47"/>
                  <a:gd name="T6" fmla="*/ 5 w 84"/>
                  <a:gd name="T7" fmla="*/ 38 h 47"/>
                  <a:gd name="T8" fmla="*/ 7 w 84"/>
                  <a:gd name="T9" fmla="*/ 4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47">
                    <a:moveTo>
                      <a:pt x="7" y="46"/>
                    </a:moveTo>
                    <a:cubicBezTo>
                      <a:pt x="36" y="41"/>
                      <a:pt x="58" y="26"/>
                      <a:pt x="80" y="9"/>
                    </a:cubicBezTo>
                    <a:cubicBezTo>
                      <a:pt x="84" y="6"/>
                      <a:pt x="81" y="0"/>
                      <a:pt x="77" y="3"/>
                    </a:cubicBezTo>
                    <a:cubicBezTo>
                      <a:pt x="54" y="16"/>
                      <a:pt x="30" y="29"/>
                      <a:pt x="5" y="38"/>
                    </a:cubicBezTo>
                    <a:cubicBezTo>
                      <a:pt x="0" y="40"/>
                      <a:pt x="2" y="47"/>
                      <a:pt x="7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21" name="chenying0907 70"/>
              <p:cNvSpPr>
                <a:spLocks/>
              </p:cNvSpPr>
              <p:nvPr/>
            </p:nvSpPr>
            <p:spPr bwMode="auto">
              <a:xfrm>
                <a:off x="4451351" y="1609726"/>
                <a:ext cx="103188" cy="31750"/>
              </a:xfrm>
              <a:custGeom>
                <a:avLst/>
                <a:gdLst>
                  <a:gd name="T0" fmla="*/ 4 w 100"/>
                  <a:gd name="T1" fmla="*/ 25 h 31"/>
                  <a:gd name="T2" fmla="*/ 95 w 100"/>
                  <a:gd name="T3" fmla="*/ 11 h 31"/>
                  <a:gd name="T4" fmla="*/ 92 w 100"/>
                  <a:gd name="T5" fmla="*/ 1 h 31"/>
                  <a:gd name="T6" fmla="*/ 4 w 100"/>
                  <a:gd name="T7" fmla="*/ 17 h 31"/>
                  <a:gd name="T8" fmla="*/ 4 w 100"/>
                  <a:gd name="T9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1">
                    <a:moveTo>
                      <a:pt x="4" y="25"/>
                    </a:moveTo>
                    <a:cubicBezTo>
                      <a:pt x="34" y="31"/>
                      <a:pt x="67" y="23"/>
                      <a:pt x="95" y="11"/>
                    </a:cubicBezTo>
                    <a:cubicBezTo>
                      <a:pt x="100" y="9"/>
                      <a:pt x="97" y="0"/>
                      <a:pt x="92" y="1"/>
                    </a:cubicBezTo>
                    <a:cubicBezTo>
                      <a:pt x="63" y="3"/>
                      <a:pt x="32" y="9"/>
                      <a:pt x="4" y="17"/>
                    </a:cubicBezTo>
                    <a:cubicBezTo>
                      <a:pt x="0" y="18"/>
                      <a:pt x="0" y="24"/>
                      <a:pt x="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22" name="chenying0907 71"/>
              <p:cNvSpPr>
                <a:spLocks/>
              </p:cNvSpPr>
              <p:nvPr/>
            </p:nvSpPr>
            <p:spPr bwMode="auto">
              <a:xfrm>
                <a:off x="4638676" y="1628776"/>
                <a:ext cx="109538" cy="19050"/>
              </a:xfrm>
              <a:custGeom>
                <a:avLst/>
                <a:gdLst>
                  <a:gd name="T0" fmla="*/ 4 w 105"/>
                  <a:gd name="T1" fmla="*/ 13 h 18"/>
                  <a:gd name="T2" fmla="*/ 99 w 105"/>
                  <a:gd name="T3" fmla="*/ 14 h 18"/>
                  <a:gd name="T4" fmla="*/ 99 w 105"/>
                  <a:gd name="T5" fmla="*/ 4 h 18"/>
                  <a:gd name="T6" fmla="*/ 4 w 105"/>
                  <a:gd name="T7" fmla="*/ 5 h 18"/>
                  <a:gd name="T8" fmla="*/ 4 w 105"/>
                  <a:gd name="T9" fmla="*/ 1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18">
                    <a:moveTo>
                      <a:pt x="4" y="13"/>
                    </a:moveTo>
                    <a:cubicBezTo>
                      <a:pt x="35" y="18"/>
                      <a:pt x="67" y="17"/>
                      <a:pt x="99" y="14"/>
                    </a:cubicBezTo>
                    <a:cubicBezTo>
                      <a:pt x="105" y="13"/>
                      <a:pt x="105" y="5"/>
                      <a:pt x="99" y="4"/>
                    </a:cubicBezTo>
                    <a:cubicBezTo>
                      <a:pt x="67" y="1"/>
                      <a:pt x="35" y="0"/>
                      <a:pt x="4" y="5"/>
                    </a:cubicBezTo>
                    <a:cubicBezTo>
                      <a:pt x="0" y="6"/>
                      <a:pt x="0" y="12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23" name="chenying0907 72"/>
              <p:cNvSpPr>
                <a:spLocks/>
              </p:cNvSpPr>
              <p:nvPr/>
            </p:nvSpPr>
            <p:spPr bwMode="auto">
              <a:xfrm>
                <a:off x="4851401" y="1643063"/>
                <a:ext cx="68263" cy="30163"/>
              </a:xfrm>
              <a:custGeom>
                <a:avLst/>
                <a:gdLst>
                  <a:gd name="T0" fmla="*/ 2 w 65"/>
                  <a:gd name="T1" fmla="*/ 4 h 28"/>
                  <a:gd name="T2" fmla="*/ 59 w 65"/>
                  <a:gd name="T3" fmla="*/ 27 h 28"/>
                  <a:gd name="T4" fmla="*/ 62 w 65"/>
                  <a:gd name="T5" fmla="*/ 21 h 28"/>
                  <a:gd name="T6" fmla="*/ 3 w 65"/>
                  <a:gd name="T7" fmla="*/ 1 h 28"/>
                  <a:gd name="T8" fmla="*/ 2 w 65"/>
                  <a:gd name="T9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28">
                    <a:moveTo>
                      <a:pt x="2" y="4"/>
                    </a:moveTo>
                    <a:cubicBezTo>
                      <a:pt x="19" y="15"/>
                      <a:pt x="40" y="22"/>
                      <a:pt x="59" y="27"/>
                    </a:cubicBezTo>
                    <a:cubicBezTo>
                      <a:pt x="63" y="28"/>
                      <a:pt x="65" y="23"/>
                      <a:pt x="62" y="21"/>
                    </a:cubicBezTo>
                    <a:cubicBezTo>
                      <a:pt x="43" y="13"/>
                      <a:pt x="23" y="7"/>
                      <a:pt x="3" y="1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24" name="chenying0907 73"/>
              <p:cNvSpPr>
                <a:spLocks/>
              </p:cNvSpPr>
              <p:nvPr/>
            </p:nvSpPr>
            <p:spPr bwMode="auto">
              <a:xfrm>
                <a:off x="5008563" y="1714501"/>
                <a:ext cx="71438" cy="33338"/>
              </a:xfrm>
              <a:custGeom>
                <a:avLst/>
                <a:gdLst>
                  <a:gd name="T0" fmla="*/ 3 w 68"/>
                  <a:gd name="T1" fmla="*/ 10 h 33"/>
                  <a:gd name="T2" fmla="*/ 59 w 68"/>
                  <a:gd name="T3" fmla="*/ 32 h 33"/>
                  <a:gd name="T4" fmla="*/ 64 w 68"/>
                  <a:gd name="T5" fmla="*/ 26 h 33"/>
                  <a:gd name="T6" fmla="*/ 3 w 68"/>
                  <a:gd name="T7" fmla="*/ 4 h 33"/>
                  <a:gd name="T8" fmla="*/ 3 w 68"/>
                  <a:gd name="T9" fmla="*/ 1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3">
                    <a:moveTo>
                      <a:pt x="3" y="10"/>
                    </a:moveTo>
                    <a:cubicBezTo>
                      <a:pt x="23" y="14"/>
                      <a:pt x="40" y="23"/>
                      <a:pt x="59" y="32"/>
                    </a:cubicBezTo>
                    <a:cubicBezTo>
                      <a:pt x="63" y="33"/>
                      <a:pt x="68" y="29"/>
                      <a:pt x="64" y="26"/>
                    </a:cubicBezTo>
                    <a:cubicBezTo>
                      <a:pt x="46" y="10"/>
                      <a:pt x="26" y="0"/>
                      <a:pt x="3" y="4"/>
                    </a:cubicBezTo>
                    <a:cubicBezTo>
                      <a:pt x="0" y="4"/>
                      <a:pt x="0" y="9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25" name="chenying0907 74"/>
              <p:cNvSpPr>
                <a:spLocks/>
              </p:cNvSpPr>
              <p:nvPr/>
            </p:nvSpPr>
            <p:spPr bwMode="auto">
              <a:xfrm>
                <a:off x="5149851" y="1784351"/>
                <a:ext cx="85725" cy="47625"/>
              </a:xfrm>
              <a:custGeom>
                <a:avLst/>
                <a:gdLst>
                  <a:gd name="T0" fmla="*/ 3 w 83"/>
                  <a:gd name="T1" fmla="*/ 6 h 46"/>
                  <a:gd name="T2" fmla="*/ 75 w 83"/>
                  <a:gd name="T3" fmla="*/ 43 h 46"/>
                  <a:gd name="T4" fmla="*/ 79 w 83"/>
                  <a:gd name="T5" fmla="*/ 37 h 46"/>
                  <a:gd name="T6" fmla="*/ 6 w 83"/>
                  <a:gd name="T7" fmla="*/ 1 h 46"/>
                  <a:gd name="T8" fmla="*/ 3 w 83"/>
                  <a:gd name="T9" fmla="*/ 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46">
                    <a:moveTo>
                      <a:pt x="3" y="6"/>
                    </a:moveTo>
                    <a:cubicBezTo>
                      <a:pt x="28" y="18"/>
                      <a:pt x="52" y="30"/>
                      <a:pt x="75" y="43"/>
                    </a:cubicBezTo>
                    <a:cubicBezTo>
                      <a:pt x="80" y="46"/>
                      <a:pt x="83" y="39"/>
                      <a:pt x="79" y="37"/>
                    </a:cubicBezTo>
                    <a:cubicBezTo>
                      <a:pt x="57" y="20"/>
                      <a:pt x="33" y="7"/>
                      <a:pt x="6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26" name="chenying0907 75"/>
              <p:cNvSpPr>
                <a:spLocks/>
              </p:cNvSpPr>
              <p:nvPr/>
            </p:nvSpPr>
            <p:spPr bwMode="auto">
              <a:xfrm>
                <a:off x="5305426" y="1847851"/>
                <a:ext cx="66675" cy="61913"/>
              </a:xfrm>
              <a:custGeom>
                <a:avLst/>
                <a:gdLst>
                  <a:gd name="T0" fmla="*/ 5 w 65"/>
                  <a:gd name="T1" fmla="*/ 12 h 59"/>
                  <a:gd name="T2" fmla="*/ 55 w 65"/>
                  <a:gd name="T3" fmla="*/ 55 h 59"/>
                  <a:gd name="T4" fmla="*/ 62 w 65"/>
                  <a:gd name="T5" fmla="*/ 49 h 59"/>
                  <a:gd name="T6" fmla="*/ 42 w 65"/>
                  <a:gd name="T7" fmla="*/ 23 h 59"/>
                  <a:gd name="T8" fmla="*/ 10 w 65"/>
                  <a:gd name="T9" fmla="*/ 4 h 59"/>
                  <a:gd name="T10" fmla="*/ 5 w 65"/>
                  <a:gd name="T11" fmla="*/ 12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59">
                    <a:moveTo>
                      <a:pt x="5" y="12"/>
                    </a:moveTo>
                    <a:cubicBezTo>
                      <a:pt x="23" y="25"/>
                      <a:pt x="42" y="37"/>
                      <a:pt x="55" y="55"/>
                    </a:cubicBezTo>
                    <a:cubicBezTo>
                      <a:pt x="58" y="59"/>
                      <a:pt x="65" y="53"/>
                      <a:pt x="62" y="49"/>
                    </a:cubicBezTo>
                    <a:cubicBezTo>
                      <a:pt x="57" y="39"/>
                      <a:pt x="50" y="31"/>
                      <a:pt x="42" y="23"/>
                    </a:cubicBezTo>
                    <a:cubicBezTo>
                      <a:pt x="33" y="15"/>
                      <a:pt x="21" y="9"/>
                      <a:pt x="10" y="4"/>
                    </a:cubicBezTo>
                    <a:cubicBezTo>
                      <a:pt x="5" y="0"/>
                      <a:pt x="0" y="8"/>
                      <a:pt x="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27" name="chenying0907 76"/>
              <p:cNvSpPr>
                <a:spLocks/>
              </p:cNvSpPr>
              <p:nvPr/>
            </p:nvSpPr>
            <p:spPr bwMode="auto">
              <a:xfrm>
                <a:off x="5380038" y="1765301"/>
                <a:ext cx="30163" cy="87313"/>
              </a:xfrm>
              <a:custGeom>
                <a:avLst/>
                <a:gdLst>
                  <a:gd name="T0" fmla="*/ 10 w 28"/>
                  <a:gd name="T1" fmla="*/ 81 h 84"/>
                  <a:gd name="T2" fmla="*/ 27 w 28"/>
                  <a:gd name="T3" fmla="*/ 10 h 84"/>
                  <a:gd name="T4" fmla="*/ 17 w 28"/>
                  <a:gd name="T5" fmla="*/ 6 h 84"/>
                  <a:gd name="T6" fmla="*/ 4 w 28"/>
                  <a:gd name="T7" fmla="*/ 81 h 84"/>
                  <a:gd name="T8" fmla="*/ 10 w 28"/>
                  <a:gd name="T9" fmla="*/ 8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84">
                    <a:moveTo>
                      <a:pt x="10" y="81"/>
                    </a:moveTo>
                    <a:cubicBezTo>
                      <a:pt x="15" y="57"/>
                      <a:pt x="22" y="34"/>
                      <a:pt x="27" y="10"/>
                    </a:cubicBezTo>
                    <a:cubicBezTo>
                      <a:pt x="28" y="4"/>
                      <a:pt x="20" y="0"/>
                      <a:pt x="17" y="6"/>
                    </a:cubicBezTo>
                    <a:cubicBezTo>
                      <a:pt x="6" y="29"/>
                      <a:pt x="0" y="55"/>
                      <a:pt x="4" y="81"/>
                    </a:cubicBezTo>
                    <a:cubicBezTo>
                      <a:pt x="5" y="84"/>
                      <a:pt x="10" y="84"/>
                      <a:pt x="10" y="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28" name="chenying0907 77"/>
              <p:cNvSpPr>
                <a:spLocks/>
              </p:cNvSpPr>
              <p:nvPr/>
            </p:nvSpPr>
            <p:spPr bwMode="auto">
              <a:xfrm>
                <a:off x="5451476" y="1625601"/>
                <a:ext cx="39688" cy="63500"/>
              </a:xfrm>
              <a:custGeom>
                <a:avLst/>
                <a:gdLst>
                  <a:gd name="T0" fmla="*/ 7 w 39"/>
                  <a:gd name="T1" fmla="*/ 58 h 62"/>
                  <a:gd name="T2" fmla="*/ 38 w 39"/>
                  <a:gd name="T3" fmla="*/ 7 h 62"/>
                  <a:gd name="T4" fmla="*/ 29 w 39"/>
                  <a:gd name="T5" fmla="*/ 3 h 62"/>
                  <a:gd name="T6" fmla="*/ 13 w 39"/>
                  <a:gd name="T7" fmla="*/ 25 h 62"/>
                  <a:gd name="T8" fmla="*/ 1 w 39"/>
                  <a:gd name="T9" fmla="*/ 56 h 62"/>
                  <a:gd name="T10" fmla="*/ 7 w 39"/>
                  <a:gd name="T11" fmla="*/ 5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62">
                    <a:moveTo>
                      <a:pt x="7" y="58"/>
                    </a:moveTo>
                    <a:cubicBezTo>
                      <a:pt x="16" y="40"/>
                      <a:pt x="30" y="26"/>
                      <a:pt x="38" y="7"/>
                    </a:cubicBezTo>
                    <a:cubicBezTo>
                      <a:pt x="39" y="2"/>
                      <a:pt x="32" y="0"/>
                      <a:pt x="29" y="3"/>
                    </a:cubicBezTo>
                    <a:cubicBezTo>
                      <a:pt x="24" y="11"/>
                      <a:pt x="18" y="18"/>
                      <a:pt x="13" y="25"/>
                    </a:cubicBezTo>
                    <a:cubicBezTo>
                      <a:pt x="7" y="34"/>
                      <a:pt x="4" y="45"/>
                      <a:pt x="1" y="56"/>
                    </a:cubicBezTo>
                    <a:cubicBezTo>
                      <a:pt x="0" y="59"/>
                      <a:pt x="5" y="62"/>
                      <a:pt x="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29" name="chenying0907 78"/>
              <p:cNvSpPr>
                <a:spLocks/>
              </p:cNvSpPr>
              <p:nvPr/>
            </p:nvSpPr>
            <p:spPr bwMode="auto">
              <a:xfrm>
                <a:off x="5540376" y="1449388"/>
                <a:ext cx="88900" cy="112713"/>
              </a:xfrm>
              <a:custGeom>
                <a:avLst/>
                <a:gdLst>
                  <a:gd name="T0" fmla="*/ 8 w 86"/>
                  <a:gd name="T1" fmla="*/ 105 h 108"/>
                  <a:gd name="T2" fmla="*/ 81 w 86"/>
                  <a:gd name="T3" fmla="*/ 12 h 108"/>
                  <a:gd name="T4" fmla="*/ 75 w 86"/>
                  <a:gd name="T5" fmla="*/ 4 h 108"/>
                  <a:gd name="T6" fmla="*/ 1 w 86"/>
                  <a:gd name="T7" fmla="*/ 101 h 108"/>
                  <a:gd name="T8" fmla="*/ 8 w 86"/>
                  <a:gd name="T9" fmla="*/ 105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108">
                    <a:moveTo>
                      <a:pt x="8" y="105"/>
                    </a:moveTo>
                    <a:cubicBezTo>
                      <a:pt x="34" y="75"/>
                      <a:pt x="53" y="41"/>
                      <a:pt x="81" y="12"/>
                    </a:cubicBezTo>
                    <a:cubicBezTo>
                      <a:pt x="86" y="8"/>
                      <a:pt x="80" y="0"/>
                      <a:pt x="75" y="4"/>
                    </a:cubicBezTo>
                    <a:cubicBezTo>
                      <a:pt x="39" y="25"/>
                      <a:pt x="16" y="63"/>
                      <a:pt x="1" y="101"/>
                    </a:cubicBezTo>
                    <a:cubicBezTo>
                      <a:pt x="0" y="105"/>
                      <a:pt x="5" y="108"/>
                      <a:pt x="8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30" name="chenying0907 79"/>
              <p:cNvSpPr>
                <a:spLocks/>
              </p:cNvSpPr>
              <p:nvPr/>
            </p:nvSpPr>
            <p:spPr bwMode="auto">
              <a:xfrm>
                <a:off x="5675313" y="1382713"/>
                <a:ext cx="88900" cy="57150"/>
              </a:xfrm>
              <a:custGeom>
                <a:avLst/>
                <a:gdLst>
                  <a:gd name="T0" fmla="*/ 7 w 86"/>
                  <a:gd name="T1" fmla="*/ 53 h 55"/>
                  <a:gd name="T2" fmla="*/ 79 w 86"/>
                  <a:gd name="T3" fmla="*/ 13 h 55"/>
                  <a:gd name="T4" fmla="*/ 76 w 86"/>
                  <a:gd name="T5" fmla="*/ 2 h 55"/>
                  <a:gd name="T6" fmla="*/ 3 w 86"/>
                  <a:gd name="T7" fmla="*/ 48 h 55"/>
                  <a:gd name="T8" fmla="*/ 7 w 86"/>
                  <a:gd name="T9" fmla="*/ 5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55">
                    <a:moveTo>
                      <a:pt x="7" y="53"/>
                    </a:moveTo>
                    <a:cubicBezTo>
                      <a:pt x="32" y="43"/>
                      <a:pt x="53" y="22"/>
                      <a:pt x="79" y="13"/>
                    </a:cubicBezTo>
                    <a:cubicBezTo>
                      <a:pt x="86" y="10"/>
                      <a:pt x="83" y="0"/>
                      <a:pt x="76" y="2"/>
                    </a:cubicBezTo>
                    <a:cubicBezTo>
                      <a:pt x="46" y="8"/>
                      <a:pt x="24" y="27"/>
                      <a:pt x="3" y="48"/>
                    </a:cubicBezTo>
                    <a:cubicBezTo>
                      <a:pt x="0" y="51"/>
                      <a:pt x="4" y="55"/>
                      <a:pt x="7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31" name="chenying0907 80"/>
              <p:cNvSpPr>
                <a:spLocks/>
              </p:cNvSpPr>
              <p:nvPr/>
            </p:nvSpPr>
            <p:spPr bwMode="auto">
              <a:xfrm>
                <a:off x="5895976" y="1304926"/>
                <a:ext cx="57150" cy="28575"/>
              </a:xfrm>
              <a:custGeom>
                <a:avLst/>
                <a:gdLst>
                  <a:gd name="T0" fmla="*/ 4 w 56"/>
                  <a:gd name="T1" fmla="*/ 26 h 27"/>
                  <a:gd name="T2" fmla="*/ 55 w 56"/>
                  <a:gd name="T3" fmla="*/ 4 h 27"/>
                  <a:gd name="T4" fmla="*/ 53 w 56"/>
                  <a:gd name="T5" fmla="*/ 2 h 27"/>
                  <a:gd name="T6" fmla="*/ 2 w 56"/>
                  <a:gd name="T7" fmla="*/ 23 h 27"/>
                  <a:gd name="T8" fmla="*/ 4 w 56"/>
                  <a:gd name="T9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27">
                    <a:moveTo>
                      <a:pt x="4" y="26"/>
                    </a:moveTo>
                    <a:cubicBezTo>
                      <a:pt x="21" y="18"/>
                      <a:pt x="41" y="18"/>
                      <a:pt x="55" y="4"/>
                    </a:cubicBezTo>
                    <a:cubicBezTo>
                      <a:pt x="56" y="2"/>
                      <a:pt x="54" y="0"/>
                      <a:pt x="53" y="2"/>
                    </a:cubicBezTo>
                    <a:cubicBezTo>
                      <a:pt x="38" y="14"/>
                      <a:pt x="19" y="15"/>
                      <a:pt x="2" y="23"/>
                    </a:cubicBezTo>
                    <a:cubicBezTo>
                      <a:pt x="0" y="24"/>
                      <a:pt x="2" y="27"/>
                      <a:pt x="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32" name="chenying0907 81"/>
              <p:cNvSpPr>
                <a:spLocks/>
              </p:cNvSpPr>
              <p:nvPr/>
            </p:nvSpPr>
            <p:spPr bwMode="auto">
              <a:xfrm>
                <a:off x="6059488" y="1247776"/>
                <a:ext cx="125413" cy="41275"/>
              </a:xfrm>
              <a:custGeom>
                <a:avLst/>
                <a:gdLst>
                  <a:gd name="T0" fmla="*/ 6 w 121"/>
                  <a:gd name="T1" fmla="*/ 38 h 40"/>
                  <a:gd name="T2" fmla="*/ 115 w 121"/>
                  <a:gd name="T3" fmla="*/ 13 h 40"/>
                  <a:gd name="T4" fmla="*/ 113 w 121"/>
                  <a:gd name="T5" fmla="*/ 0 h 40"/>
                  <a:gd name="T6" fmla="*/ 3 w 121"/>
                  <a:gd name="T7" fmla="*/ 34 h 40"/>
                  <a:gd name="T8" fmla="*/ 6 w 121"/>
                  <a:gd name="T9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40">
                    <a:moveTo>
                      <a:pt x="6" y="38"/>
                    </a:moveTo>
                    <a:cubicBezTo>
                      <a:pt x="40" y="23"/>
                      <a:pt x="79" y="25"/>
                      <a:pt x="115" y="13"/>
                    </a:cubicBezTo>
                    <a:cubicBezTo>
                      <a:pt x="121" y="11"/>
                      <a:pt x="121" y="0"/>
                      <a:pt x="113" y="0"/>
                    </a:cubicBezTo>
                    <a:cubicBezTo>
                      <a:pt x="72" y="3"/>
                      <a:pt x="37" y="11"/>
                      <a:pt x="3" y="34"/>
                    </a:cubicBezTo>
                    <a:cubicBezTo>
                      <a:pt x="0" y="36"/>
                      <a:pt x="3" y="40"/>
                      <a:pt x="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33" name="chenying0907 82"/>
              <p:cNvSpPr>
                <a:spLocks/>
              </p:cNvSpPr>
              <p:nvPr/>
            </p:nvSpPr>
            <p:spPr bwMode="auto">
              <a:xfrm>
                <a:off x="6319838" y="1225551"/>
                <a:ext cx="120650" cy="30163"/>
              </a:xfrm>
              <a:custGeom>
                <a:avLst/>
                <a:gdLst>
                  <a:gd name="T0" fmla="*/ 8 w 116"/>
                  <a:gd name="T1" fmla="*/ 25 h 28"/>
                  <a:gd name="T2" fmla="*/ 108 w 116"/>
                  <a:gd name="T3" fmla="*/ 27 h 28"/>
                  <a:gd name="T4" fmla="*/ 110 w 116"/>
                  <a:gd name="T5" fmla="*/ 15 h 28"/>
                  <a:gd name="T6" fmla="*/ 4 w 116"/>
                  <a:gd name="T7" fmla="*/ 17 h 28"/>
                  <a:gd name="T8" fmla="*/ 8 w 116"/>
                  <a:gd name="T9" fmla="*/ 2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8">
                    <a:moveTo>
                      <a:pt x="8" y="25"/>
                    </a:moveTo>
                    <a:cubicBezTo>
                      <a:pt x="41" y="16"/>
                      <a:pt x="74" y="23"/>
                      <a:pt x="108" y="27"/>
                    </a:cubicBezTo>
                    <a:cubicBezTo>
                      <a:pt x="115" y="28"/>
                      <a:pt x="116" y="17"/>
                      <a:pt x="110" y="15"/>
                    </a:cubicBezTo>
                    <a:cubicBezTo>
                      <a:pt x="72" y="4"/>
                      <a:pt x="40" y="0"/>
                      <a:pt x="4" y="17"/>
                    </a:cubicBezTo>
                    <a:cubicBezTo>
                      <a:pt x="0" y="19"/>
                      <a:pt x="3" y="26"/>
                      <a:pt x="8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34" name="chenying0907 83"/>
              <p:cNvSpPr>
                <a:spLocks/>
              </p:cNvSpPr>
              <p:nvPr/>
            </p:nvSpPr>
            <p:spPr bwMode="auto">
              <a:xfrm>
                <a:off x="6584951" y="1241426"/>
                <a:ext cx="109538" cy="19050"/>
              </a:xfrm>
              <a:custGeom>
                <a:avLst/>
                <a:gdLst>
                  <a:gd name="T0" fmla="*/ 5 w 106"/>
                  <a:gd name="T1" fmla="*/ 9 h 18"/>
                  <a:gd name="T2" fmla="*/ 98 w 106"/>
                  <a:gd name="T3" fmla="*/ 17 h 18"/>
                  <a:gd name="T4" fmla="*/ 100 w 106"/>
                  <a:gd name="T5" fmla="*/ 9 h 18"/>
                  <a:gd name="T6" fmla="*/ 5 w 106"/>
                  <a:gd name="T7" fmla="*/ 2 h 18"/>
                  <a:gd name="T8" fmla="*/ 5 w 106"/>
                  <a:gd name="T9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18">
                    <a:moveTo>
                      <a:pt x="5" y="9"/>
                    </a:moveTo>
                    <a:cubicBezTo>
                      <a:pt x="35" y="11"/>
                      <a:pt x="68" y="12"/>
                      <a:pt x="98" y="17"/>
                    </a:cubicBezTo>
                    <a:cubicBezTo>
                      <a:pt x="103" y="18"/>
                      <a:pt x="106" y="10"/>
                      <a:pt x="100" y="9"/>
                    </a:cubicBezTo>
                    <a:cubicBezTo>
                      <a:pt x="68" y="0"/>
                      <a:pt x="38" y="1"/>
                      <a:pt x="5" y="2"/>
                    </a:cubicBezTo>
                    <a:cubicBezTo>
                      <a:pt x="0" y="2"/>
                      <a:pt x="0" y="9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35" name="chenying0907 84"/>
              <p:cNvSpPr>
                <a:spLocks/>
              </p:cNvSpPr>
              <p:nvPr/>
            </p:nvSpPr>
            <p:spPr bwMode="auto">
              <a:xfrm>
                <a:off x="6799263" y="1285876"/>
                <a:ext cx="117475" cy="47625"/>
              </a:xfrm>
              <a:custGeom>
                <a:avLst/>
                <a:gdLst>
                  <a:gd name="T0" fmla="*/ 5 w 112"/>
                  <a:gd name="T1" fmla="*/ 11 h 45"/>
                  <a:gd name="T2" fmla="*/ 100 w 112"/>
                  <a:gd name="T3" fmla="*/ 42 h 45"/>
                  <a:gd name="T4" fmla="*/ 105 w 112"/>
                  <a:gd name="T5" fmla="*/ 29 h 45"/>
                  <a:gd name="T6" fmla="*/ 8 w 112"/>
                  <a:gd name="T7" fmla="*/ 1 h 45"/>
                  <a:gd name="T8" fmla="*/ 5 w 112"/>
                  <a:gd name="T9" fmla="*/ 1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5">
                    <a:moveTo>
                      <a:pt x="5" y="11"/>
                    </a:moveTo>
                    <a:cubicBezTo>
                      <a:pt x="35" y="25"/>
                      <a:pt x="69" y="29"/>
                      <a:pt x="100" y="42"/>
                    </a:cubicBezTo>
                    <a:cubicBezTo>
                      <a:pt x="107" y="45"/>
                      <a:pt x="112" y="33"/>
                      <a:pt x="105" y="29"/>
                    </a:cubicBezTo>
                    <a:cubicBezTo>
                      <a:pt x="76" y="13"/>
                      <a:pt x="41" y="2"/>
                      <a:pt x="8" y="1"/>
                    </a:cubicBezTo>
                    <a:cubicBezTo>
                      <a:pt x="2" y="0"/>
                      <a:pt x="0" y="9"/>
                      <a:pt x="5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36" name="chenying0907 85"/>
              <p:cNvSpPr>
                <a:spLocks/>
              </p:cNvSpPr>
              <p:nvPr/>
            </p:nvSpPr>
            <p:spPr bwMode="auto">
              <a:xfrm>
                <a:off x="6962776" y="1343026"/>
                <a:ext cx="122238" cy="44450"/>
              </a:xfrm>
              <a:custGeom>
                <a:avLst/>
                <a:gdLst>
                  <a:gd name="T0" fmla="*/ 3 w 117"/>
                  <a:gd name="T1" fmla="*/ 4 h 43"/>
                  <a:gd name="T2" fmla="*/ 109 w 117"/>
                  <a:gd name="T3" fmla="*/ 41 h 43"/>
                  <a:gd name="T4" fmla="*/ 113 w 117"/>
                  <a:gd name="T5" fmla="*/ 35 h 43"/>
                  <a:gd name="T6" fmla="*/ 3 w 117"/>
                  <a:gd name="T7" fmla="*/ 0 h 43"/>
                  <a:gd name="T8" fmla="*/ 3 w 117"/>
                  <a:gd name="T9" fmla="*/ 4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43">
                    <a:moveTo>
                      <a:pt x="3" y="4"/>
                    </a:moveTo>
                    <a:cubicBezTo>
                      <a:pt x="41" y="6"/>
                      <a:pt x="76" y="23"/>
                      <a:pt x="109" y="41"/>
                    </a:cubicBezTo>
                    <a:cubicBezTo>
                      <a:pt x="113" y="43"/>
                      <a:pt x="117" y="37"/>
                      <a:pt x="113" y="35"/>
                    </a:cubicBezTo>
                    <a:cubicBezTo>
                      <a:pt x="79" y="13"/>
                      <a:pt x="43" y="0"/>
                      <a:pt x="3" y="0"/>
                    </a:cubicBezTo>
                    <a:cubicBezTo>
                      <a:pt x="0" y="0"/>
                      <a:pt x="0" y="4"/>
                      <a:pt x="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37" name="chenying0907 86"/>
              <p:cNvSpPr>
                <a:spLocks/>
              </p:cNvSpPr>
              <p:nvPr/>
            </p:nvSpPr>
            <p:spPr bwMode="auto">
              <a:xfrm>
                <a:off x="7148513" y="1409701"/>
                <a:ext cx="104775" cy="49213"/>
              </a:xfrm>
              <a:custGeom>
                <a:avLst/>
                <a:gdLst>
                  <a:gd name="T0" fmla="*/ 3 w 101"/>
                  <a:gd name="T1" fmla="*/ 6 h 47"/>
                  <a:gd name="T2" fmla="*/ 90 w 101"/>
                  <a:gd name="T3" fmla="*/ 45 h 47"/>
                  <a:gd name="T4" fmla="*/ 96 w 101"/>
                  <a:gd name="T5" fmla="*/ 35 h 47"/>
                  <a:gd name="T6" fmla="*/ 4 w 101"/>
                  <a:gd name="T7" fmla="*/ 0 h 47"/>
                  <a:gd name="T8" fmla="*/ 3 w 101"/>
                  <a:gd name="T9" fmla="*/ 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47">
                    <a:moveTo>
                      <a:pt x="3" y="6"/>
                    </a:moveTo>
                    <a:cubicBezTo>
                      <a:pt x="31" y="18"/>
                      <a:pt x="59" y="37"/>
                      <a:pt x="90" y="45"/>
                    </a:cubicBezTo>
                    <a:cubicBezTo>
                      <a:pt x="95" y="47"/>
                      <a:pt x="101" y="39"/>
                      <a:pt x="96" y="35"/>
                    </a:cubicBezTo>
                    <a:cubicBezTo>
                      <a:pt x="70" y="15"/>
                      <a:pt x="36" y="3"/>
                      <a:pt x="4" y="0"/>
                    </a:cubicBezTo>
                    <a:cubicBezTo>
                      <a:pt x="1" y="0"/>
                      <a:pt x="0" y="4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38" name="chenying0907 87"/>
              <p:cNvSpPr>
                <a:spLocks/>
              </p:cNvSpPr>
              <p:nvPr/>
            </p:nvSpPr>
            <p:spPr bwMode="auto">
              <a:xfrm>
                <a:off x="7273926" y="1504951"/>
                <a:ext cx="114300" cy="74613"/>
              </a:xfrm>
              <a:custGeom>
                <a:avLst/>
                <a:gdLst>
                  <a:gd name="T0" fmla="*/ 6 w 110"/>
                  <a:gd name="T1" fmla="*/ 10 h 71"/>
                  <a:gd name="T2" fmla="*/ 55 w 110"/>
                  <a:gd name="T3" fmla="*/ 40 h 71"/>
                  <a:gd name="T4" fmla="*/ 99 w 110"/>
                  <a:gd name="T5" fmla="*/ 67 h 71"/>
                  <a:gd name="T6" fmla="*/ 104 w 110"/>
                  <a:gd name="T7" fmla="*/ 58 h 71"/>
                  <a:gd name="T8" fmla="*/ 9 w 110"/>
                  <a:gd name="T9" fmla="*/ 0 h 71"/>
                  <a:gd name="T10" fmla="*/ 6 w 110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0" h="71">
                    <a:moveTo>
                      <a:pt x="6" y="10"/>
                    </a:moveTo>
                    <a:cubicBezTo>
                      <a:pt x="24" y="16"/>
                      <a:pt x="41" y="28"/>
                      <a:pt x="55" y="40"/>
                    </a:cubicBezTo>
                    <a:cubicBezTo>
                      <a:pt x="69" y="51"/>
                      <a:pt x="83" y="59"/>
                      <a:pt x="99" y="67"/>
                    </a:cubicBezTo>
                    <a:cubicBezTo>
                      <a:pt x="105" y="71"/>
                      <a:pt x="110" y="62"/>
                      <a:pt x="104" y="58"/>
                    </a:cubicBezTo>
                    <a:cubicBezTo>
                      <a:pt x="73" y="35"/>
                      <a:pt x="49" y="6"/>
                      <a:pt x="9" y="0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39" name="chenying0907 88"/>
              <p:cNvSpPr>
                <a:spLocks/>
              </p:cNvSpPr>
              <p:nvPr/>
            </p:nvSpPr>
            <p:spPr bwMode="auto">
              <a:xfrm>
                <a:off x="7424738" y="1631951"/>
                <a:ext cx="88900" cy="96838"/>
              </a:xfrm>
              <a:custGeom>
                <a:avLst/>
                <a:gdLst>
                  <a:gd name="T0" fmla="*/ 3 w 85"/>
                  <a:gd name="T1" fmla="*/ 9 h 93"/>
                  <a:gd name="T2" fmla="*/ 75 w 85"/>
                  <a:gd name="T3" fmla="*/ 89 h 93"/>
                  <a:gd name="T4" fmla="*/ 83 w 85"/>
                  <a:gd name="T5" fmla="*/ 83 h 93"/>
                  <a:gd name="T6" fmla="*/ 8 w 85"/>
                  <a:gd name="T7" fmla="*/ 2 h 93"/>
                  <a:gd name="T8" fmla="*/ 3 w 85"/>
                  <a:gd name="T9" fmla="*/ 9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93">
                    <a:moveTo>
                      <a:pt x="3" y="9"/>
                    </a:moveTo>
                    <a:cubicBezTo>
                      <a:pt x="28" y="35"/>
                      <a:pt x="50" y="63"/>
                      <a:pt x="75" y="89"/>
                    </a:cubicBezTo>
                    <a:cubicBezTo>
                      <a:pt x="79" y="93"/>
                      <a:pt x="85" y="88"/>
                      <a:pt x="83" y="83"/>
                    </a:cubicBezTo>
                    <a:cubicBezTo>
                      <a:pt x="64" y="52"/>
                      <a:pt x="41" y="20"/>
                      <a:pt x="8" y="2"/>
                    </a:cubicBezTo>
                    <a:cubicBezTo>
                      <a:pt x="4" y="0"/>
                      <a:pt x="0" y="5"/>
                      <a:pt x="3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40" name="chenying0907 89"/>
              <p:cNvSpPr>
                <a:spLocks/>
              </p:cNvSpPr>
              <p:nvPr/>
            </p:nvSpPr>
            <p:spPr bwMode="auto">
              <a:xfrm>
                <a:off x="7540626" y="1792288"/>
                <a:ext cx="53975" cy="84138"/>
              </a:xfrm>
              <a:custGeom>
                <a:avLst/>
                <a:gdLst>
                  <a:gd name="T0" fmla="*/ 2 w 52"/>
                  <a:gd name="T1" fmla="*/ 4 h 81"/>
                  <a:gd name="T2" fmla="*/ 22 w 52"/>
                  <a:gd name="T3" fmla="*/ 44 h 81"/>
                  <a:gd name="T4" fmla="*/ 45 w 52"/>
                  <a:gd name="T5" fmla="*/ 78 h 81"/>
                  <a:gd name="T6" fmla="*/ 50 w 52"/>
                  <a:gd name="T7" fmla="*/ 74 h 81"/>
                  <a:gd name="T8" fmla="*/ 32 w 52"/>
                  <a:gd name="T9" fmla="*/ 39 h 81"/>
                  <a:gd name="T10" fmla="*/ 6 w 52"/>
                  <a:gd name="T11" fmla="*/ 2 h 81"/>
                  <a:gd name="T12" fmla="*/ 2 w 52"/>
                  <a:gd name="T13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81">
                    <a:moveTo>
                      <a:pt x="2" y="4"/>
                    </a:moveTo>
                    <a:cubicBezTo>
                      <a:pt x="9" y="17"/>
                      <a:pt x="15" y="31"/>
                      <a:pt x="22" y="44"/>
                    </a:cubicBezTo>
                    <a:cubicBezTo>
                      <a:pt x="29" y="56"/>
                      <a:pt x="36" y="67"/>
                      <a:pt x="45" y="78"/>
                    </a:cubicBezTo>
                    <a:cubicBezTo>
                      <a:pt x="47" y="81"/>
                      <a:pt x="52" y="77"/>
                      <a:pt x="50" y="74"/>
                    </a:cubicBezTo>
                    <a:cubicBezTo>
                      <a:pt x="44" y="62"/>
                      <a:pt x="38" y="50"/>
                      <a:pt x="32" y="39"/>
                    </a:cubicBezTo>
                    <a:cubicBezTo>
                      <a:pt x="24" y="25"/>
                      <a:pt x="14" y="14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41" name="chenying0907 90"/>
              <p:cNvSpPr>
                <a:spLocks/>
              </p:cNvSpPr>
              <p:nvPr/>
            </p:nvSpPr>
            <p:spPr bwMode="auto">
              <a:xfrm>
                <a:off x="7627938" y="1963738"/>
                <a:ext cx="57150" cy="109538"/>
              </a:xfrm>
              <a:custGeom>
                <a:avLst/>
                <a:gdLst>
                  <a:gd name="T0" fmla="*/ 2 w 55"/>
                  <a:gd name="T1" fmla="*/ 6 h 106"/>
                  <a:gd name="T2" fmla="*/ 45 w 55"/>
                  <a:gd name="T3" fmla="*/ 102 h 106"/>
                  <a:gd name="T4" fmla="*/ 53 w 55"/>
                  <a:gd name="T5" fmla="*/ 98 h 106"/>
                  <a:gd name="T6" fmla="*/ 9 w 55"/>
                  <a:gd name="T7" fmla="*/ 3 h 106"/>
                  <a:gd name="T8" fmla="*/ 2 w 55"/>
                  <a:gd name="T9" fmla="*/ 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106">
                    <a:moveTo>
                      <a:pt x="2" y="6"/>
                    </a:moveTo>
                    <a:cubicBezTo>
                      <a:pt x="14" y="39"/>
                      <a:pt x="30" y="70"/>
                      <a:pt x="45" y="102"/>
                    </a:cubicBezTo>
                    <a:cubicBezTo>
                      <a:pt x="47" y="106"/>
                      <a:pt x="55" y="103"/>
                      <a:pt x="53" y="98"/>
                    </a:cubicBezTo>
                    <a:cubicBezTo>
                      <a:pt x="42" y="65"/>
                      <a:pt x="28" y="33"/>
                      <a:pt x="9" y="3"/>
                    </a:cubicBezTo>
                    <a:cubicBezTo>
                      <a:pt x="7" y="0"/>
                      <a:pt x="0" y="2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42" name="chenying0907 91"/>
              <p:cNvSpPr>
                <a:spLocks/>
              </p:cNvSpPr>
              <p:nvPr/>
            </p:nvSpPr>
            <p:spPr bwMode="auto">
              <a:xfrm>
                <a:off x="7700963" y="2119313"/>
                <a:ext cx="49213" cy="73025"/>
              </a:xfrm>
              <a:custGeom>
                <a:avLst/>
                <a:gdLst>
                  <a:gd name="T0" fmla="*/ 2 w 47"/>
                  <a:gd name="T1" fmla="*/ 9 h 70"/>
                  <a:gd name="T2" fmla="*/ 32 w 47"/>
                  <a:gd name="T3" fmla="*/ 63 h 70"/>
                  <a:gd name="T4" fmla="*/ 43 w 47"/>
                  <a:gd name="T5" fmla="*/ 54 h 70"/>
                  <a:gd name="T6" fmla="*/ 13 w 47"/>
                  <a:gd name="T7" fmla="*/ 4 h 70"/>
                  <a:gd name="T8" fmla="*/ 2 w 47"/>
                  <a:gd name="T9" fmla="*/ 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70">
                    <a:moveTo>
                      <a:pt x="2" y="9"/>
                    </a:moveTo>
                    <a:cubicBezTo>
                      <a:pt x="9" y="29"/>
                      <a:pt x="18" y="47"/>
                      <a:pt x="32" y="63"/>
                    </a:cubicBezTo>
                    <a:cubicBezTo>
                      <a:pt x="37" y="70"/>
                      <a:pt x="47" y="61"/>
                      <a:pt x="43" y="54"/>
                    </a:cubicBezTo>
                    <a:cubicBezTo>
                      <a:pt x="34" y="37"/>
                      <a:pt x="24" y="20"/>
                      <a:pt x="13" y="4"/>
                    </a:cubicBezTo>
                    <a:cubicBezTo>
                      <a:pt x="9" y="0"/>
                      <a:pt x="0" y="2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43" name="chenying0907 92"/>
              <p:cNvSpPr>
                <a:spLocks/>
              </p:cNvSpPr>
              <p:nvPr/>
            </p:nvSpPr>
            <p:spPr bwMode="auto">
              <a:xfrm>
                <a:off x="8164513" y="3827463"/>
                <a:ext cx="123825" cy="60325"/>
              </a:xfrm>
              <a:custGeom>
                <a:avLst/>
                <a:gdLst>
                  <a:gd name="T0" fmla="*/ 1 w 118"/>
                  <a:gd name="T1" fmla="*/ 59 h 59"/>
                  <a:gd name="T2" fmla="*/ 115 w 118"/>
                  <a:gd name="T3" fmla="*/ 6 h 59"/>
                  <a:gd name="T4" fmla="*/ 112 w 118"/>
                  <a:gd name="T5" fmla="*/ 0 h 59"/>
                  <a:gd name="T6" fmla="*/ 0 w 118"/>
                  <a:gd name="T7" fmla="*/ 58 h 59"/>
                  <a:gd name="T8" fmla="*/ 1 w 118"/>
                  <a:gd name="T9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8" h="59">
                    <a:moveTo>
                      <a:pt x="1" y="59"/>
                    </a:moveTo>
                    <a:cubicBezTo>
                      <a:pt x="41" y="56"/>
                      <a:pt x="81" y="26"/>
                      <a:pt x="115" y="6"/>
                    </a:cubicBezTo>
                    <a:cubicBezTo>
                      <a:pt x="118" y="4"/>
                      <a:pt x="116" y="0"/>
                      <a:pt x="112" y="0"/>
                    </a:cubicBezTo>
                    <a:cubicBezTo>
                      <a:pt x="73" y="9"/>
                      <a:pt x="33" y="35"/>
                      <a:pt x="0" y="58"/>
                    </a:cubicBezTo>
                    <a:cubicBezTo>
                      <a:pt x="0" y="58"/>
                      <a:pt x="0" y="59"/>
                      <a:pt x="1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3200">
                  <a:latin typeface="Arial"/>
                  <a:ea typeface="微软雅黑"/>
                  <a:sym typeface="Arial"/>
                </a:endParaRPr>
              </a:p>
            </p:txBody>
          </p:sp>
        </p:grpSp>
      </p:grpSp>
      <p:sp>
        <p:nvSpPr>
          <p:cNvPr id="2" name="PA_矩形 1"/>
          <p:cNvSpPr/>
          <p:nvPr>
            <p:custDataLst>
              <p:tags r:id="rId4"/>
            </p:custDataLst>
          </p:nvPr>
        </p:nvSpPr>
        <p:spPr>
          <a:xfrm>
            <a:off x="554898" y="1372611"/>
            <a:ext cx="35496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Ear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Land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在线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音乐播放平台是指通过互联网就能播放音乐的工具，不需要将歌曲下载到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PC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端或移动端就能享受优美的音乐。 </a:t>
            </a:r>
            <a:endParaRPr lang="zh-CN" altLang="en-US" sz="2400" dirty="0">
              <a:latin typeface="Arial"/>
              <a:ea typeface="微软雅黑"/>
              <a:sym typeface="Arial"/>
            </a:endParaRPr>
          </a:p>
        </p:txBody>
      </p:sp>
      <p:sp>
        <p:nvSpPr>
          <p:cNvPr id="471" name="PA_矩形 470"/>
          <p:cNvSpPr/>
          <p:nvPr>
            <p:custDataLst>
              <p:tags r:id="rId5"/>
            </p:custDataLst>
          </p:nvPr>
        </p:nvSpPr>
        <p:spPr>
          <a:xfrm>
            <a:off x="7931253" y="857256"/>
            <a:ext cx="368323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用户注册登录后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可以按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类别浏览歌曲列表、搜索歌曲、在线试听、下载歌曲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、收藏歌曲</a:t>
            </a:r>
            <a:endParaRPr lang="zh-CN" altLang="en-US" sz="2400" dirty="0">
              <a:latin typeface="Arial"/>
              <a:ea typeface="微软雅黑"/>
              <a:sym typeface="Arial"/>
            </a:endParaRPr>
          </a:p>
        </p:txBody>
      </p:sp>
      <p:sp>
        <p:nvSpPr>
          <p:cNvPr id="473" name="PA_矩形 472"/>
          <p:cNvSpPr/>
          <p:nvPr>
            <p:custDataLst>
              <p:tags r:id="rId6"/>
            </p:custDataLst>
          </p:nvPr>
        </p:nvSpPr>
        <p:spPr>
          <a:xfrm>
            <a:off x="8206950" y="4544337"/>
            <a:ext cx="312165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管理员登录后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可以上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传歌曲文件及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歌词、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删除歌曲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信息</a:t>
            </a:r>
            <a:endParaRPr lang="zh-CN" altLang="en-US" sz="2400" dirty="0">
              <a:latin typeface="Arial"/>
              <a:ea typeface="微软雅黑"/>
              <a:sym typeface="Arial"/>
            </a:endParaRPr>
          </a:p>
        </p:txBody>
      </p:sp>
      <p:pic>
        <p:nvPicPr>
          <p:cNvPr id="413" name="PA_图片 412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26"/>
          <a:stretch/>
        </p:blipFill>
        <p:spPr>
          <a:xfrm>
            <a:off x="4589048" y="1379908"/>
            <a:ext cx="3221369" cy="4311787"/>
          </a:xfrm>
          <a:prstGeom prst="rect">
            <a:avLst/>
          </a:prstGeom>
        </p:spPr>
      </p:pic>
      <p:sp>
        <p:nvSpPr>
          <p:cNvPr id="416" name="文本框 415"/>
          <p:cNvSpPr txBox="1"/>
          <p:nvPr/>
        </p:nvSpPr>
        <p:spPr>
          <a:xfrm>
            <a:off x="324178" y="2754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项目概况</a:t>
            </a:r>
            <a:endParaRPr lang="zh-CN" altLang="en-US" sz="2800" kern="1200" dirty="0">
              <a:solidFill>
                <a:schemeClr val="tx1"/>
              </a:solidFill>
              <a:latin typeface="Arial"/>
              <a:ea typeface="微软雅黑"/>
              <a:cs typeface="方正苏新诗柳楷简体-yolan" panose="02000000000000000000" pitchFamily="2" charset="-122"/>
              <a:sym typeface="Arial"/>
            </a:endParaRPr>
          </a:p>
        </p:txBody>
      </p:sp>
      <p:grpSp>
        <p:nvGrpSpPr>
          <p:cNvPr id="417" name="组合 416"/>
          <p:cNvGrpSpPr/>
          <p:nvPr/>
        </p:nvGrpSpPr>
        <p:grpSpPr>
          <a:xfrm>
            <a:off x="2060056" y="292493"/>
            <a:ext cx="636853" cy="393183"/>
            <a:chOff x="3610120" y="261689"/>
            <a:chExt cx="636853" cy="393183"/>
          </a:xfrm>
        </p:grpSpPr>
        <p:pic>
          <p:nvPicPr>
            <p:cNvPr id="418" name="图片 417"/>
            <p:cNvPicPr>
              <a:picLocks noChangeAspect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9115">
              <a:off x="3830226" y="261689"/>
              <a:ext cx="416747" cy="246260"/>
            </a:xfrm>
            <a:prstGeom prst="rect">
              <a:avLst/>
            </a:prstGeom>
          </p:spPr>
        </p:pic>
        <p:sp>
          <p:nvSpPr>
            <p:cNvPr id="419" name="Freeform 249"/>
            <p:cNvSpPr>
              <a:spLocks noEditPoints="1"/>
            </p:cNvSpPr>
            <p:nvPr userDrawn="1"/>
          </p:nvSpPr>
          <p:spPr bwMode="auto">
            <a:xfrm rot="2431720" flipH="1">
              <a:off x="3610120" y="366070"/>
              <a:ext cx="211706" cy="288802"/>
            </a:xfrm>
            <a:custGeom>
              <a:avLst/>
              <a:gdLst>
                <a:gd name="T0" fmla="*/ 82 w 239"/>
                <a:gd name="T1" fmla="*/ 301 h 301"/>
                <a:gd name="T2" fmla="*/ 64 w 239"/>
                <a:gd name="T3" fmla="*/ 298 h 301"/>
                <a:gd name="T4" fmla="*/ 8 w 239"/>
                <a:gd name="T5" fmla="*/ 212 h 301"/>
                <a:gd name="T6" fmla="*/ 100 w 239"/>
                <a:gd name="T7" fmla="*/ 162 h 301"/>
                <a:gd name="T8" fmla="*/ 153 w 239"/>
                <a:gd name="T9" fmla="*/ 182 h 301"/>
                <a:gd name="T10" fmla="*/ 44 w 239"/>
                <a:gd name="T11" fmla="*/ 17 h 301"/>
                <a:gd name="T12" fmla="*/ 53 w 239"/>
                <a:gd name="T13" fmla="*/ 47 h 301"/>
                <a:gd name="T14" fmla="*/ 51 w 239"/>
                <a:gd name="T15" fmla="*/ 52 h 301"/>
                <a:gd name="T16" fmla="*/ 46 w 239"/>
                <a:gd name="T17" fmla="*/ 50 h 301"/>
                <a:gd name="T18" fmla="*/ 34 w 239"/>
                <a:gd name="T19" fmla="*/ 11 h 301"/>
                <a:gd name="T20" fmla="*/ 33 w 239"/>
                <a:gd name="T21" fmla="*/ 8 h 301"/>
                <a:gd name="T22" fmla="*/ 34 w 239"/>
                <a:gd name="T23" fmla="*/ 3 h 301"/>
                <a:gd name="T24" fmla="*/ 36 w 239"/>
                <a:gd name="T25" fmla="*/ 3 h 301"/>
                <a:gd name="T26" fmla="*/ 44 w 239"/>
                <a:gd name="T27" fmla="*/ 0 h 301"/>
                <a:gd name="T28" fmla="*/ 81 w 239"/>
                <a:gd name="T29" fmla="*/ 6 h 301"/>
                <a:gd name="T30" fmla="*/ 80 w 239"/>
                <a:gd name="T31" fmla="*/ 14 h 301"/>
                <a:gd name="T32" fmla="*/ 47 w 239"/>
                <a:gd name="T33" fmla="*/ 9 h 301"/>
                <a:gd name="T34" fmla="*/ 161 w 239"/>
                <a:gd name="T35" fmla="*/ 187 h 301"/>
                <a:gd name="T36" fmla="*/ 239 w 239"/>
                <a:gd name="T37" fmla="*/ 288 h 301"/>
                <a:gd name="T38" fmla="*/ 236 w 239"/>
                <a:gd name="T39" fmla="*/ 293 h 301"/>
                <a:gd name="T40" fmla="*/ 231 w 239"/>
                <a:gd name="T41" fmla="*/ 291 h 301"/>
                <a:gd name="T42" fmla="*/ 161 w 239"/>
                <a:gd name="T43" fmla="*/ 197 h 301"/>
                <a:gd name="T44" fmla="*/ 149 w 239"/>
                <a:gd name="T45" fmla="*/ 252 h 301"/>
                <a:gd name="T46" fmla="*/ 82 w 239"/>
                <a:gd name="T47" fmla="*/ 301 h 301"/>
                <a:gd name="T48" fmla="*/ 79 w 239"/>
                <a:gd name="T49" fmla="*/ 168 h 301"/>
                <a:gd name="T50" fmla="*/ 16 w 239"/>
                <a:gd name="T51" fmla="*/ 214 h 301"/>
                <a:gd name="T52" fmla="*/ 66 w 239"/>
                <a:gd name="T53" fmla="*/ 291 h 301"/>
                <a:gd name="T54" fmla="*/ 141 w 239"/>
                <a:gd name="T55" fmla="*/ 249 h 301"/>
                <a:gd name="T56" fmla="*/ 153 w 239"/>
                <a:gd name="T57" fmla="*/ 191 h 301"/>
                <a:gd name="T58" fmla="*/ 99 w 239"/>
                <a:gd name="T59" fmla="*/ 170 h 301"/>
                <a:gd name="T60" fmla="*/ 79 w 239"/>
                <a:gd name="T61" fmla="*/ 16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9" h="301">
                  <a:moveTo>
                    <a:pt x="82" y="301"/>
                  </a:moveTo>
                  <a:cubicBezTo>
                    <a:pt x="76" y="301"/>
                    <a:pt x="70" y="300"/>
                    <a:pt x="64" y="298"/>
                  </a:cubicBezTo>
                  <a:cubicBezTo>
                    <a:pt x="17" y="285"/>
                    <a:pt x="0" y="245"/>
                    <a:pt x="8" y="212"/>
                  </a:cubicBezTo>
                  <a:cubicBezTo>
                    <a:pt x="15" y="180"/>
                    <a:pt x="47" y="152"/>
                    <a:pt x="100" y="162"/>
                  </a:cubicBezTo>
                  <a:cubicBezTo>
                    <a:pt x="120" y="165"/>
                    <a:pt x="137" y="173"/>
                    <a:pt x="153" y="182"/>
                  </a:cubicBezTo>
                  <a:cubicBezTo>
                    <a:pt x="148" y="130"/>
                    <a:pt x="116" y="69"/>
                    <a:pt x="44" y="1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4" y="49"/>
                    <a:pt x="53" y="51"/>
                    <a:pt x="51" y="52"/>
                  </a:cubicBezTo>
                  <a:cubicBezTo>
                    <a:pt x="49" y="53"/>
                    <a:pt x="46" y="52"/>
                    <a:pt x="46" y="50"/>
                  </a:cubicBezTo>
                  <a:cubicBezTo>
                    <a:pt x="41" y="41"/>
                    <a:pt x="33" y="22"/>
                    <a:pt x="34" y="1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6"/>
                    <a:pt x="33" y="4"/>
                    <a:pt x="34" y="3"/>
                  </a:cubicBezTo>
                  <a:cubicBezTo>
                    <a:pt x="35" y="3"/>
                    <a:pt x="35" y="3"/>
                    <a:pt x="36" y="3"/>
                  </a:cubicBezTo>
                  <a:cubicBezTo>
                    <a:pt x="37" y="1"/>
                    <a:pt x="40" y="0"/>
                    <a:pt x="44" y="0"/>
                  </a:cubicBezTo>
                  <a:cubicBezTo>
                    <a:pt x="59" y="3"/>
                    <a:pt x="81" y="6"/>
                    <a:pt x="81" y="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62" y="11"/>
                    <a:pt x="47" y="9"/>
                  </a:cubicBezTo>
                  <a:cubicBezTo>
                    <a:pt x="125" y="66"/>
                    <a:pt x="158" y="131"/>
                    <a:pt x="161" y="187"/>
                  </a:cubicBezTo>
                  <a:cubicBezTo>
                    <a:pt x="217" y="225"/>
                    <a:pt x="238" y="287"/>
                    <a:pt x="239" y="288"/>
                  </a:cubicBezTo>
                  <a:cubicBezTo>
                    <a:pt x="239" y="290"/>
                    <a:pt x="238" y="293"/>
                    <a:pt x="236" y="293"/>
                  </a:cubicBezTo>
                  <a:cubicBezTo>
                    <a:pt x="234" y="294"/>
                    <a:pt x="232" y="293"/>
                    <a:pt x="231" y="291"/>
                  </a:cubicBezTo>
                  <a:cubicBezTo>
                    <a:pt x="231" y="290"/>
                    <a:pt x="211" y="233"/>
                    <a:pt x="161" y="197"/>
                  </a:cubicBezTo>
                  <a:cubicBezTo>
                    <a:pt x="161" y="217"/>
                    <a:pt x="156" y="236"/>
                    <a:pt x="149" y="252"/>
                  </a:cubicBezTo>
                  <a:cubicBezTo>
                    <a:pt x="134" y="283"/>
                    <a:pt x="109" y="301"/>
                    <a:pt x="82" y="301"/>
                  </a:cubicBezTo>
                  <a:close/>
                  <a:moveTo>
                    <a:pt x="79" y="168"/>
                  </a:moveTo>
                  <a:cubicBezTo>
                    <a:pt x="43" y="168"/>
                    <a:pt x="21" y="189"/>
                    <a:pt x="16" y="214"/>
                  </a:cubicBezTo>
                  <a:cubicBezTo>
                    <a:pt x="9" y="243"/>
                    <a:pt x="24" y="279"/>
                    <a:pt x="66" y="291"/>
                  </a:cubicBezTo>
                  <a:cubicBezTo>
                    <a:pt x="96" y="299"/>
                    <a:pt x="125" y="283"/>
                    <a:pt x="141" y="249"/>
                  </a:cubicBezTo>
                  <a:cubicBezTo>
                    <a:pt x="149" y="232"/>
                    <a:pt x="154" y="212"/>
                    <a:pt x="153" y="191"/>
                  </a:cubicBezTo>
                  <a:cubicBezTo>
                    <a:pt x="138" y="181"/>
                    <a:pt x="120" y="174"/>
                    <a:pt x="99" y="170"/>
                  </a:cubicBezTo>
                  <a:cubicBezTo>
                    <a:pt x="92" y="168"/>
                    <a:pt x="85" y="168"/>
                    <a:pt x="79" y="1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Arial"/>
                <a:ea typeface="微软雅黑"/>
                <a:sym typeface="Arial"/>
              </a:endParaRPr>
            </a:p>
          </p:txBody>
        </p:sp>
      </p:grpSp>
      <p:cxnSp>
        <p:nvCxnSpPr>
          <p:cNvPr id="8" name="直接连接符 7"/>
          <p:cNvCxnSpPr/>
          <p:nvPr/>
        </p:nvCxnSpPr>
        <p:spPr>
          <a:xfrm>
            <a:off x="4690099" y="1379908"/>
            <a:ext cx="2755942" cy="0"/>
          </a:xfrm>
          <a:prstGeom prst="line">
            <a:avLst/>
          </a:prstGeom>
          <a:ln w="2413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327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471" grpId="0" animBg="1" autoUpdateAnimBg="0"/>
      <p:bldP spid="4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30"/>
          <a:stretch/>
        </p:blipFill>
        <p:spPr>
          <a:xfrm>
            <a:off x="1184915" y="241400"/>
            <a:ext cx="9033906" cy="630149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2560" y="24318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前端功能模块图</a:t>
            </a:r>
            <a:endParaRPr lang="zh-CN" altLang="en-US" sz="2800" kern="1200" dirty="0">
              <a:solidFill>
                <a:schemeClr val="tx1"/>
              </a:solidFill>
              <a:latin typeface="Arial"/>
              <a:ea typeface="微软雅黑"/>
              <a:cs typeface="方正苏新诗柳楷简体-yolan" panose="02000000000000000000" pitchFamily="2" charset="-122"/>
              <a:sym typeface="Arial"/>
            </a:endParaRPr>
          </a:p>
        </p:txBody>
      </p:sp>
      <p:grpSp>
        <p:nvGrpSpPr>
          <p:cNvPr id="4" name="组合 88"/>
          <p:cNvGrpSpPr/>
          <p:nvPr/>
        </p:nvGrpSpPr>
        <p:grpSpPr>
          <a:xfrm>
            <a:off x="3160547" y="297859"/>
            <a:ext cx="636853" cy="393183"/>
            <a:chOff x="3610120" y="261689"/>
            <a:chExt cx="636853" cy="393183"/>
          </a:xfrm>
        </p:grpSpPr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9115">
              <a:off x="3830226" y="261689"/>
              <a:ext cx="416747" cy="246260"/>
            </a:xfrm>
            <a:prstGeom prst="rect">
              <a:avLst/>
            </a:prstGeom>
          </p:spPr>
        </p:pic>
        <p:sp>
          <p:nvSpPr>
            <p:cNvPr id="6" name="Freeform 249"/>
            <p:cNvSpPr>
              <a:spLocks noEditPoints="1"/>
            </p:cNvSpPr>
            <p:nvPr userDrawn="1"/>
          </p:nvSpPr>
          <p:spPr bwMode="auto">
            <a:xfrm rot="2431720" flipH="1">
              <a:off x="3610120" y="366070"/>
              <a:ext cx="211706" cy="288802"/>
            </a:xfrm>
            <a:custGeom>
              <a:avLst/>
              <a:gdLst>
                <a:gd name="T0" fmla="*/ 82 w 239"/>
                <a:gd name="T1" fmla="*/ 301 h 301"/>
                <a:gd name="T2" fmla="*/ 64 w 239"/>
                <a:gd name="T3" fmla="*/ 298 h 301"/>
                <a:gd name="T4" fmla="*/ 8 w 239"/>
                <a:gd name="T5" fmla="*/ 212 h 301"/>
                <a:gd name="T6" fmla="*/ 100 w 239"/>
                <a:gd name="T7" fmla="*/ 162 h 301"/>
                <a:gd name="T8" fmla="*/ 153 w 239"/>
                <a:gd name="T9" fmla="*/ 182 h 301"/>
                <a:gd name="T10" fmla="*/ 44 w 239"/>
                <a:gd name="T11" fmla="*/ 17 h 301"/>
                <a:gd name="T12" fmla="*/ 53 w 239"/>
                <a:gd name="T13" fmla="*/ 47 h 301"/>
                <a:gd name="T14" fmla="*/ 51 w 239"/>
                <a:gd name="T15" fmla="*/ 52 h 301"/>
                <a:gd name="T16" fmla="*/ 46 w 239"/>
                <a:gd name="T17" fmla="*/ 50 h 301"/>
                <a:gd name="T18" fmla="*/ 34 w 239"/>
                <a:gd name="T19" fmla="*/ 11 h 301"/>
                <a:gd name="T20" fmla="*/ 33 w 239"/>
                <a:gd name="T21" fmla="*/ 8 h 301"/>
                <a:gd name="T22" fmla="*/ 34 w 239"/>
                <a:gd name="T23" fmla="*/ 3 h 301"/>
                <a:gd name="T24" fmla="*/ 36 w 239"/>
                <a:gd name="T25" fmla="*/ 3 h 301"/>
                <a:gd name="T26" fmla="*/ 44 w 239"/>
                <a:gd name="T27" fmla="*/ 0 h 301"/>
                <a:gd name="T28" fmla="*/ 81 w 239"/>
                <a:gd name="T29" fmla="*/ 6 h 301"/>
                <a:gd name="T30" fmla="*/ 80 w 239"/>
                <a:gd name="T31" fmla="*/ 14 h 301"/>
                <a:gd name="T32" fmla="*/ 47 w 239"/>
                <a:gd name="T33" fmla="*/ 9 h 301"/>
                <a:gd name="T34" fmla="*/ 161 w 239"/>
                <a:gd name="T35" fmla="*/ 187 h 301"/>
                <a:gd name="T36" fmla="*/ 239 w 239"/>
                <a:gd name="T37" fmla="*/ 288 h 301"/>
                <a:gd name="T38" fmla="*/ 236 w 239"/>
                <a:gd name="T39" fmla="*/ 293 h 301"/>
                <a:gd name="T40" fmla="*/ 231 w 239"/>
                <a:gd name="T41" fmla="*/ 291 h 301"/>
                <a:gd name="T42" fmla="*/ 161 w 239"/>
                <a:gd name="T43" fmla="*/ 197 h 301"/>
                <a:gd name="T44" fmla="*/ 149 w 239"/>
                <a:gd name="T45" fmla="*/ 252 h 301"/>
                <a:gd name="T46" fmla="*/ 82 w 239"/>
                <a:gd name="T47" fmla="*/ 301 h 301"/>
                <a:gd name="T48" fmla="*/ 79 w 239"/>
                <a:gd name="T49" fmla="*/ 168 h 301"/>
                <a:gd name="T50" fmla="*/ 16 w 239"/>
                <a:gd name="T51" fmla="*/ 214 h 301"/>
                <a:gd name="T52" fmla="*/ 66 w 239"/>
                <a:gd name="T53" fmla="*/ 291 h 301"/>
                <a:gd name="T54" fmla="*/ 141 w 239"/>
                <a:gd name="T55" fmla="*/ 249 h 301"/>
                <a:gd name="T56" fmla="*/ 153 w 239"/>
                <a:gd name="T57" fmla="*/ 191 h 301"/>
                <a:gd name="T58" fmla="*/ 99 w 239"/>
                <a:gd name="T59" fmla="*/ 170 h 301"/>
                <a:gd name="T60" fmla="*/ 79 w 239"/>
                <a:gd name="T61" fmla="*/ 16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9" h="301">
                  <a:moveTo>
                    <a:pt x="82" y="301"/>
                  </a:moveTo>
                  <a:cubicBezTo>
                    <a:pt x="76" y="301"/>
                    <a:pt x="70" y="300"/>
                    <a:pt x="64" y="298"/>
                  </a:cubicBezTo>
                  <a:cubicBezTo>
                    <a:pt x="17" y="285"/>
                    <a:pt x="0" y="245"/>
                    <a:pt x="8" y="212"/>
                  </a:cubicBezTo>
                  <a:cubicBezTo>
                    <a:pt x="15" y="180"/>
                    <a:pt x="47" y="152"/>
                    <a:pt x="100" y="162"/>
                  </a:cubicBezTo>
                  <a:cubicBezTo>
                    <a:pt x="120" y="165"/>
                    <a:pt x="137" y="173"/>
                    <a:pt x="153" y="182"/>
                  </a:cubicBezTo>
                  <a:cubicBezTo>
                    <a:pt x="148" y="130"/>
                    <a:pt x="116" y="69"/>
                    <a:pt x="44" y="1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4" y="49"/>
                    <a:pt x="53" y="51"/>
                    <a:pt x="51" y="52"/>
                  </a:cubicBezTo>
                  <a:cubicBezTo>
                    <a:pt x="49" y="53"/>
                    <a:pt x="46" y="52"/>
                    <a:pt x="46" y="50"/>
                  </a:cubicBezTo>
                  <a:cubicBezTo>
                    <a:pt x="41" y="41"/>
                    <a:pt x="33" y="22"/>
                    <a:pt x="34" y="1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6"/>
                    <a:pt x="33" y="4"/>
                    <a:pt x="34" y="3"/>
                  </a:cubicBezTo>
                  <a:cubicBezTo>
                    <a:pt x="35" y="3"/>
                    <a:pt x="35" y="3"/>
                    <a:pt x="36" y="3"/>
                  </a:cubicBezTo>
                  <a:cubicBezTo>
                    <a:pt x="37" y="1"/>
                    <a:pt x="40" y="0"/>
                    <a:pt x="44" y="0"/>
                  </a:cubicBezTo>
                  <a:cubicBezTo>
                    <a:pt x="59" y="3"/>
                    <a:pt x="81" y="6"/>
                    <a:pt x="81" y="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62" y="11"/>
                    <a:pt x="47" y="9"/>
                  </a:cubicBezTo>
                  <a:cubicBezTo>
                    <a:pt x="125" y="66"/>
                    <a:pt x="158" y="131"/>
                    <a:pt x="161" y="187"/>
                  </a:cubicBezTo>
                  <a:cubicBezTo>
                    <a:pt x="217" y="225"/>
                    <a:pt x="238" y="287"/>
                    <a:pt x="239" y="288"/>
                  </a:cubicBezTo>
                  <a:cubicBezTo>
                    <a:pt x="239" y="290"/>
                    <a:pt x="238" y="293"/>
                    <a:pt x="236" y="293"/>
                  </a:cubicBezTo>
                  <a:cubicBezTo>
                    <a:pt x="234" y="294"/>
                    <a:pt x="232" y="293"/>
                    <a:pt x="231" y="291"/>
                  </a:cubicBezTo>
                  <a:cubicBezTo>
                    <a:pt x="231" y="290"/>
                    <a:pt x="211" y="233"/>
                    <a:pt x="161" y="197"/>
                  </a:cubicBezTo>
                  <a:cubicBezTo>
                    <a:pt x="161" y="217"/>
                    <a:pt x="156" y="236"/>
                    <a:pt x="149" y="252"/>
                  </a:cubicBezTo>
                  <a:cubicBezTo>
                    <a:pt x="134" y="283"/>
                    <a:pt x="109" y="301"/>
                    <a:pt x="82" y="301"/>
                  </a:cubicBezTo>
                  <a:close/>
                  <a:moveTo>
                    <a:pt x="79" y="168"/>
                  </a:moveTo>
                  <a:cubicBezTo>
                    <a:pt x="43" y="168"/>
                    <a:pt x="21" y="189"/>
                    <a:pt x="16" y="214"/>
                  </a:cubicBezTo>
                  <a:cubicBezTo>
                    <a:pt x="9" y="243"/>
                    <a:pt x="24" y="279"/>
                    <a:pt x="66" y="291"/>
                  </a:cubicBezTo>
                  <a:cubicBezTo>
                    <a:pt x="96" y="299"/>
                    <a:pt x="125" y="283"/>
                    <a:pt x="141" y="249"/>
                  </a:cubicBezTo>
                  <a:cubicBezTo>
                    <a:pt x="149" y="232"/>
                    <a:pt x="154" y="212"/>
                    <a:pt x="153" y="191"/>
                  </a:cubicBezTo>
                  <a:cubicBezTo>
                    <a:pt x="138" y="181"/>
                    <a:pt x="120" y="174"/>
                    <a:pt x="99" y="170"/>
                  </a:cubicBezTo>
                  <a:cubicBezTo>
                    <a:pt x="92" y="168"/>
                    <a:pt x="85" y="168"/>
                    <a:pt x="79" y="1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Arial"/>
                <a:ea typeface="微软雅黑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9500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4000"/>
    </mc:Choice>
    <mc:Fallback>
      <p:transition advTm="4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文本框 85"/>
          <p:cNvSpPr txBox="1"/>
          <p:nvPr/>
        </p:nvSpPr>
        <p:spPr>
          <a:xfrm>
            <a:off x="172560" y="24318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后台功能模块图</a:t>
            </a:r>
            <a:endParaRPr lang="zh-CN" altLang="en-US" sz="2800" kern="1200" dirty="0">
              <a:solidFill>
                <a:schemeClr val="tx1"/>
              </a:solidFill>
              <a:latin typeface="Arial"/>
              <a:ea typeface="微软雅黑"/>
              <a:cs typeface="方正苏新诗柳楷简体-yolan" panose="02000000000000000000" pitchFamily="2" charset="-122"/>
              <a:sym typeface="Arial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3160547" y="297859"/>
            <a:ext cx="636853" cy="393183"/>
            <a:chOff x="3610120" y="261689"/>
            <a:chExt cx="636853" cy="393183"/>
          </a:xfrm>
        </p:grpSpPr>
        <p:pic>
          <p:nvPicPr>
            <p:cNvPr id="90" name="图片 89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9115">
              <a:off x="3830226" y="261689"/>
              <a:ext cx="416747" cy="246260"/>
            </a:xfrm>
            <a:prstGeom prst="rect">
              <a:avLst/>
            </a:prstGeom>
          </p:spPr>
        </p:pic>
        <p:sp>
          <p:nvSpPr>
            <p:cNvPr id="91" name="Freeform 249"/>
            <p:cNvSpPr>
              <a:spLocks noEditPoints="1"/>
            </p:cNvSpPr>
            <p:nvPr userDrawn="1"/>
          </p:nvSpPr>
          <p:spPr bwMode="auto">
            <a:xfrm rot="2431720" flipH="1">
              <a:off x="3610120" y="366070"/>
              <a:ext cx="211706" cy="288802"/>
            </a:xfrm>
            <a:custGeom>
              <a:avLst/>
              <a:gdLst>
                <a:gd name="T0" fmla="*/ 82 w 239"/>
                <a:gd name="T1" fmla="*/ 301 h 301"/>
                <a:gd name="T2" fmla="*/ 64 w 239"/>
                <a:gd name="T3" fmla="*/ 298 h 301"/>
                <a:gd name="T4" fmla="*/ 8 w 239"/>
                <a:gd name="T5" fmla="*/ 212 h 301"/>
                <a:gd name="T6" fmla="*/ 100 w 239"/>
                <a:gd name="T7" fmla="*/ 162 h 301"/>
                <a:gd name="T8" fmla="*/ 153 w 239"/>
                <a:gd name="T9" fmla="*/ 182 h 301"/>
                <a:gd name="T10" fmla="*/ 44 w 239"/>
                <a:gd name="T11" fmla="*/ 17 h 301"/>
                <a:gd name="T12" fmla="*/ 53 w 239"/>
                <a:gd name="T13" fmla="*/ 47 h 301"/>
                <a:gd name="T14" fmla="*/ 51 w 239"/>
                <a:gd name="T15" fmla="*/ 52 h 301"/>
                <a:gd name="T16" fmla="*/ 46 w 239"/>
                <a:gd name="T17" fmla="*/ 50 h 301"/>
                <a:gd name="T18" fmla="*/ 34 w 239"/>
                <a:gd name="T19" fmla="*/ 11 h 301"/>
                <a:gd name="T20" fmla="*/ 33 w 239"/>
                <a:gd name="T21" fmla="*/ 8 h 301"/>
                <a:gd name="T22" fmla="*/ 34 w 239"/>
                <a:gd name="T23" fmla="*/ 3 h 301"/>
                <a:gd name="T24" fmla="*/ 36 w 239"/>
                <a:gd name="T25" fmla="*/ 3 h 301"/>
                <a:gd name="T26" fmla="*/ 44 w 239"/>
                <a:gd name="T27" fmla="*/ 0 h 301"/>
                <a:gd name="T28" fmla="*/ 81 w 239"/>
                <a:gd name="T29" fmla="*/ 6 h 301"/>
                <a:gd name="T30" fmla="*/ 80 w 239"/>
                <a:gd name="T31" fmla="*/ 14 h 301"/>
                <a:gd name="T32" fmla="*/ 47 w 239"/>
                <a:gd name="T33" fmla="*/ 9 h 301"/>
                <a:gd name="T34" fmla="*/ 161 w 239"/>
                <a:gd name="T35" fmla="*/ 187 h 301"/>
                <a:gd name="T36" fmla="*/ 239 w 239"/>
                <a:gd name="T37" fmla="*/ 288 h 301"/>
                <a:gd name="T38" fmla="*/ 236 w 239"/>
                <a:gd name="T39" fmla="*/ 293 h 301"/>
                <a:gd name="T40" fmla="*/ 231 w 239"/>
                <a:gd name="T41" fmla="*/ 291 h 301"/>
                <a:gd name="T42" fmla="*/ 161 w 239"/>
                <a:gd name="T43" fmla="*/ 197 h 301"/>
                <a:gd name="T44" fmla="*/ 149 w 239"/>
                <a:gd name="T45" fmla="*/ 252 h 301"/>
                <a:gd name="T46" fmla="*/ 82 w 239"/>
                <a:gd name="T47" fmla="*/ 301 h 301"/>
                <a:gd name="T48" fmla="*/ 79 w 239"/>
                <a:gd name="T49" fmla="*/ 168 h 301"/>
                <a:gd name="T50" fmla="*/ 16 w 239"/>
                <a:gd name="T51" fmla="*/ 214 h 301"/>
                <a:gd name="T52" fmla="*/ 66 w 239"/>
                <a:gd name="T53" fmla="*/ 291 h 301"/>
                <a:gd name="T54" fmla="*/ 141 w 239"/>
                <a:gd name="T55" fmla="*/ 249 h 301"/>
                <a:gd name="T56" fmla="*/ 153 w 239"/>
                <a:gd name="T57" fmla="*/ 191 h 301"/>
                <a:gd name="T58" fmla="*/ 99 w 239"/>
                <a:gd name="T59" fmla="*/ 170 h 301"/>
                <a:gd name="T60" fmla="*/ 79 w 239"/>
                <a:gd name="T61" fmla="*/ 16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9" h="301">
                  <a:moveTo>
                    <a:pt x="82" y="301"/>
                  </a:moveTo>
                  <a:cubicBezTo>
                    <a:pt x="76" y="301"/>
                    <a:pt x="70" y="300"/>
                    <a:pt x="64" y="298"/>
                  </a:cubicBezTo>
                  <a:cubicBezTo>
                    <a:pt x="17" y="285"/>
                    <a:pt x="0" y="245"/>
                    <a:pt x="8" y="212"/>
                  </a:cubicBezTo>
                  <a:cubicBezTo>
                    <a:pt x="15" y="180"/>
                    <a:pt x="47" y="152"/>
                    <a:pt x="100" y="162"/>
                  </a:cubicBezTo>
                  <a:cubicBezTo>
                    <a:pt x="120" y="165"/>
                    <a:pt x="137" y="173"/>
                    <a:pt x="153" y="182"/>
                  </a:cubicBezTo>
                  <a:cubicBezTo>
                    <a:pt x="148" y="130"/>
                    <a:pt x="116" y="69"/>
                    <a:pt x="44" y="1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4" y="49"/>
                    <a:pt x="53" y="51"/>
                    <a:pt x="51" y="52"/>
                  </a:cubicBezTo>
                  <a:cubicBezTo>
                    <a:pt x="49" y="53"/>
                    <a:pt x="46" y="52"/>
                    <a:pt x="46" y="50"/>
                  </a:cubicBezTo>
                  <a:cubicBezTo>
                    <a:pt x="41" y="41"/>
                    <a:pt x="33" y="22"/>
                    <a:pt x="34" y="1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6"/>
                    <a:pt x="33" y="4"/>
                    <a:pt x="34" y="3"/>
                  </a:cubicBezTo>
                  <a:cubicBezTo>
                    <a:pt x="35" y="3"/>
                    <a:pt x="35" y="3"/>
                    <a:pt x="36" y="3"/>
                  </a:cubicBezTo>
                  <a:cubicBezTo>
                    <a:pt x="37" y="1"/>
                    <a:pt x="40" y="0"/>
                    <a:pt x="44" y="0"/>
                  </a:cubicBezTo>
                  <a:cubicBezTo>
                    <a:pt x="59" y="3"/>
                    <a:pt x="81" y="6"/>
                    <a:pt x="81" y="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62" y="11"/>
                    <a:pt x="47" y="9"/>
                  </a:cubicBezTo>
                  <a:cubicBezTo>
                    <a:pt x="125" y="66"/>
                    <a:pt x="158" y="131"/>
                    <a:pt x="161" y="187"/>
                  </a:cubicBezTo>
                  <a:cubicBezTo>
                    <a:pt x="217" y="225"/>
                    <a:pt x="238" y="287"/>
                    <a:pt x="239" y="288"/>
                  </a:cubicBezTo>
                  <a:cubicBezTo>
                    <a:pt x="239" y="290"/>
                    <a:pt x="238" y="293"/>
                    <a:pt x="236" y="293"/>
                  </a:cubicBezTo>
                  <a:cubicBezTo>
                    <a:pt x="234" y="294"/>
                    <a:pt x="232" y="293"/>
                    <a:pt x="231" y="291"/>
                  </a:cubicBezTo>
                  <a:cubicBezTo>
                    <a:pt x="231" y="290"/>
                    <a:pt x="211" y="233"/>
                    <a:pt x="161" y="197"/>
                  </a:cubicBezTo>
                  <a:cubicBezTo>
                    <a:pt x="161" y="217"/>
                    <a:pt x="156" y="236"/>
                    <a:pt x="149" y="252"/>
                  </a:cubicBezTo>
                  <a:cubicBezTo>
                    <a:pt x="134" y="283"/>
                    <a:pt x="109" y="301"/>
                    <a:pt x="82" y="301"/>
                  </a:cubicBezTo>
                  <a:close/>
                  <a:moveTo>
                    <a:pt x="79" y="168"/>
                  </a:moveTo>
                  <a:cubicBezTo>
                    <a:pt x="43" y="168"/>
                    <a:pt x="21" y="189"/>
                    <a:pt x="16" y="214"/>
                  </a:cubicBezTo>
                  <a:cubicBezTo>
                    <a:pt x="9" y="243"/>
                    <a:pt x="24" y="279"/>
                    <a:pt x="66" y="291"/>
                  </a:cubicBezTo>
                  <a:cubicBezTo>
                    <a:pt x="96" y="299"/>
                    <a:pt x="125" y="283"/>
                    <a:pt x="141" y="249"/>
                  </a:cubicBezTo>
                  <a:cubicBezTo>
                    <a:pt x="149" y="232"/>
                    <a:pt x="154" y="212"/>
                    <a:pt x="153" y="191"/>
                  </a:cubicBezTo>
                  <a:cubicBezTo>
                    <a:pt x="138" y="181"/>
                    <a:pt x="120" y="174"/>
                    <a:pt x="99" y="170"/>
                  </a:cubicBezTo>
                  <a:cubicBezTo>
                    <a:pt x="92" y="168"/>
                    <a:pt x="85" y="168"/>
                    <a:pt x="79" y="1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Arial"/>
                <a:ea typeface="微软雅黑"/>
                <a:sym typeface="Arial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85" y="0"/>
            <a:ext cx="10816475" cy="665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26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_任意多边形 5"/>
          <p:cNvSpPr>
            <a:spLocks noEditPoints="1" noChangeArrowheads="1"/>
          </p:cNvSpPr>
          <p:nvPr>
            <p:custDataLst>
              <p:tags r:id="rId1"/>
            </p:custDataLst>
          </p:nvPr>
        </p:nvSpPr>
        <p:spPr bwMode="auto">
          <a:xfrm>
            <a:off x="3734536" y="1677440"/>
            <a:ext cx="4337233" cy="2102713"/>
          </a:xfrm>
          <a:custGeom>
            <a:avLst/>
            <a:gdLst>
              <a:gd name="T0" fmla="*/ 342 w 2787"/>
              <a:gd name="T1" fmla="*/ 280 h 1349"/>
              <a:gd name="T2" fmla="*/ 170 w 2787"/>
              <a:gd name="T3" fmla="*/ 344 h 1349"/>
              <a:gd name="T4" fmla="*/ 143 w 2787"/>
              <a:gd name="T5" fmla="*/ 698 h 1349"/>
              <a:gd name="T6" fmla="*/ 214 w 2787"/>
              <a:gd name="T7" fmla="*/ 912 h 1349"/>
              <a:gd name="T8" fmla="*/ 230 w 2787"/>
              <a:gd name="T9" fmla="*/ 1199 h 1349"/>
              <a:gd name="T10" fmla="*/ 506 w 2787"/>
              <a:gd name="T11" fmla="*/ 1115 h 1349"/>
              <a:gd name="T12" fmla="*/ 727 w 2787"/>
              <a:gd name="T13" fmla="*/ 1124 h 1349"/>
              <a:gd name="T14" fmla="*/ 944 w 2787"/>
              <a:gd name="T15" fmla="*/ 1141 h 1349"/>
              <a:gd name="T16" fmla="*/ 1129 w 2787"/>
              <a:gd name="T17" fmla="*/ 1226 h 1349"/>
              <a:gd name="T18" fmla="*/ 1335 w 2787"/>
              <a:gd name="T19" fmla="*/ 1185 h 1349"/>
              <a:gd name="T20" fmla="*/ 1521 w 2787"/>
              <a:gd name="T21" fmla="*/ 1247 h 1349"/>
              <a:gd name="T22" fmla="*/ 1690 w 2787"/>
              <a:gd name="T23" fmla="*/ 1203 h 1349"/>
              <a:gd name="T24" fmla="*/ 1912 w 2787"/>
              <a:gd name="T25" fmla="*/ 1176 h 1349"/>
              <a:gd name="T26" fmla="*/ 2077 w 2787"/>
              <a:gd name="T27" fmla="*/ 1212 h 1349"/>
              <a:gd name="T28" fmla="*/ 2177 w 2787"/>
              <a:gd name="T29" fmla="*/ 1253 h 1349"/>
              <a:gd name="T30" fmla="*/ 2397 w 2787"/>
              <a:gd name="T31" fmla="*/ 1269 h 1349"/>
              <a:gd name="T32" fmla="*/ 2570 w 2787"/>
              <a:gd name="T33" fmla="*/ 1313 h 1349"/>
              <a:gd name="T34" fmla="*/ 2721 w 2787"/>
              <a:gd name="T35" fmla="*/ 1127 h 1349"/>
              <a:gd name="T36" fmla="*/ 2731 w 2787"/>
              <a:gd name="T37" fmla="*/ 940 h 1349"/>
              <a:gd name="T38" fmla="*/ 2713 w 2787"/>
              <a:gd name="T39" fmla="*/ 775 h 1349"/>
              <a:gd name="T40" fmla="*/ 2754 w 2787"/>
              <a:gd name="T41" fmla="*/ 619 h 1349"/>
              <a:gd name="T42" fmla="*/ 2679 w 2787"/>
              <a:gd name="T43" fmla="*/ 606 h 1349"/>
              <a:gd name="T44" fmla="*/ 2628 w 2787"/>
              <a:gd name="T45" fmla="*/ 456 h 1349"/>
              <a:gd name="T46" fmla="*/ 2656 w 2787"/>
              <a:gd name="T47" fmla="*/ 409 h 1349"/>
              <a:gd name="T48" fmla="*/ 2663 w 2787"/>
              <a:gd name="T49" fmla="*/ 320 h 1349"/>
              <a:gd name="T50" fmla="*/ 2553 w 2787"/>
              <a:gd name="T51" fmla="*/ 287 h 1349"/>
              <a:gd name="T52" fmla="*/ 2432 w 2787"/>
              <a:gd name="T53" fmla="*/ 203 h 1349"/>
              <a:gd name="T54" fmla="*/ 2270 w 2787"/>
              <a:gd name="T55" fmla="*/ 177 h 1349"/>
              <a:gd name="T56" fmla="*/ 2019 w 2787"/>
              <a:gd name="T57" fmla="*/ 176 h 1349"/>
              <a:gd name="T58" fmla="*/ 1872 w 2787"/>
              <a:gd name="T59" fmla="*/ 84 h 1349"/>
              <a:gd name="T60" fmla="*/ 1773 w 2787"/>
              <a:gd name="T61" fmla="*/ 58 h 1349"/>
              <a:gd name="T62" fmla="*/ 1403 w 2787"/>
              <a:gd name="T63" fmla="*/ 190 h 1349"/>
              <a:gd name="T64" fmla="*/ 1482 w 2787"/>
              <a:gd name="T65" fmla="*/ 56 h 1349"/>
              <a:gd name="T66" fmla="*/ 922 w 2787"/>
              <a:gd name="T67" fmla="*/ 148 h 1349"/>
              <a:gd name="T68" fmla="*/ 311 w 2787"/>
              <a:gd name="T69" fmla="*/ 791 h 1349"/>
              <a:gd name="T70" fmla="*/ 784 w 2787"/>
              <a:gd name="T71" fmla="*/ 160 h 1349"/>
              <a:gd name="T72" fmla="*/ 404 w 2787"/>
              <a:gd name="T73" fmla="*/ 437 h 1349"/>
              <a:gd name="T74" fmla="*/ 758 w 2787"/>
              <a:gd name="T75" fmla="*/ 62 h 1349"/>
              <a:gd name="T76" fmla="*/ 1093 w 2787"/>
              <a:gd name="T77" fmla="*/ 148 h 1349"/>
              <a:gd name="T78" fmla="*/ 1230 w 2787"/>
              <a:gd name="T79" fmla="*/ 120 h 1349"/>
              <a:gd name="T80" fmla="*/ 494 w 2787"/>
              <a:gd name="T81" fmla="*/ 771 h 1349"/>
              <a:gd name="T82" fmla="*/ 665 w 2787"/>
              <a:gd name="T83" fmla="*/ 689 h 1349"/>
              <a:gd name="T84" fmla="*/ 633 w 2787"/>
              <a:gd name="T85" fmla="*/ 1098 h 1349"/>
              <a:gd name="T86" fmla="*/ 1051 w 2787"/>
              <a:gd name="T87" fmla="*/ 834 h 1349"/>
              <a:gd name="T88" fmla="*/ 1129 w 2787"/>
              <a:gd name="T89" fmla="*/ 605 h 1349"/>
              <a:gd name="T90" fmla="*/ 1207 w 2787"/>
              <a:gd name="T91" fmla="*/ 805 h 1349"/>
              <a:gd name="T92" fmla="*/ 1880 w 2787"/>
              <a:gd name="T93" fmla="*/ 220 h 1349"/>
              <a:gd name="T94" fmla="*/ 1469 w 2787"/>
              <a:gd name="T95" fmla="*/ 729 h 1349"/>
              <a:gd name="T96" fmla="*/ 1829 w 2787"/>
              <a:gd name="T97" fmla="*/ 257 h 1349"/>
              <a:gd name="T98" fmla="*/ 1600 w 2787"/>
              <a:gd name="T99" fmla="*/ 706 h 1349"/>
              <a:gd name="T100" fmla="*/ 2342 w 2787"/>
              <a:gd name="T101" fmla="*/ 327 h 1349"/>
              <a:gd name="T102" fmla="*/ 2264 w 2787"/>
              <a:gd name="T103" fmla="*/ 375 h 1349"/>
              <a:gd name="T104" fmla="*/ 1893 w 2787"/>
              <a:gd name="T105" fmla="*/ 989 h 1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787" h="1349">
                <a:moveTo>
                  <a:pt x="573" y="70"/>
                </a:moveTo>
                <a:cubicBezTo>
                  <a:pt x="569" y="74"/>
                  <a:pt x="565" y="78"/>
                  <a:pt x="561" y="82"/>
                </a:cubicBezTo>
                <a:cubicBezTo>
                  <a:pt x="556" y="85"/>
                  <a:pt x="552" y="88"/>
                  <a:pt x="548" y="92"/>
                </a:cubicBezTo>
                <a:cubicBezTo>
                  <a:pt x="537" y="102"/>
                  <a:pt x="527" y="112"/>
                  <a:pt x="517" y="123"/>
                </a:cubicBezTo>
                <a:cubicBezTo>
                  <a:pt x="494" y="144"/>
                  <a:pt x="472" y="163"/>
                  <a:pt x="450" y="183"/>
                </a:cubicBezTo>
                <a:cubicBezTo>
                  <a:pt x="415" y="213"/>
                  <a:pt x="379" y="245"/>
                  <a:pt x="342" y="280"/>
                </a:cubicBezTo>
                <a:cubicBezTo>
                  <a:pt x="387" y="230"/>
                  <a:pt x="436" y="183"/>
                  <a:pt x="486" y="135"/>
                </a:cubicBezTo>
                <a:cubicBezTo>
                  <a:pt x="495" y="127"/>
                  <a:pt x="500" y="115"/>
                  <a:pt x="500" y="103"/>
                </a:cubicBezTo>
                <a:cubicBezTo>
                  <a:pt x="500" y="92"/>
                  <a:pt x="496" y="81"/>
                  <a:pt x="488" y="72"/>
                </a:cubicBezTo>
                <a:cubicBezTo>
                  <a:pt x="471" y="54"/>
                  <a:pt x="442" y="53"/>
                  <a:pt x="424" y="70"/>
                </a:cubicBezTo>
                <a:cubicBezTo>
                  <a:pt x="345" y="144"/>
                  <a:pt x="270" y="218"/>
                  <a:pt x="206" y="304"/>
                </a:cubicBezTo>
                <a:cubicBezTo>
                  <a:pt x="200" y="312"/>
                  <a:pt x="185" y="328"/>
                  <a:pt x="170" y="344"/>
                </a:cubicBezTo>
                <a:cubicBezTo>
                  <a:pt x="98" y="420"/>
                  <a:pt x="0" y="524"/>
                  <a:pt x="52" y="605"/>
                </a:cubicBezTo>
                <a:cubicBezTo>
                  <a:pt x="60" y="617"/>
                  <a:pt x="74" y="625"/>
                  <a:pt x="89" y="626"/>
                </a:cubicBezTo>
                <a:cubicBezTo>
                  <a:pt x="136" y="627"/>
                  <a:pt x="166" y="586"/>
                  <a:pt x="186" y="558"/>
                </a:cubicBezTo>
                <a:cubicBezTo>
                  <a:pt x="190" y="552"/>
                  <a:pt x="194" y="547"/>
                  <a:pt x="197" y="544"/>
                </a:cubicBezTo>
                <a:cubicBezTo>
                  <a:pt x="216" y="522"/>
                  <a:pt x="237" y="501"/>
                  <a:pt x="259" y="479"/>
                </a:cubicBezTo>
                <a:cubicBezTo>
                  <a:pt x="211" y="547"/>
                  <a:pt x="167" y="621"/>
                  <a:pt x="143" y="698"/>
                </a:cubicBezTo>
                <a:cubicBezTo>
                  <a:pt x="142" y="703"/>
                  <a:pt x="138" y="712"/>
                  <a:pt x="134" y="720"/>
                </a:cubicBezTo>
                <a:cubicBezTo>
                  <a:pt x="122" y="746"/>
                  <a:pt x="105" y="785"/>
                  <a:pt x="105" y="822"/>
                </a:cubicBezTo>
                <a:cubicBezTo>
                  <a:pt x="105" y="847"/>
                  <a:pt x="113" y="872"/>
                  <a:pt x="136" y="890"/>
                </a:cubicBezTo>
                <a:cubicBezTo>
                  <a:pt x="151" y="901"/>
                  <a:pt x="168" y="905"/>
                  <a:pt x="187" y="901"/>
                </a:cubicBezTo>
                <a:cubicBezTo>
                  <a:pt x="191" y="900"/>
                  <a:pt x="196" y="899"/>
                  <a:pt x="200" y="897"/>
                </a:cubicBezTo>
                <a:cubicBezTo>
                  <a:pt x="204" y="903"/>
                  <a:pt x="208" y="908"/>
                  <a:pt x="214" y="912"/>
                </a:cubicBezTo>
                <a:cubicBezTo>
                  <a:pt x="229" y="924"/>
                  <a:pt x="247" y="929"/>
                  <a:pt x="267" y="926"/>
                </a:cubicBezTo>
                <a:cubicBezTo>
                  <a:pt x="273" y="925"/>
                  <a:pt x="280" y="924"/>
                  <a:pt x="287" y="921"/>
                </a:cubicBezTo>
                <a:cubicBezTo>
                  <a:pt x="274" y="955"/>
                  <a:pt x="262" y="989"/>
                  <a:pt x="251" y="1024"/>
                </a:cubicBezTo>
                <a:cubicBezTo>
                  <a:pt x="251" y="1024"/>
                  <a:pt x="244" y="1044"/>
                  <a:pt x="244" y="1044"/>
                </a:cubicBezTo>
                <a:cubicBezTo>
                  <a:pt x="233" y="1075"/>
                  <a:pt x="219" y="1115"/>
                  <a:pt x="219" y="1151"/>
                </a:cubicBezTo>
                <a:cubicBezTo>
                  <a:pt x="219" y="1168"/>
                  <a:pt x="222" y="1184"/>
                  <a:pt x="230" y="1199"/>
                </a:cubicBezTo>
                <a:cubicBezTo>
                  <a:pt x="236" y="1209"/>
                  <a:pt x="246" y="1216"/>
                  <a:pt x="258" y="1219"/>
                </a:cubicBezTo>
                <a:cubicBezTo>
                  <a:pt x="270" y="1222"/>
                  <a:pt x="282" y="1220"/>
                  <a:pt x="293" y="1214"/>
                </a:cubicBezTo>
                <a:cubicBezTo>
                  <a:pt x="310" y="1203"/>
                  <a:pt x="326" y="1188"/>
                  <a:pt x="340" y="1172"/>
                </a:cubicBezTo>
                <a:cubicBezTo>
                  <a:pt x="340" y="1180"/>
                  <a:pt x="342" y="1188"/>
                  <a:pt x="345" y="1196"/>
                </a:cubicBezTo>
                <a:cubicBezTo>
                  <a:pt x="353" y="1216"/>
                  <a:pt x="374" y="1228"/>
                  <a:pt x="396" y="1223"/>
                </a:cubicBezTo>
                <a:cubicBezTo>
                  <a:pt x="447" y="1213"/>
                  <a:pt x="481" y="1156"/>
                  <a:pt x="506" y="1115"/>
                </a:cubicBezTo>
                <a:cubicBezTo>
                  <a:pt x="506" y="1115"/>
                  <a:pt x="508" y="1112"/>
                  <a:pt x="508" y="1111"/>
                </a:cubicBezTo>
                <a:cubicBezTo>
                  <a:pt x="514" y="1118"/>
                  <a:pt x="521" y="1124"/>
                  <a:pt x="529" y="1127"/>
                </a:cubicBezTo>
                <a:cubicBezTo>
                  <a:pt x="526" y="1142"/>
                  <a:pt x="524" y="1156"/>
                  <a:pt x="524" y="1169"/>
                </a:cubicBezTo>
                <a:cubicBezTo>
                  <a:pt x="524" y="1195"/>
                  <a:pt x="531" y="1216"/>
                  <a:pt x="549" y="1231"/>
                </a:cubicBezTo>
                <a:cubicBezTo>
                  <a:pt x="560" y="1241"/>
                  <a:pt x="575" y="1244"/>
                  <a:pt x="590" y="1241"/>
                </a:cubicBezTo>
                <a:cubicBezTo>
                  <a:pt x="649" y="1225"/>
                  <a:pt x="694" y="1167"/>
                  <a:pt x="727" y="1124"/>
                </a:cubicBezTo>
                <a:cubicBezTo>
                  <a:pt x="740" y="1107"/>
                  <a:pt x="740" y="1107"/>
                  <a:pt x="740" y="1107"/>
                </a:cubicBezTo>
                <a:cubicBezTo>
                  <a:pt x="763" y="1079"/>
                  <a:pt x="784" y="1050"/>
                  <a:pt x="806" y="1021"/>
                </a:cubicBezTo>
                <a:cubicBezTo>
                  <a:pt x="790" y="1064"/>
                  <a:pt x="778" y="1106"/>
                  <a:pt x="778" y="1142"/>
                </a:cubicBezTo>
                <a:cubicBezTo>
                  <a:pt x="778" y="1166"/>
                  <a:pt x="783" y="1187"/>
                  <a:pt x="796" y="1204"/>
                </a:cubicBezTo>
                <a:cubicBezTo>
                  <a:pt x="807" y="1217"/>
                  <a:pt x="824" y="1223"/>
                  <a:pt x="840" y="1220"/>
                </a:cubicBezTo>
                <a:cubicBezTo>
                  <a:pt x="883" y="1212"/>
                  <a:pt x="917" y="1176"/>
                  <a:pt x="944" y="1141"/>
                </a:cubicBezTo>
                <a:cubicBezTo>
                  <a:pt x="944" y="1156"/>
                  <a:pt x="947" y="1169"/>
                  <a:pt x="952" y="1181"/>
                </a:cubicBezTo>
                <a:cubicBezTo>
                  <a:pt x="959" y="1199"/>
                  <a:pt x="977" y="1210"/>
                  <a:pt x="997" y="1208"/>
                </a:cubicBezTo>
                <a:cubicBezTo>
                  <a:pt x="1015" y="1207"/>
                  <a:pt x="1032" y="1200"/>
                  <a:pt x="1046" y="1190"/>
                </a:cubicBezTo>
                <a:cubicBezTo>
                  <a:pt x="1051" y="1191"/>
                  <a:pt x="1056" y="1191"/>
                  <a:pt x="1062" y="1191"/>
                </a:cubicBezTo>
                <a:cubicBezTo>
                  <a:pt x="1075" y="1190"/>
                  <a:pt x="1088" y="1186"/>
                  <a:pt x="1100" y="1180"/>
                </a:cubicBezTo>
                <a:cubicBezTo>
                  <a:pt x="1103" y="1199"/>
                  <a:pt x="1112" y="1215"/>
                  <a:pt x="1129" y="1226"/>
                </a:cubicBezTo>
                <a:cubicBezTo>
                  <a:pt x="1146" y="1237"/>
                  <a:pt x="1163" y="1238"/>
                  <a:pt x="1180" y="1233"/>
                </a:cubicBezTo>
                <a:cubicBezTo>
                  <a:pt x="1182" y="1239"/>
                  <a:pt x="1185" y="1244"/>
                  <a:pt x="1190" y="1248"/>
                </a:cubicBezTo>
                <a:cubicBezTo>
                  <a:pt x="1200" y="1258"/>
                  <a:pt x="1214" y="1262"/>
                  <a:pt x="1228" y="1260"/>
                </a:cubicBezTo>
                <a:cubicBezTo>
                  <a:pt x="1275" y="1253"/>
                  <a:pt x="1308" y="1210"/>
                  <a:pt x="1331" y="1179"/>
                </a:cubicBezTo>
                <a:cubicBezTo>
                  <a:pt x="1331" y="1179"/>
                  <a:pt x="1332" y="1179"/>
                  <a:pt x="1332" y="1179"/>
                </a:cubicBezTo>
                <a:cubicBezTo>
                  <a:pt x="1333" y="1181"/>
                  <a:pt x="1334" y="1183"/>
                  <a:pt x="1335" y="1185"/>
                </a:cubicBezTo>
                <a:cubicBezTo>
                  <a:pt x="1339" y="1190"/>
                  <a:pt x="1343" y="1194"/>
                  <a:pt x="1349" y="1198"/>
                </a:cubicBezTo>
                <a:cubicBezTo>
                  <a:pt x="1343" y="1218"/>
                  <a:pt x="1339" y="1238"/>
                  <a:pt x="1339" y="1258"/>
                </a:cubicBezTo>
                <a:cubicBezTo>
                  <a:pt x="1339" y="1259"/>
                  <a:pt x="1339" y="1260"/>
                  <a:pt x="1339" y="1262"/>
                </a:cubicBezTo>
                <a:cubicBezTo>
                  <a:pt x="1340" y="1284"/>
                  <a:pt x="1357" y="1303"/>
                  <a:pt x="1379" y="1305"/>
                </a:cubicBezTo>
                <a:cubicBezTo>
                  <a:pt x="1426" y="1311"/>
                  <a:pt x="1465" y="1273"/>
                  <a:pt x="1506" y="1222"/>
                </a:cubicBezTo>
                <a:cubicBezTo>
                  <a:pt x="1508" y="1232"/>
                  <a:pt x="1513" y="1240"/>
                  <a:pt x="1521" y="1247"/>
                </a:cubicBezTo>
                <a:cubicBezTo>
                  <a:pt x="1532" y="1256"/>
                  <a:pt x="1547" y="1259"/>
                  <a:pt x="1561" y="1256"/>
                </a:cubicBezTo>
                <a:cubicBezTo>
                  <a:pt x="1597" y="1246"/>
                  <a:pt x="1622" y="1213"/>
                  <a:pt x="1639" y="1189"/>
                </a:cubicBezTo>
                <a:cubicBezTo>
                  <a:pt x="1648" y="1177"/>
                  <a:pt x="1648" y="1177"/>
                  <a:pt x="1648" y="1177"/>
                </a:cubicBezTo>
                <a:cubicBezTo>
                  <a:pt x="1673" y="1147"/>
                  <a:pt x="1698" y="1117"/>
                  <a:pt x="1722" y="1088"/>
                </a:cubicBezTo>
                <a:cubicBezTo>
                  <a:pt x="1722" y="1089"/>
                  <a:pt x="1721" y="1091"/>
                  <a:pt x="1721" y="1092"/>
                </a:cubicBezTo>
                <a:cubicBezTo>
                  <a:pt x="1707" y="1126"/>
                  <a:pt x="1690" y="1166"/>
                  <a:pt x="1690" y="1203"/>
                </a:cubicBezTo>
                <a:cubicBezTo>
                  <a:pt x="1690" y="1217"/>
                  <a:pt x="1692" y="1230"/>
                  <a:pt x="1698" y="1243"/>
                </a:cubicBezTo>
                <a:cubicBezTo>
                  <a:pt x="1703" y="1255"/>
                  <a:pt x="1713" y="1264"/>
                  <a:pt x="1726" y="1268"/>
                </a:cubicBezTo>
                <a:cubicBezTo>
                  <a:pt x="1738" y="1272"/>
                  <a:pt x="1752" y="1270"/>
                  <a:pt x="1763" y="1263"/>
                </a:cubicBezTo>
                <a:cubicBezTo>
                  <a:pt x="1784" y="1249"/>
                  <a:pt x="1803" y="1231"/>
                  <a:pt x="1821" y="1211"/>
                </a:cubicBezTo>
                <a:cubicBezTo>
                  <a:pt x="1823" y="1212"/>
                  <a:pt x="1826" y="1212"/>
                  <a:pt x="1829" y="1213"/>
                </a:cubicBezTo>
                <a:cubicBezTo>
                  <a:pt x="1862" y="1216"/>
                  <a:pt x="1889" y="1196"/>
                  <a:pt x="1912" y="1176"/>
                </a:cubicBezTo>
                <a:cubicBezTo>
                  <a:pt x="1913" y="1183"/>
                  <a:pt x="1916" y="1190"/>
                  <a:pt x="1921" y="1196"/>
                </a:cubicBezTo>
                <a:cubicBezTo>
                  <a:pt x="1933" y="1210"/>
                  <a:pt x="1952" y="1216"/>
                  <a:pt x="1969" y="1210"/>
                </a:cubicBezTo>
                <a:cubicBezTo>
                  <a:pt x="1992" y="1203"/>
                  <a:pt x="2012" y="1188"/>
                  <a:pt x="2029" y="1172"/>
                </a:cubicBezTo>
                <a:cubicBezTo>
                  <a:pt x="2038" y="1184"/>
                  <a:pt x="2052" y="1191"/>
                  <a:pt x="2067" y="1190"/>
                </a:cubicBezTo>
                <a:cubicBezTo>
                  <a:pt x="2072" y="1190"/>
                  <a:pt x="2078" y="1189"/>
                  <a:pt x="2083" y="1188"/>
                </a:cubicBezTo>
                <a:cubicBezTo>
                  <a:pt x="2080" y="1196"/>
                  <a:pt x="2078" y="1204"/>
                  <a:pt x="2077" y="1212"/>
                </a:cubicBezTo>
                <a:cubicBezTo>
                  <a:pt x="2077" y="1214"/>
                  <a:pt x="2077" y="1215"/>
                  <a:pt x="2077" y="1216"/>
                </a:cubicBezTo>
                <a:cubicBezTo>
                  <a:pt x="2077" y="1231"/>
                  <a:pt x="2084" y="1245"/>
                  <a:pt x="2096" y="1253"/>
                </a:cubicBezTo>
                <a:cubicBezTo>
                  <a:pt x="2110" y="1263"/>
                  <a:pt x="2127" y="1264"/>
                  <a:pt x="2142" y="1257"/>
                </a:cubicBezTo>
                <a:cubicBezTo>
                  <a:pt x="2157" y="1249"/>
                  <a:pt x="2171" y="1240"/>
                  <a:pt x="2183" y="1229"/>
                </a:cubicBezTo>
                <a:cubicBezTo>
                  <a:pt x="2181" y="1233"/>
                  <a:pt x="2180" y="1237"/>
                  <a:pt x="2179" y="1241"/>
                </a:cubicBezTo>
                <a:cubicBezTo>
                  <a:pt x="2178" y="1245"/>
                  <a:pt x="2177" y="1249"/>
                  <a:pt x="2177" y="1253"/>
                </a:cubicBezTo>
                <a:cubicBezTo>
                  <a:pt x="2177" y="1264"/>
                  <a:pt x="2182" y="1276"/>
                  <a:pt x="2190" y="1284"/>
                </a:cubicBezTo>
                <a:cubicBezTo>
                  <a:pt x="2201" y="1296"/>
                  <a:pt x="2218" y="1300"/>
                  <a:pt x="2233" y="1296"/>
                </a:cubicBezTo>
                <a:cubicBezTo>
                  <a:pt x="2235" y="1296"/>
                  <a:pt x="2237" y="1295"/>
                  <a:pt x="2239" y="1295"/>
                </a:cubicBezTo>
                <a:cubicBezTo>
                  <a:pt x="2239" y="1297"/>
                  <a:pt x="2240" y="1300"/>
                  <a:pt x="2242" y="1303"/>
                </a:cubicBezTo>
                <a:cubicBezTo>
                  <a:pt x="2250" y="1317"/>
                  <a:pt x="2264" y="1325"/>
                  <a:pt x="2280" y="1326"/>
                </a:cubicBezTo>
                <a:cubicBezTo>
                  <a:pt x="2319" y="1326"/>
                  <a:pt x="2357" y="1304"/>
                  <a:pt x="2397" y="1269"/>
                </a:cubicBezTo>
                <a:cubicBezTo>
                  <a:pt x="2397" y="1281"/>
                  <a:pt x="2402" y="1292"/>
                  <a:pt x="2411" y="1301"/>
                </a:cubicBezTo>
                <a:cubicBezTo>
                  <a:pt x="2428" y="1316"/>
                  <a:pt x="2454" y="1316"/>
                  <a:pt x="2471" y="1301"/>
                </a:cubicBezTo>
                <a:cubicBezTo>
                  <a:pt x="2472" y="1301"/>
                  <a:pt x="2473" y="1300"/>
                  <a:pt x="2473" y="1300"/>
                </a:cubicBezTo>
                <a:cubicBezTo>
                  <a:pt x="2473" y="1311"/>
                  <a:pt x="2477" y="1322"/>
                  <a:pt x="2485" y="1330"/>
                </a:cubicBezTo>
                <a:cubicBezTo>
                  <a:pt x="2502" y="1348"/>
                  <a:pt x="2530" y="1349"/>
                  <a:pt x="2548" y="1333"/>
                </a:cubicBezTo>
                <a:cubicBezTo>
                  <a:pt x="2570" y="1313"/>
                  <a:pt x="2570" y="1313"/>
                  <a:pt x="2570" y="1313"/>
                </a:cubicBezTo>
                <a:cubicBezTo>
                  <a:pt x="2595" y="1290"/>
                  <a:pt x="2628" y="1260"/>
                  <a:pt x="2660" y="1239"/>
                </a:cubicBezTo>
                <a:cubicBezTo>
                  <a:pt x="2675" y="1254"/>
                  <a:pt x="2698" y="1258"/>
                  <a:pt x="2716" y="1247"/>
                </a:cubicBezTo>
                <a:cubicBezTo>
                  <a:pt x="2744" y="1230"/>
                  <a:pt x="2762" y="1203"/>
                  <a:pt x="2763" y="1174"/>
                </a:cubicBezTo>
                <a:cubicBezTo>
                  <a:pt x="2763" y="1174"/>
                  <a:pt x="2763" y="1173"/>
                  <a:pt x="2763" y="1172"/>
                </a:cubicBezTo>
                <a:cubicBezTo>
                  <a:pt x="2763" y="1160"/>
                  <a:pt x="2759" y="1149"/>
                  <a:pt x="2751" y="1140"/>
                </a:cubicBezTo>
                <a:cubicBezTo>
                  <a:pt x="2743" y="1132"/>
                  <a:pt x="2732" y="1127"/>
                  <a:pt x="2721" y="1127"/>
                </a:cubicBezTo>
                <a:cubicBezTo>
                  <a:pt x="2741" y="1097"/>
                  <a:pt x="2759" y="1065"/>
                  <a:pt x="2766" y="1032"/>
                </a:cubicBezTo>
                <a:cubicBezTo>
                  <a:pt x="2766" y="1029"/>
                  <a:pt x="2767" y="1025"/>
                  <a:pt x="2767" y="1022"/>
                </a:cubicBezTo>
                <a:cubicBezTo>
                  <a:pt x="2767" y="1011"/>
                  <a:pt x="2763" y="1001"/>
                  <a:pt x="2755" y="992"/>
                </a:cubicBezTo>
                <a:cubicBezTo>
                  <a:pt x="2747" y="984"/>
                  <a:pt x="2737" y="979"/>
                  <a:pt x="2725" y="978"/>
                </a:cubicBezTo>
                <a:cubicBezTo>
                  <a:pt x="2729" y="967"/>
                  <a:pt x="2731" y="956"/>
                  <a:pt x="2731" y="945"/>
                </a:cubicBezTo>
                <a:cubicBezTo>
                  <a:pt x="2731" y="944"/>
                  <a:pt x="2731" y="942"/>
                  <a:pt x="2731" y="940"/>
                </a:cubicBezTo>
                <a:cubicBezTo>
                  <a:pt x="2731" y="928"/>
                  <a:pt x="2725" y="917"/>
                  <a:pt x="2716" y="909"/>
                </a:cubicBezTo>
                <a:cubicBezTo>
                  <a:pt x="2716" y="909"/>
                  <a:pt x="2716" y="909"/>
                  <a:pt x="2715" y="909"/>
                </a:cubicBezTo>
                <a:cubicBezTo>
                  <a:pt x="2737" y="885"/>
                  <a:pt x="2758" y="862"/>
                  <a:pt x="2777" y="837"/>
                </a:cubicBezTo>
                <a:cubicBezTo>
                  <a:pt x="2784" y="829"/>
                  <a:pt x="2787" y="819"/>
                  <a:pt x="2787" y="809"/>
                </a:cubicBezTo>
                <a:cubicBezTo>
                  <a:pt x="2787" y="797"/>
                  <a:pt x="2783" y="785"/>
                  <a:pt x="2774" y="777"/>
                </a:cubicBezTo>
                <a:cubicBezTo>
                  <a:pt x="2757" y="760"/>
                  <a:pt x="2731" y="760"/>
                  <a:pt x="2713" y="775"/>
                </a:cubicBezTo>
                <a:cubicBezTo>
                  <a:pt x="2663" y="818"/>
                  <a:pt x="2609" y="858"/>
                  <a:pt x="2556" y="896"/>
                </a:cubicBezTo>
                <a:cubicBezTo>
                  <a:pt x="2552" y="899"/>
                  <a:pt x="2548" y="902"/>
                  <a:pt x="2544" y="905"/>
                </a:cubicBezTo>
                <a:cubicBezTo>
                  <a:pt x="2595" y="839"/>
                  <a:pt x="2648" y="771"/>
                  <a:pt x="2709" y="715"/>
                </a:cubicBezTo>
                <a:cubicBezTo>
                  <a:pt x="2722" y="704"/>
                  <a:pt x="2735" y="693"/>
                  <a:pt x="2748" y="682"/>
                </a:cubicBezTo>
                <a:cubicBezTo>
                  <a:pt x="2759" y="673"/>
                  <a:pt x="2764" y="660"/>
                  <a:pt x="2764" y="647"/>
                </a:cubicBezTo>
                <a:cubicBezTo>
                  <a:pt x="2764" y="637"/>
                  <a:pt x="2761" y="627"/>
                  <a:pt x="2754" y="619"/>
                </a:cubicBezTo>
                <a:cubicBezTo>
                  <a:pt x="2738" y="600"/>
                  <a:pt x="2711" y="597"/>
                  <a:pt x="2691" y="612"/>
                </a:cubicBezTo>
                <a:cubicBezTo>
                  <a:pt x="2691" y="612"/>
                  <a:pt x="2690" y="613"/>
                  <a:pt x="2690" y="613"/>
                </a:cubicBezTo>
                <a:cubicBezTo>
                  <a:pt x="2690" y="613"/>
                  <a:pt x="2690" y="613"/>
                  <a:pt x="2690" y="613"/>
                </a:cubicBezTo>
                <a:cubicBezTo>
                  <a:pt x="2690" y="614"/>
                  <a:pt x="2689" y="614"/>
                  <a:pt x="2689" y="614"/>
                </a:cubicBezTo>
                <a:cubicBezTo>
                  <a:pt x="2684" y="618"/>
                  <a:pt x="2678" y="623"/>
                  <a:pt x="2673" y="627"/>
                </a:cubicBezTo>
                <a:cubicBezTo>
                  <a:pt x="2677" y="621"/>
                  <a:pt x="2679" y="614"/>
                  <a:pt x="2679" y="606"/>
                </a:cubicBezTo>
                <a:cubicBezTo>
                  <a:pt x="2679" y="598"/>
                  <a:pt x="2676" y="589"/>
                  <a:pt x="2671" y="582"/>
                </a:cubicBezTo>
                <a:cubicBezTo>
                  <a:pt x="2662" y="568"/>
                  <a:pt x="2647" y="561"/>
                  <a:pt x="2631" y="562"/>
                </a:cubicBezTo>
                <a:cubicBezTo>
                  <a:pt x="2645" y="551"/>
                  <a:pt x="2660" y="542"/>
                  <a:pt x="2674" y="533"/>
                </a:cubicBezTo>
                <a:cubicBezTo>
                  <a:pt x="2688" y="524"/>
                  <a:pt x="2696" y="509"/>
                  <a:pt x="2696" y="494"/>
                </a:cubicBezTo>
                <a:cubicBezTo>
                  <a:pt x="2696" y="486"/>
                  <a:pt x="2694" y="478"/>
                  <a:pt x="2689" y="471"/>
                </a:cubicBezTo>
                <a:cubicBezTo>
                  <a:pt x="2676" y="450"/>
                  <a:pt x="2649" y="443"/>
                  <a:pt x="2628" y="456"/>
                </a:cubicBezTo>
                <a:cubicBezTo>
                  <a:pt x="2628" y="456"/>
                  <a:pt x="2627" y="456"/>
                  <a:pt x="2627" y="456"/>
                </a:cubicBezTo>
                <a:cubicBezTo>
                  <a:pt x="2627" y="456"/>
                  <a:pt x="2627" y="456"/>
                  <a:pt x="2627" y="456"/>
                </a:cubicBezTo>
                <a:cubicBezTo>
                  <a:pt x="2627" y="456"/>
                  <a:pt x="2627" y="456"/>
                  <a:pt x="2627" y="456"/>
                </a:cubicBezTo>
                <a:cubicBezTo>
                  <a:pt x="2624" y="458"/>
                  <a:pt x="2620" y="460"/>
                  <a:pt x="2617" y="462"/>
                </a:cubicBezTo>
                <a:cubicBezTo>
                  <a:pt x="2625" y="456"/>
                  <a:pt x="2632" y="450"/>
                  <a:pt x="2640" y="443"/>
                </a:cubicBezTo>
                <a:cubicBezTo>
                  <a:pt x="2650" y="435"/>
                  <a:pt x="2656" y="422"/>
                  <a:pt x="2656" y="409"/>
                </a:cubicBezTo>
                <a:cubicBezTo>
                  <a:pt x="2656" y="400"/>
                  <a:pt x="2654" y="392"/>
                  <a:pt x="2649" y="384"/>
                </a:cubicBezTo>
                <a:cubicBezTo>
                  <a:pt x="2644" y="376"/>
                  <a:pt x="2636" y="371"/>
                  <a:pt x="2628" y="367"/>
                </a:cubicBezTo>
                <a:cubicBezTo>
                  <a:pt x="2633" y="364"/>
                  <a:pt x="2638" y="360"/>
                  <a:pt x="2643" y="357"/>
                </a:cubicBezTo>
                <a:cubicBezTo>
                  <a:pt x="2643" y="357"/>
                  <a:pt x="2642" y="357"/>
                  <a:pt x="2642" y="358"/>
                </a:cubicBezTo>
                <a:cubicBezTo>
                  <a:pt x="2643" y="357"/>
                  <a:pt x="2644" y="357"/>
                  <a:pt x="2644" y="356"/>
                </a:cubicBezTo>
                <a:cubicBezTo>
                  <a:pt x="2657" y="348"/>
                  <a:pt x="2663" y="334"/>
                  <a:pt x="2663" y="320"/>
                </a:cubicBezTo>
                <a:cubicBezTo>
                  <a:pt x="2663" y="311"/>
                  <a:pt x="2661" y="302"/>
                  <a:pt x="2656" y="294"/>
                </a:cubicBezTo>
                <a:cubicBezTo>
                  <a:pt x="2642" y="274"/>
                  <a:pt x="2614" y="269"/>
                  <a:pt x="2594" y="282"/>
                </a:cubicBezTo>
                <a:cubicBezTo>
                  <a:pt x="2593" y="282"/>
                  <a:pt x="2593" y="283"/>
                  <a:pt x="2592" y="283"/>
                </a:cubicBezTo>
                <a:cubicBezTo>
                  <a:pt x="2572" y="298"/>
                  <a:pt x="2547" y="309"/>
                  <a:pt x="2521" y="321"/>
                </a:cubicBezTo>
                <a:cubicBezTo>
                  <a:pt x="2516" y="323"/>
                  <a:pt x="2512" y="325"/>
                  <a:pt x="2508" y="327"/>
                </a:cubicBezTo>
                <a:cubicBezTo>
                  <a:pt x="2524" y="315"/>
                  <a:pt x="2540" y="302"/>
                  <a:pt x="2553" y="287"/>
                </a:cubicBezTo>
                <a:cubicBezTo>
                  <a:pt x="2561" y="278"/>
                  <a:pt x="2566" y="267"/>
                  <a:pt x="2566" y="256"/>
                </a:cubicBezTo>
                <a:cubicBezTo>
                  <a:pt x="2566" y="249"/>
                  <a:pt x="2564" y="241"/>
                  <a:pt x="2560" y="234"/>
                </a:cubicBezTo>
                <a:cubicBezTo>
                  <a:pt x="2550" y="217"/>
                  <a:pt x="2531" y="208"/>
                  <a:pt x="2512" y="212"/>
                </a:cubicBezTo>
                <a:cubicBezTo>
                  <a:pt x="2484" y="218"/>
                  <a:pt x="2457" y="232"/>
                  <a:pt x="2431" y="249"/>
                </a:cubicBezTo>
                <a:cubicBezTo>
                  <a:pt x="2436" y="242"/>
                  <a:pt x="2438" y="234"/>
                  <a:pt x="2438" y="226"/>
                </a:cubicBezTo>
                <a:cubicBezTo>
                  <a:pt x="2438" y="218"/>
                  <a:pt x="2436" y="210"/>
                  <a:pt x="2432" y="203"/>
                </a:cubicBezTo>
                <a:cubicBezTo>
                  <a:pt x="2421" y="184"/>
                  <a:pt x="2399" y="176"/>
                  <a:pt x="2378" y="183"/>
                </a:cubicBezTo>
                <a:cubicBezTo>
                  <a:pt x="2301" y="211"/>
                  <a:pt x="2231" y="266"/>
                  <a:pt x="2175" y="310"/>
                </a:cubicBezTo>
                <a:cubicBezTo>
                  <a:pt x="2086" y="380"/>
                  <a:pt x="2003" y="462"/>
                  <a:pt x="1913" y="568"/>
                </a:cubicBezTo>
                <a:cubicBezTo>
                  <a:pt x="1982" y="478"/>
                  <a:pt x="2056" y="390"/>
                  <a:pt x="2141" y="311"/>
                </a:cubicBezTo>
                <a:cubicBezTo>
                  <a:pt x="2148" y="305"/>
                  <a:pt x="2159" y="296"/>
                  <a:pt x="2172" y="286"/>
                </a:cubicBezTo>
                <a:cubicBezTo>
                  <a:pt x="2213" y="255"/>
                  <a:pt x="2259" y="219"/>
                  <a:pt x="2270" y="177"/>
                </a:cubicBezTo>
                <a:cubicBezTo>
                  <a:pt x="2271" y="174"/>
                  <a:pt x="2271" y="170"/>
                  <a:pt x="2271" y="166"/>
                </a:cubicBezTo>
                <a:cubicBezTo>
                  <a:pt x="2271" y="154"/>
                  <a:pt x="2266" y="142"/>
                  <a:pt x="2257" y="133"/>
                </a:cubicBezTo>
                <a:cubicBezTo>
                  <a:pt x="2246" y="122"/>
                  <a:pt x="2228" y="118"/>
                  <a:pt x="2213" y="123"/>
                </a:cubicBezTo>
                <a:cubicBezTo>
                  <a:pt x="2201" y="127"/>
                  <a:pt x="2189" y="132"/>
                  <a:pt x="2177" y="138"/>
                </a:cubicBezTo>
                <a:cubicBezTo>
                  <a:pt x="2175" y="136"/>
                  <a:pt x="2173" y="135"/>
                  <a:pt x="2170" y="135"/>
                </a:cubicBezTo>
                <a:cubicBezTo>
                  <a:pt x="2126" y="119"/>
                  <a:pt x="2074" y="143"/>
                  <a:pt x="2019" y="176"/>
                </a:cubicBezTo>
                <a:cubicBezTo>
                  <a:pt x="2025" y="160"/>
                  <a:pt x="2029" y="145"/>
                  <a:pt x="2029" y="130"/>
                </a:cubicBezTo>
                <a:cubicBezTo>
                  <a:pt x="2029" y="126"/>
                  <a:pt x="2028" y="122"/>
                  <a:pt x="2028" y="119"/>
                </a:cubicBezTo>
                <a:cubicBezTo>
                  <a:pt x="2025" y="98"/>
                  <a:pt x="2009" y="82"/>
                  <a:pt x="1988" y="80"/>
                </a:cubicBezTo>
                <a:cubicBezTo>
                  <a:pt x="1970" y="78"/>
                  <a:pt x="1952" y="81"/>
                  <a:pt x="1934" y="86"/>
                </a:cubicBezTo>
                <a:cubicBezTo>
                  <a:pt x="1934" y="86"/>
                  <a:pt x="1934" y="86"/>
                  <a:pt x="1934" y="86"/>
                </a:cubicBezTo>
                <a:cubicBezTo>
                  <a:pt x="1918" y="69"/>
                  <a:pt x="1890" y="68"/>
                  <a:pt x="1872" y="84"/>
                </a:cubicBezTo>
                <a:cubicBezTo>
                  <a:pt x="1866" y="88"/>
                  <a:pt x="1861" y="94"/>
                  <a:pt x="1856" y="99"/>
                </a:cubicBezTo>
                <a:cubicBezTo>
                  <a:pt x="1845" y="108"/>
                  <a:pt x="1833" y="117"/>
                  <a:pt x="1821" y="126"/>
                </a:cubicBezTo>
                <a:cubicBezTo>
                  <a:pt x="1823" y="121"/>
                  <a:pt x="1824" y="115"/>
                  <a:pt x="1825" y="109"/>
                </a:cubicBezTo>
                <a:cubicBezTo>
                  <a:pt x="1825" y="107"/>
                  <a:pt x="1825" y="105"/>
                  <a:pt x="1825" y="102"/>
                </a:cubicBezTo>
                <a:cubicBezTo>
                  <a:pt x="1825" y="90"/>
                  <a:pt x="1821" y="79"/>
                  <a:pt x="1812" y="70"/>
                </a:cubicBezTo>
                <a:cubicBezTo>
                  <a:pt x="1802" y="60"/>
                  <a:pt x="1787" y="56"/>
                  <a:pt x="1773" y="58"/>
                </a:cubicBezTo>
                <a:cubicBezTo>
                  <a:pt x="1714" y="68"/>
                  <a:pt x="1657" y="106"/>
                  <a:pt x="1611" y="136"/>
                </a:cubicBezTo>
                <a:cubicBezTo>
                  <a:pt x="1611" y="136"/>
                  <a:pt x="1610" y="137"/>
                  <a:pt x="1610" y="137"/>
                </a:cubicBezTo>
                <a:cubicBezTo>
                  <a:pt x="1610" y="135"/>
                  <a:pt x="1610" y="134"/>
                  <a:pt x="1610" y="132"/>
                </a:cubicBezTo>
                <a:cubicBezTo>
                  <a:pt x="1610" y="124"/>
                  <a:pt x="1608" y="116"/>
                  <a:pt x="1603" y="109"/>
                </a:cubicBezTo>
                <a:cubicBezTo>
                  <a:pt x="1593" y="91"/>
                  <a:pt x="1571" y="83"/>
                  <a:pt x="1551" y="89"/>
                </a:cubicBezTo>
                <a:cubicBezTo>
                  <a:pt x="1495" y="108"/>
                  <a:pt x="1446" y="151"/>
                  <a:pt x="1403" y="190"/>
                </a:cubicBezTo>
                <a:cubicBezTo>
                  <a:pt x="1405" y="183"/>
                  <a:pt x="1407" y="176"/>
                  <a:pt x="1408" y="169"/>
                </a:cubicBezTo>
                <a:cubicBezTo>
                  <a:pt x="1408" y="167"/>
                  <a:pt x="1408" y="165"/>
                  <a:pt x="1408" y="163"/>
                </a:cubicBezTo>
                <a:cubicBezTo>
                  <a:pt x="1408" y="162"/>
                  <a:pt x="1408" y="160"/>
                  <a:pt x="1408" y="159"/>
                </a:cubicBezTo>
                <a:cubicBezTo>
                  <a:pt x="1429" y="143"/>
                  <a:pt x="1450" y="127"/>
                  <a:pt x="1470" y="110"/>
                </a:cubicBezTo>
                <a:cubicBezTo>
                  <a:pt x="1481" y="101"/>
                  <a:pt x="1486" y="88"/>
                  <a:pt x="1486" y="76"/>
                </a:cubicBezTo>
                <a:cubicBezTo>
                  <a:pt x="1486" y="69"/>
                  <a:pt x="1485" y="62"/>
                  <a:pt x="1482" y="56"/>
                </a:cubicBezTo>
                <a:cubicBezTo>
                  <a:pt x="1472" y="37"/>
                  <a:pt x="1452" y="27"/>
                  <a:pt x="1431" y="32"/>
                </a:cubicBezTo>
                <a:cubicBezTo>
                  <a:pt x="1397" y="39"/>
                  <a:pt x="1365" y="56"/>
                  <a:pt x="1334" y="77"/>
                </a:cubicBezTo>
                <a:cubicBezTo>
                  <a:pt x="1321" y="43"/>
                  <a:pt x="1293" y="22"/>
                  <a:pt x="1254" y="17"/>
                </a:cubicBezTo>
                <a:cubicBezTo>
                  <a:pt x="1228" y="13"/>
                  <a:pt x="1202" y="17"/>
                  <a:pt x="1180" y="21"/>
                </a:cubicBezTo>
                <a:cubicBezTo>
                  <a:pt x="1084" y="39"/>
                  <a:pt x="1001" y="92"/>
                  <a:pt x="927" y="156"/>
                </a:cubicBezTo>
                <a:cubicBezTo>
                  <a:pt x="926" y="153"/>
                  <a:pt x="924" y="151"/>
                  <a:pt x="922" y="148"/>
                </a:cubicBezTo>
                <a:cubicBezTo>
                  <a:pt x="911" y="134"/>
                  <a:pt x="892" y="128"/>
                  <a:pt x="874" y="133"/>
                </a:cubicBezTo>
                <a:cubicBezTo>
                  <a:pt x="800" y="155"/>
                  <a:pt x="699" y="288"/>
                  <a:pt x="540" y="502"/>
                </a:cubicBezTo>
                <a:cubicBezTo>
                  <a:pt x="538" y="506"/>
                  <a:pt x="535" y="509"/>
                  <a:pt x="533" y="512"/>
                </a:cubicBezTo>
                <a:cubicBezTo>
                  <a:pt x="510" y="542"/>
                  <a:pt x="487" y="573"/>
                  <a:pt x="466" y="603"/>
                </a:cubicBezTo>
                <a:cubicBezTo>
                  <a:pt x="430" y="651"/>
                  <a:pt x="394" y="696"/>
                  <a:pt x="363" y="734"/>
                </a:cubicBezTo>
                <a:cubicBezTo>
                  <a:pt x="342" y="758"/>
                  <a:pt x="325" y="777"/>
                  <a:pt x="311" y="791"/>
                </a:cubicBezTo>
                <a:cubicBezTo>
                  <a:pt x="353" y="736"/>
                  <a:pt x="406" y="656"/>
                  <a:pt x="474" y="545"/>
                </a:cubicBezTo>
                <a:cubicBezTo>
                  <a:pt x="490" y="519"/>
                  <a:pt x="505" y="495"/>
                  <a:pt x="509" y="489"/>
                </a:cubicBezTo>
                <a:cubicBezTo>
                  <a:pt x="576" y="398"/>
                  <a:pt x="634" y="324"/>
                  <a:pt x="705" y="260"/>
                </a:cubicBezTo>
                <a:cubicBezTo>
                  <a:pt x="717" y="249"/>
                  <a:pt x="717" y="249"/>
                  <a:pt x="717" y="249"/>
                </a:cubicBezTo>
                <a:cubicBezTo>
                  <a:pt x="739" y="231"/>
                  <a:pt x="763" y="210"/>
                  <a:pt x="778" y="182"/>
                </a:cubicBezTo>
                <a:cubicBezTo>
                  <a:pt x="782" y="175"/>
                  <a:pt x="784" y="167"/>
                  <a:pt x="784" y="160"/>
                </a:cubicBezTo>
                <a:cubicBezTo>
                  <a:pt x="784" y="148"/>
                  <a:pt x="779" y="136"/>
                  <a:pt x="770" y="127"/>
                </a:cubicBezTo>
                <a:cubicBezTo>
                  <a:pt x="755" y="113"/>
                  <a:pt x="732" y="111"/>
                  <a:pt x="715" y="122"/>
                </a:cubicBezTo>
                <a:cubicBezTo>
                  <a:pt x="605" y="192"/>
                  <a:pt x="514" y="303"/>
                  <a:pt x="433" y="402"/>
                </a:cubicBezTo>
                <a:cubicBezTo>
                  <a:pt x="420" y="418"/>
                  <a:pt x="420" y="418"/>
                  <a:pt x="420" y="418"/>
                </a:cubicBezTo>
                <a:cubicBezTo>
                  <a:pt x="376" y="472"/>
                  <a:pt x="332" y="529"/>
                  <a:pt x="293" y="590"/>
                </a:cubicBezTo>
                <a:cubicBezTo>
                  <a:pt x="327" y="536"/>
                  <a:pt x="367" y="484"/>
                  <a:pt x="404" y="437"/>
                </a:cubicBezTo>
                <a:cubicBezTo>
                  <a:pt x="433" y="400"/>
                  <a:pt x="459" y="360"/>
                  <a:pt x="484" y="321"/>
                </a:cubicBezTo>
                <a:cubicBezTo>
                  <a:pt x="515" y="272"/>
                  <a:pt x="545" y="226"/>
                  <a:pt x="580" y="187"/>
                </a:cubicBezTo>
                <a:cubicBezTo>
                  <a:pt x="592" y="177"/>
                  <a:pt x="603" y="166"/>
                  <a:pt x="615" y="155"/>
                </a:cubicBezTo>
                <a:cubicBezTo>
                  <a:pt x="625" y="150"/>
                  <a:pt x="640" y="146"/>
                  <a:pt x="651" y="143"/>
                </a:cubicBezTo>
                <a:cubicBezTo>
                  <a:pt x="687" y="134"/>
                  <a:pt x="732" y="122"/>
                  <a:pt x="753" y="82"/>
                </a:cubicBezTo>
                <a:cubicBezTo>
                  <a:pt x="756" y="76"/>
                  <a:pt x="758" y="69"/>
                  <a:pt x="758" y="62"/>
                </a:cubicBezTo>
                <a:cubicBezTo>
                  <a:pt x="758" y="56"/>
                  <a:pt x="757" y="50"/>
                  <a:pt x="754" y="44"/>
                </a:cubicBezTo>
                <a:cubicBezTo>
                  <a:pt x="749" y="32"/>
                  <a:pt x="739" y="23"/>
                  <a:pt x="726" y="19"/>
                </a:cubicBezTo>
                <a:cubicBezTo>
                  <a:pt x="669" y="0"/>
                  <a:pt x="594" y="50"/>
                  <a:pt x="573" y="70"/>
                </a:cubicBezTo>
                <a:close/>
                <a:moveTo>
                  <a:pt x="1117" y="136"/>
                </a:moveTo>
                <a:cubicBezTo>
                  <a:pt x="1109" y="140"/>
                  <a:pt x="1102" y="144"/>
                  <a:pt x="1095" y="149"/>
                </a:cubicBezTo>
                <a:cubicBezTo>
                  <a:pt x="1094" y="149"/>
                  <a:pt x="1094" y="148"/>
                  <a:pt x="1093" y="148"/>
                </a:cubicBezTo>
                <a:cubicBezTo>
                  <a:pt x="1101" y="143"/>
                  <a:pt x="1109" y="139"/>
                  <a:pt x="1117" y="136"/>
                </a:cubicBezTo>
                <a:close/>
                <a:moveTo>
                  <a:pt x="1249" y="107"/>
                </a:moveTo>
                <a:cubicBezTo>
                  <a:pt x="1250" y="108"/>
                  <a:pt x="1250" y="108"/>
                  <a:pt x="1250" y="108"/>
                </a:cubicBezTo>
                <a:cubicBezTo>
                  <a:pt x="1250" y="108"/>
                  <a:pt x="1250" y="109"/>
                  <a:pt x="1250" y="110"/>
                </a:cubicBezTo>
                <a:cubicBezTo>
                  <a:pt x="1250" y="115"/>
                  <a:pt x="1249" y="125"/>
                  <a:pt x="1240" y="146"/>
                </a:cubicBezTo>
                <a:cubicBezTo>
                  <a:pt x="1239" y="137"/>
                  <a:pt x="1236" y="128"/>
                  <a:pt x="1230" y="120"/>
                </a:cubicBezTo>
                <a:cubicBezTo>
                  <a:pt x="1225" y="114"/>
                  <a:pt x="1218" y="110"/>
                  <a:pt x="1211" y="107"/>
                </a:cubicBezTo>
                <a:cubicBezTo>
                  <a:pt x="1237" y="104"/>
                  <a:pt x="1246" y="105"/>
                  <a:pt x="1249" y="107"/>
                </a:cubicBezTo>
                <a:close/>
                <a:moveTo>
                  <a:pt x="590" y="586"/>
                </a:moveTo>
                <a:cubicBezTo>
                  <a:pt x="580" y="605"/>
                  <a:pt x="569" y="624"/>
                  <a:pt x="559" y="643"/>
                </a:cubicBezTo>
                <a:cubicBezTo>
                  <a:pt x="543" y="673"/>
                  <a:pt x="543" y="673"/>
                  <a:pt x="543" y="673"/>
                </a:cubicBezTo>
                <a:cubicBezTo>
                  <a:pt x="527" y="702"/>
                  <a:pt x="509" y="735"/>
                  <a:pt x="494" y="771"/>
                </a:cubicBezTo>
                <a:cubicBezTo>
                  <a:pt x="473" y="803"/>
                  <a:pt x="452" y="836"/>
                  <a:pt x="432" y="869"/>
                </a:cubicBezTo>
                <a:cubicBezTo>
                  <a:pt x="409" y="905"/>
                  <a:pt x="385" y="942"/>
                  <a:pt x="361" y="979"/>
                </a:cubicBezTo>
                <a:cubicBezTo>
                  <a:pt x="395" y="888"/>
                  <a:pt x="440" y="801"/>
                  <a:pt x="496" y="717"/>
                </a:cubicBezTo>
                <a:cubicBezTo>
                  <a:pt x="510" y="695"/>
                  <a:pt x="526" y="674"/>
                  <a:pt x="541" y="652"/>
                </a:cubicBezTo>
                <a:cubicBezTo>
                  <a:pt x="557" y="631"/>
                  <a:pt x="573" y="609"/>
                  <a:pt x="590" y="586"/>
                </a:cubicBezTo>
                <a:close/>
                <a:moveTo>
                  <a:pt x="665" y="689"/>
                </a:moveTo>
                <a:cubicBezTo>
                  <a:pt x="675" y="674"/>
                  <a:pt x="684" y="659"/>
                  <a:pt x="694" y="645"/>
                </a:cubicBezTo>
                <a:cubicBezTo>
                  <a:pt x="667" y="690"/>
                  <a:pt x="642" y="734"/>
                  <a:pt x="620" y="775"/>
                </a:cubicBezTo>
                <a:cubicBezTo>
                  <a:pt x="615" y="779"/>
                  <a:pt x="611" y="783"/>
                  <a:pt x="606" y="787"/>
                </a:cubicBezTo>
                <a:cubicBezTo>
                  <a:pt x="625" y="755"/>
                  <a:pt x="645" y="722"/>
                  <a:pt x="665" y="689"/>
                </a:cubicBezTo>
                <a:close/>
                <a:moveTo>
                  <a:pt x="636" y="1095"/>
                </a:moveTo>
                <a:cubicBezTo>
                  <a:pt x="635" y="1096"/>
                  <a:pt x="634" y="1097"/>
                  <a:pt x="633" y="1098"/>
                </a:cubicBezTo>
                <a:cubicBezTo>
                  <a:pt x="633" y="1098"/>
                  <a:pt x="633" y="1097"/>
                  <a:pt x="633" y="1097"/>
                </a:cubicBezTo>
                <a:cubicBezTo>
                  <a:pt x="634" y="1096"/>
                  <a:pt x="635" y="1095"/>
                  <a:pt x="636" y="1095"/>
                </a:cubicBezTo>
                <a:close/>
                <a:moveTo>
                  <a:pt x="1275" y="453"/>
                </a:moveTo>
                <a:cubicBezTo>
                  <a:pt x="1244" y="495"/>
                  <a:pt x="1217" y="535"/>
                  <a:pt x="1196" y="569"/>
                </a:cubicBezTo>
                <a:cubicBezTo>
                  <a:pt x="1154" y="636"/>
                  <a:pt x="1115" y="711"/>
                  <a:pt x="1074" y="800"/>
                </a:cubicBezTo>
                <a:cubicBezTo>
                  <a:pt x="1066" y="811"/>
                  <a:pt x="1059" y="823"/>
                  <a:pt x="1051" y="834"/>
                </a:cubicBezTo>
                <a:cubicBezTo>
                  <a:pt x="1004" y="903"/>
                  <a:pt x="956" y="975"/>
                  <a:pt x="905" y="1042"/>
                </a:cubicBezTo>
                <a:cubicBezTo>
                  <a:pt x="891" y="1061"/>
                  <a:pt x="891" y="1061"/>
                  <a:pt x="891" y="1061"/>
                </a:cubicBezTo>
                <a:cubicBezTo>
                  <a:pt x="889" y="1064"/>
                  <a:pt x="886" y="1068"/>
                  <a:pt x="882" y="1073"/>
                </a:cubicBezTo>
                <a:cubicBezTo>
                  <a:pt x="893" y="1042"/>
                  <a:pt x="906" y="1011"/>
                  <a:pt x="916" y="988"/>
                </a:cubicBezTo>
                <a:cubicBezTo>
                  <a:pt x="926" y="964"/>
                  <a:pt x="926" y="964"/>
                  <a:pt x="926" y="964"/>
                </a:cubicBezTo>
                <a:cubicBezTo>
                  <a:pt x="974" y="842"/>
                  <a:pt x="1042" y="721"/>
                  <a:pt x="1129" y="605"/>
                </a:cubicBezTo>
                <a:cubicBezTo>
                  <a:pt x="1145" y="584"/>
                  <a:pt x="1162" y="563"/>
                  <a:pt x="1179" y="542"/>
                </a:cubicBezTo>
                <a:cubicBezTo>
                  <a:pt x="1210" y="511"/>
                  <a:pt x="1242" y="482"/>
                  <a:pt x="1275" y="453"/>
                </a:cubicBezTo>
                <a:close/>
                <a:moveTo>
                  <a:pt x="1253" y="701"/>
                </a:moveTo>
                <a:cubicBezTo>
                  <a:pt x="1290" y="652"/>
                  <a:pt x="1332" y="597"/>
                  <a:pt x="1378" y="541"/>
                </a:cubicBezTo>
                <a:cubicBezTo>
                  <a:pt x="1360" y="567"/>
                  <a:pt x="1341" y="594"/>
                  <a:pt x="1322" y="623"/>
                </a:cubicBezTo>
                <a:cubicBezTo>
                  <a:pt x="1282" y="683"/>
                  <a:pt x="1244" y="745"/>
                  <a:pt x="1207" y="805"/>
                </a:cubicBezTo>
                <a:cubicBezTo>
                  <a:pt x="1198" y="820"/>
                  <a:pt x="1188" y="836"/>
                  <a:pt x="1179" y="851"/>
                </a:cubicBezTo>
                <a:cubicBezTo>
                  <a:pt x="1190" y="819"/>
                  <a:pt x="1202" y="787"/>
                  <a:pt x="1214" y="755"/>
                </a:cubicBezTo>
                <a:cubicBezTo>
                  <a:pt x="1227" y="737"/>
                  <a:pt x="1240" y="719"/>
                  <a:pt x="1253" y="701"/>
                </a:cubicBezTo>
                <a:close/>
                <a:moveTo>
                  <a:pt x="1852" y="240"/>
                </a:moveTo>
                <a:cubicBezTo>
                  <a:pt x="1872" y="226"/>
                  <a:pt x="1872" y="226"/>
                  <a:pt x="1872" y="226"/>
                </a:cubicBezTo>
                <a:cubicBezTo>
                  <a:pt x="1874" y="224"/>
                  <a:pt x="1877" y="222"/>
                  <a:pt x="1880" y="220"/>
                </a:cubicBezTo>
                <a:cubicBezTo>
                  <a:pt x="1866" y="236"/>
                  <a:pt x="1852" y="251"/>
                  <a:pt x="1839" y="264"/>
                </a:cubicBezTo>
                <a:cubicBezTo>
                  <a:pt x="1825" y="279"/>
                  <a:pt x="1813" y="292"/>
                  <a:pt x="1805" y="302"/>
                </a:cubicBezTo>
                <a:cubicBezTo>
                  <a:pt x="1788" y="323"/>
                  <a:pt x="1771" y="345"/>
                  <a:pt x="1753" y="367"/>
                </a:cubicBezTo>
                <a:cubicBezTo>
                  <a:pt x="1683" y="431"/>
                  <a:pt x="1622" y="502"/>
                  <a:pt x="1572" y="578"/>
                </a:cubicBezTo>
                <a:cubicBezTo>
                  <a:pt x="1555" y="603"/>
                  <a:pt x="1539" y="629"/>
                  <a:pt x="1525" y="656"/>
                </a:cubicBezTo>
                <a:cubicBezTo>
                  <a:pt x="1506" y="680"/>
                  <a:pt x="1487" y="704"/>
                  <a:pt x="1469" y="729"/>
                </a:cubicBezTo>
                <a:cubicBezTo>
                  <a:pt x="1449" y="756"/>
                  <a:pt x="1429" y="783"/>
                  <a:pt x="1410" y="811"/>
                </a:cubicBezTo>
                <a:cubicBezTo>
                  <a:pt x="1419" y="788"/>
                  <a:pt x="1428" y="766"/>
                  <a:pt x="1438" y="743"/>
                </a:cubicBezTo>
                <a:cubicBezTo>
                  <a:pt x="1444" y="735"/>
                  <a:pt x="1450" y="727"/>
                  <a:pt x="1455" y="719"/>
                </a:cubicBezTo>
                <a:cubicBezTo>
                  <a:pt x="1549" y="587"/>
                  <a:pt x="1647" y="462"/>
                  <a:pt x="1749" y="349"/>
                </a:cubicBezTo>
                <a:cubicBezTo>
                  <a:pt x="1749" y="349"/>
                  <a:pt x="1797" y="294"/>
                  <a:pt x="1797" y="294"/>
                </a:cubicBezTo>
                <a:cubicBezTo>
                  <a:pt x="1807" y="281"/>
                  <a:pt x="1818" y="269"/>
                  <a:pt x="1829" y="257"/>
                </a:cubicBezTo>
                <a:cubicBezTo>
                  <a:pt x="1837" y="251"/>
                  <a:pt x="1844" y="245"/>
                  <a:pt x="1852" y="240"/>
                </a:cubicBezTo>
                <a:close/>
                <a:moveTo>
                  <a:pt x="1894" y="365"/>
                </a:moveTo>
                <a:cubicBezTo>
                  <a:pt x="1808" y="450"/>
                  <a:pt x="1732" y="541"/>
                  <a:pt x="1666" y="637"/>
                </a:cubicBezTo>
                <a:cubicBezTo>
                  <a:pt x="1654" y="654"/>
                  <a:pt x="1643" y="672"/>
                  <a:pt x="1632" y="689"/>
                </a:cubicBezTo>
                <a:cubicBezTo>
                  <a:pt x="1613" y="709"/>
                  <a:pt x="1595" y="729"/>
                  <a:pt x="1577" y="748"/>
                </a:cubicBezTo>
                <a:cubicBezTo>
                  <a:pt x="1584" y="734"/>
                  <a:pt x="1592" y="720"/>
                  <a:pt x="1600" y="706"/>
                </a:cubicBezTo>
                <a:cubicBezTo>
                  <a:pt x="1674" y="609"/>
                  <a:pt x="1749" y="515"/>
                  <a:pt x="1818" y="429"/>
                </a:cubicBezTo>
                <a:cubicBezTo>
                  <a:pt x="1842" y="407"/>
                  <a:pt x="1868" y="386"/>
                  <a:pt x="1894" y="365"/>
                </a:cubicBezTo>
                <a:close/>
                <a:moveTo>
                  <a:pt x="2264" y="375"/>
                </a:moveTo>
                <a:cubicBezTo>
                  <a:pt x="2282" y="361"/>
                  <a:pt x="2301" y="348"/>
                  <a:pt x="2321" y="335"/>
                </a:cubicBezTo>
                <a:cubicBezTo>
                  <a:pt x="2335" y="325"/>
                  <a:pt x="2350" y="315"/>
                  <a:pt x="2364" y="305"/>
                </a:cubicBezTo>
                <a:cubicBezTo>
                  <a:pt x="2357" y="312"/>
                  <a:pt x="2349" y="320"/>
                  <a:pt x="2342" y="327"/>
                </a:cubicBezTo>
                <a:cubicBezTo>
                  <a:pt x="2336" y="331"/>
                  <a:pt x="2329" y="335"/>
                  <a:pt x="2323" y="340"/>
                </a:cubicBezTo>
                <a:cubicBezTo>
                  <a:pt x="2134" y="479"/>
                  <a:pt x="1989" y="622"/>
                  <a:pt x="1879" y="775"/>
                </a:cubicBezTo>
                <a:cubicBezTo>
                  <a:pt x="1873" y="785"/>
                  <a:pt x="1866" y="795"/>
                  <a:pt x="1859" y="805"/>
                </a:cubicBezTo>
                <a:cubicBezTo>
                  <a:pt x="1837" y="827"/>
                  <a:pt x="1816" y="850"/>
                  <a:pt x="1794" y="873"/>
                </a:cubicBezTo>
                <a:cubicBezTo>
                  <a:pt x="1822" y="832"/>
                  <a:pt x="1852" y="791"/>
                  <a:pt x="1883" y="751"/>
                </a:cubicBezTo>
                <a:cubicBezTo>
                  <a:pt x="1979" y="634"/>
                  <a:pt x="2107" y="491"/>
                  <a:pt x="2264" y="375"/>
                </a:cubicBezTo>
                <a:close/>
                <a:moveTo>
                  <a:pt x="1932" y="859"/>
                </a:moveTo>
                <a:cubicBezTo>
                  <a:pt x="2029" y="762"/>
                  <a:pt x="2029" y="762"/>
                  <a:pt x="2029" y="762"/>
                </a:cubicBezTo>
                <a:cubicBezTo>
                  <a:pt x="2033" y="757"/>
                  <a:pt x="2038" y="752"/>
                  <a:pt x="2043" y="748"/>
                </a:cubicBezTo>
                <a:cubicBezTo>
                  <a:pt x="2009" y="799"/>
                  <a:pt x="1977" y="852"/>
                  <a:pt x="1946" y="903"/>
                </a:cubicBezTo>
                <a:cubicBezTo>
                  <a:pt x="1923" y="943"/>
                  <a:pt x="1923" y="943"/>
                  <a:pt x="1923" y="943"/>
                </a:cubicBezTo>
                <a:cubicBezTo>
                  <a:pt x="1914" y="958"/>
                  <a:pt x="1903" y="973"/>
                  <a:pt x="1893" y="989"/>
                </a:cubicBezTo>
                <a:cubicBezTo>
                  <a:pt x="1871" y="1013"/>
                  <a:pt x="1849" y="1037"/>
                  <a:pt x="1829" y="1060"/>
                </a:cubicBezTo>
                <a:cubicBezTo>
                  <a:pt x="1856" y="989"/>
                  <a:pt x="1889" y="923"/>
                  <a:pt x="1929" y="862"/>
                </a:cubicBezTo>
                <a:cubicBezTo>
                  <a:pt x="1930" y="861"/>
                  <a:pt x="1931" y="860"/>
                  <a:pt x="1932" y="85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80378" y="3974545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3600" smtClean="0">
                <a:solidFill>
                  <a:schemeClr val="tx2">
                    <a:lumMod val="7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rPr>
              <a:t>核心技术</a:t>
            </a:r>
            <a:endParaRPr kumimoji="1" lang="zh-CN" altLang="en-US" sz="3600" dirty="0">
              <a:solidFill>
                <a:schemeClr val="tx2">
                  <a:lumMod val="75000"/>
                </a:schemeClr>
              </a:solidFill>
              <a:latin typeface="Arial"/>
              <a:ea typeface="微软雅黑"/>
              <a:cs typeface="DFPShaoNvW5-GB" charset="-122"/>
              <a:sym typeface="Arial"/>
            </a:endParaRPr>
          </a:p>
        </p:txBody>
      </p:sp>
      <p:grpSp>
        <p:nvGrpSpPr>
          <p:cNvPr id="31" name="Group 70"/>
          <p:cNvGrpSpPr/>
          <p:nvPr/>
        </p:nvGrpSpPr>
        <p:grpSpPr>
          <a:xfrm>
            <a:off x="2769610" y="795534"/>
            <a:ext cx="6600172" cy="5135635"/>
            <a:chOff x="-1" y="0"/>
            <a:chExt cx="2335461" cy="1802808"/>
          </a:xfrm>
        </p:grpSpPr>
        <p:sp>
          <p:nvSpPr>
            <p:cNvPr id="32" name="chenying0907 66"/>
            <p:cNvSpPr/>
            <p:nvPr/>
          </p:nvSpPr>
          <p:spPr>
            <a:xfrm>
              <a:off x="88900" y="177800"/>
              <a:ext cx="2125877" cy="1425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9" h="21550" extrusionOk="0">
                  <a:moveTo>
                    <a:pt x="21281" y="131"/>
                  </a:moveTo>
                  <a:cubicBezTo>
                    <a:pt x="20628" y="31"/>
                    <a:pt x="2649" y="215"/>
                    <a:pt x="166" y="0"/>
                  </a:cubicBezTo>
                  <a:cubicBezTo>
                    <a:pt x="70" y="3334"/>
                    <a:pt x="43" y="6398"/>
                    <a:pt x="99" y="9794"/>
                  </a:cubicBezTo>
                  <a:cubicBezTo>
                    <a:pt x="201" y="15985"/>
                    <a:pt x="-129" y="17592"/>
                    <a:pt x="60" y="21542"/>
                  </a:cubicBezTo>
                  <a:cubicBezTo>
                    <a:pt x="1560" y="21600"/>
                    <a:pt x="19091" y="21287"/>
                    <a:pt x="21090" y="21542"/>
                  </a:cubicBezTo>
                  <a:cubicBezTo>
                    <a:pt x="21175" y="18119"/>
                    <a:pt x="21202" y="17551"/>
                    <a:pt x="21175" y="14349"/>
                  </a:cubicBezTo>
                  <a:cubicBezTo>
                    <a:pt x="21134" y="9458"/>
                    <a:pt x="21471" y="5014"/>
                    <a:pt x="21281" y="131"/>
                  </a:cubicBezTo>
                  <a:close/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3" name="chenying0907 67"/>
            <p:cNvSpPr/>
            <p:nvPr/>
          </p:nvSpPr>
          <p:spPr>
            <a:xfrm>
              <a:off x="-1" y="0"/>
              <a:ext cx="2335461" cy="184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1" h="19061" extrusionOk="0">
                  <a:moveTo>
                    <a:pt x="902" y="18172"/>
                  </a:moveTo>
                  <a:cubicBezTo>
                    <a:pt x="357" y="17727"/>
                    <a:pt x="-200" y="12317"/>
                    <a:pt x="71" y="5707"/>
                  </a:cubicBezTo>
                  <a:cubicBezTo>
                    <a:pt x="379" y="-1823"/>
                    <a:pt x="1461" y="270"/>
                    <a:pt x="2010" y="259"/>
                  </a:cubicBezTo>
                  <a:cubicBezTo>
                    <a:pt x="7486" y="145"/>
                    <a:pt x="12959" y="733"/>
                    <a:pt x="18433" y="1907"/>
                  </a:cubicBezTo>
                  <a:cubicBezTo>
                    <a:pt x="19405" y="2115"/>
                    <a:pt x="21400" y="-2382"/>
                    <a:pt x="21308" y="14217"/>
                  </a:cubicBezTo>
                  <a:cubicBezTo>
                    <a:pt x="21311" y="19032"/>
                    <a:pt x="20486" y="19218"/>
                    <a:pt x="19999" y="19008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4" name="chenying0907 68"/>
            <p:cNvSpPr/>
            <p:nvPr/>
          </p:nvSpPr>
          <p:spPr>
            <a:xfrm>
              <a:off x="1130300" y="1600199"/>
              <a:ext cx="20498" cy="202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58" h="19845" extrusionOk="0">
                  <a:moveTo>
                    <a:pt x="0" y="0"/>
                  </a:moveTo>
                  <a:cubicBezTo>
                    <a:pt x="21600" y="4703"/>
                    <a:pt x="13319" y="10461"/>
                    <a:pt x="16331" y="15310"/>
                  </a:cubicBezTo>
                  <a:cubicBezTo>
                    <a:pt x="16793" y="16055"/>
                    <a:pt x="11256" y="21600"/>
                    <a:pt x="11542" y="19282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2" name="组 1"/>
          <p:cNvGrpSpPr/>
          <p:nvPr/>
        </p:nvGrpSpPr>
        <p:grpSpPr>
          <a:xfrm>
            <a:off x="5084257" y="1965052"/>
            <a:ext cx="1623568" cy="1509690"/>
            <a:chOff x="4431238" y="1508012"/>
            <a:chExt cx="2360904" cy="2195308"/>
          </a:xfrm>
        </p:grpSpPr>
        <p:sp>
          <p:nvSpPr>
            <p:cNvPr id="37" name="chenying0907 201"/>
            <p:cNvSpPr/>
            <p:nvPr/>
          </p:nvSpPr>
          <p:spPr>
            <a:xfrm>
              <a:off x="4431238" y="1508012"/>
              <a:ext cx="2360904" cy="2195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10" y="4955"/>
                  </a:moveTo>
                  <a:cubicBezTo>
                    <a:pt x="18465" y="9425"/>
                    <a:pt x="18297" y="14113"/>
                    <a:pt x="21600" y="18296"/>
                  </a:cubicBezTo>
                  <a:cubicBezTo>
                    <a:pt x="14274" y="17484"/>
                    <a:pt x="12639" y="14333"/>
                    <a:pt x="6691" y="21600"/>
                  </a:cubicBezTo>
                  <a:cubicBezTo>
                    <a:pt x="10802" y="16578"/>
                    <a:pt x="3281" y="10613"/>
                    <a:pt x="0" y="8990"/>
                  </a:cubicBezTo>
                  <a:cubicBezTo>
                    <a:pt x="4976" y="11451"/>
                    <a:pt x="9737" y="4157"/>
                    <a:pt x="10108" y="0"/>
                  </a:cubicBezTo>
                  <a:cubicBezTo>
                    <a:pt x="12265" y="4785"/>
                    <a:pt x="16387" y="6388"/>
                    <a:pt x="21010" y="495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434292" y="1860569"/>
              <a:ext cx="858274" cy="1342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1" lang="en-US" altLang="zh-CN" sz="5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微软雅黑"/>
                  <a:cs typeface="DFPShaoNvW5-GB" charset="-122"/>
                  <a:sym typeface="Arial"/>
                </a:rPr>
                <a:t>2</a:t>
              </a:r>
              <a:endParaRPr kumimoji="1" lang="zh-CN" altLang="en-US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425826" y="4118752"/>
            <a:ext cx="3876891" cy="646273"/>
            <a:chOff x="7637775" y="5530041"/>
            <a:chExt cx="4000129" cy="646029"/>
          </a:xfrm>
        </p:grpSpPr>
        <p:sp>
          <p:nvSpPr>
            <p:cNvPr id="22" name="任意多边形 21"/>
            <p:cNvSpPr/>
            <p:nvPr/>
          </p:nvSpPr>
          <p:spPr>
            <a:xfrm>
              <a:off x="7637775" y="6096678"/>
              <a:ext cx="2494104" cy="79392"/>
            </a:xfrm>
            <a:custGeom>
              <a:avLst/>
              <a:gdLst>
                <a:gd name="connsiteX0" fmla="*/ 2569580 w 2569580"/>
                <a:gd name="connsiteY0" fmla="*/ 13982 h 95004"/>
                <a:gd name="connsiteX1" fmla="*/ 2187616 w 2569580"/>
                <a:gd name="connsiteY1" fmla="*/ 13982 h 95004"/>
                <a:gd name="connsiteX2" fmla="*/ 2118167 w 2569580"/>
                <a:gd name="connsiteY2" fmla="*/ 37131 h 95004"/>
                <a:gd name="connsiteX3" fmla="*/ 1481560 w 2569580"/>
                <a:gd name="connsiteY3" fmla="*/ 60280 h 95004"/>
                <a:gd name="connsiteX4" fmla="*/ 1388962 w 2569580"/>
                <a:gd name="connsiteY4" fmla="*/ 71855 h 95004"/>
                <a:gd name="connsiteX5" fmla="*/ 1307940 w 2569580"/>
                <a:gd name="connsiteY5" fmla="*/ 83430 h 95004"/>
                <a:gd name="connsiteX6" fmla="*/ 844952 w 2569580"/>
                <a:gd name="connsiteY6" fmla="*/ 71855 h 95004"/>
                <a:gd name="connsiteX7" fmla="*/ 775504 w 2569580"/>
                <a:gd name="connsiteY7" fmla="*/ 48706 h 95004"/>
                <a:gd name="connsiteX8" fmla="*/ 740780 w 2569580"/>
                <a:gd name="connsiteY8" fmla="*/ 37131 h 95004"/>
                <a:gd name="connsiteX9" fmla="*/ 254643 w 2569580"/>
                <a:gd name="connsiteY9" fmla="*/ 48706 h 95004"/>
                <a:gd name="connsiteX10" fmla="*/ 219919 w 2569580"/>
                <a:gd name="connsiteY10" fmla="*/ 60280 h 95004"/>
                <a:gd name="connsiteX11" fmla="*/ 196770 w 2569580"/>
                <a:gd name="connsiteY11" fmla="*/ 95004 h 95004"/>
                <a:gd name="connsiteX12" fmla="*/ 0 w 2569580"/>
                <a:gd name="connsiteY12" fmla="*/ 83430 h 95004"/>
                <a:gd name="connsiteX0" fmla="*/ 2541747 w 2541747"/>
                <a:gd name="connsiteY0" fmla="*/ 13982 h 95004"/>
                <a:gd name="connsiteX1" fmla="*/ 2159783 w 2541747"/>
                <a:gd name="connsiteY1" fmla="*/ 13982 h 95004"/>
                <a:gd name="connsiteX2" fmla="*/ 2090334 w 2541747"/>
                <a:gd name="connsiteY2" fmla="*/ 37131 h 95004"/>
                <a:gd name="connsiteX3" fmla="*/ 1453727 w 2541747"/>
                <a:gd name="connsiteY3" fmla="*/ 60280 h 95004"/>
                <a:gd name="connsiteX4" fmla="*/ 1361129 w 2541747"/>
                <a:gd name="connsiteY4" fmla="*/ 71855 h 95004"/>
                <a:gd name="connsiteX5" fmla="*/ 1280107 w 2541747"/>
                <a:gd name="connsiteY5" fmla="*/ 83430 h 95004"/>
                <a:gd name="connsiteX6" fmla="*/ 817119 w 2541747"/>
                <a:gd name="connsiteY6" fmla="*/ 71855 h 95004"/>
                <a:gd name="connsiteX7" fmla="*/ 747671 w 2541747"/>
                <a:gd name="connsiteY7" fmla="*/ 48706 h 95004"/>
                <a:gd name="connsiteX8" fmla="*/ 712947 w 2541747"/>
                <a:gd name="connsiteY8" fmla="*/ 37131 h 95004"/>
                <a:gd name="connsiteX9" fmla="*/ 226810 w 2541747"/>
                <a:gd name="connsiteY9" fmla="*/ 48706 h 95004"/>
                <a:gd name="connsiteX10" fmla="*/ 192086 w 2541747"/>
                <a:gd name="connsiteY10" fmla="*/ 60280 h 95004"/>
                <a:gd name="connsiteX11" fmla="*/ 168937 w 2541747"/>
                <a:gd name="connsiteY11" fmla="*/ 95004 h 95004"/>
                <a:gd name="connsiteX12" fmla="*/ 0 w 2541747"/>
                <a:gd name="connsiteY12" fmla="*/ 24815 h 95004"/>
                <a:gd name="connsiteX0" fmla="*/ 2541747 w 2541747"/>
                <a:gd name="connsiteY0" fmla="*/ 13982 h 95004"/>
                <a:gd name="connsiteX1" fmla="*/ 2159783 w 2541747"/>
                <a:gd name="connsiteY1" fmla="*/ 13982 h 95004"/>
                <a:gd name="connsiteX2" fmla="*/ 2090334 w 2541747"/>
                <a:gd name="connsiteY2" fmla="*/ 37131 h 95004"/>
                <a:gd name="connsiteX3" fmla="*/ 1453727 w 2541747"/>
                <a:gd name="connsiteY3" fmla="*/ 60280 h 95004"/>
                <a:gd name="connsiteX4" fmla="*/ 1361129 w 2541747"/>
                <a:gd name="connsiteY4" fmla="*/ 71855 h 95004"/>
                <a:gd name="connsiteX5" fmla="*/ 1280107 w 2541747"/>
                <a:gd name="connsiteY5" fmla="*/ 83430 h 95004"/>
                <a:gd name="connsiteX6" fmla="*/ 817119 w 2541747"/>
                <a:gd name="connsiteY6" fmla="*/ 71855 h 95004"/>
                <a:gd name="connsiteX7" fmla="*/ 747671 w 2541747"/>
                <a:gd name="connsiteY7" fmla="*/ 48706 h 95004"/>
                <a:gd name="connsiteX8" fmla="*/ 712947 w 2541747"/>
                <a:gd name="connsiteY8" fmla="*/ 37131 h 95004"/>
                <a:gd name="connsiteX9" fmla="*/ 226810 w 2541747"/>
                <a:gd name="connsiteY9" fmla="*/ 48706 h 95004"/>
                <a:gd name="connsiteX10" fmla="*/ 192086 w 2541747"/>
                <a:gd name="connsiteY10" fmla="*/ 60280 h 95004"/>
                <a:gd name="connsiteX11" fmla="*/ 168937 w 2541747"/>
                <a:gd name="connsiteY11" fmla="*/ 95004 h 95004"/>
                <a:gd name="connsiteX12" fmla="*/ 0 w 2541747"/>
                <a:gd name="connsiteY12" fmla="*/ 24815 h 95004"/>
                <a:gd name="connsiteX0" fmla="*/ 2537771 w 2537771"/>
                <a:gd name="connsiteY0" fmla="*/ 13982 h 95004"/>
                <a:gd name="connsiteX1" fmla="*/ 2155807 w 2537771"/>
                <a:gd name="connsiteY1" fmla="*/ 13982 h 95004"/>
                <a:gd name="connsiteX2" fmla="*/ 2086358 w 2537771"/>
                <a:gd name="connsiteY2" fmla="*/ 37131 h 95004"/>
                <a:gd name="connsiteX3" fmla="*/ 1449751 w 2537771"/>
                <a:gd name="connsiteY3" fmla="*/ 60280 h 95004"/>
                <a:gd name="connsiteX4" fmla="*/ 1357153 w 2537771"/>
                <a:gd name="connsiteY4" fmla="*/ 71855 h 95004"/>
                <a:gd name="connsiteX5" fmla="*/ 1276131 w 2537771"/>
                <a:gd name="connsiteY5" fmla="*/ 83430 h 95004"/>
                <a:gd name="connsiteX6" fmla="*/ 813143 w 2537771"/>
                <a:gd name="connsiteY6" fmla="*/ 71855 h 95004"/>
                <a:gd name="connsiteX7" fmla="*/ 743695 w 2537771"/>
                <a:gd name="connsiteY7" fmla="*/ 48706 h 95004"/>
                <a:gd name="connsiteX8" fmla="*/ 708971 w 2537771"/>
                <a:gd name="connsiteY8" fmla="*/ 37131 h 95004"/>
                <a:gd name="connsiteX9" fmla="*/ 222834 w 2537771"/>
                <a:gd name="connsiteY9" fmla="*/ 48706 h 95004"/>
                <a:gd name="connsiteX10" fmla="*/ 188110 w 2537771"/>
                <a:gd name="connsiteY10" fmla="*/ 60280 h 95004"/>
                <a:gd name="connsiteX11" fmla="*/ 164961 w 2537771"/>
                <a:gd name="connsiteY11" fmla="*/ 95004 h 95004"/>
                <a:gd name="connsiteX12" fmla="*/ 0 w 2537771"/>
                <a:gd name="connsiteY12" fmla="*/ 1369 h 95004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22834 w 2537771"/>
                <a:gd name="connsiteY9" fmla="*/ 48706 h 83430"/>
                <a:gd name="connsiteX10" fmla="*/ 188110 w 2537771"/>
                <a:gd name="connsiteY10" fmla="*/ 60280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54643 w 2537771"/>
                <a:gd name="connsiteY9" fmla="*/ 72152 h 83430"/>
                <a:gd name="connsiteX10" fmla="*/ 188110 w 2537771"/>
                <a:gd name="connsiteY10" fmla="*/ 60280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605592 w 2537771"/>
                <a:gd name="connsiteY8" fmla="*/ 60577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7671 w 2537771"/>
                <a:gd name="connsiteY7" fmla="*/ 60429 h 83430"/>
                <a:gd name="connsiteX8" fmla="*/ 605592 w 2537771"/>
                <a:gd name="connsiteY8" fmla="*/ 60577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7671 w 2537771"/>
                <a:gd name="connsiteY7" fmla="*/ 60429 h 83430"/>
                <a:gd name="connsiteX8" fmla="*/ 526070 w 2537771"/>
                <a:gd name="connsiteY8" fmla="*/ 33224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934"/>
                <a:gd name="connsiteX1" fmla="*/ 2155807 w 2537771"/>
                <a:gd name="connsiteY1" fmla="*/ 13982 h 83934"/>
                <a:gd name="connsiteX2" fmla="*/ 2086358 w 2537771"/>
                <a:gd name="connsiteY2" fmla="*/ 37131 h 83934"/>
                <a:gd name="connsiteX3" fmla="*/ 1449751 w 2537771"/>
                <a:gd name="connsiteY3" fmla="*/ 60280 h 83934"/>
                <a:gd name="connsiteX4" fmla="*/ 1357153 w 2537771"/>
                <a:gd name="connsiteY4" fmla="*/ 71855 h 83934"/>
                <a:gd name="connsiteX5" fmla="*/ 1276131 w 2537771"/>
                <a:gd name="connsiteY5" fmla="*/ 83430 h 83934"/>
                <a:gd name="connsiteX6" fmla="*/ 960259 w 2537771"/>
                <a:gd name="connsiteY6" fmla="*/ 79670 h 83934"/>
                <a:gd name="connsiteX7" fmla="*/ 747671 w 2537771"/>
                <a:gd name="connsiteY7" fmla="*/ 60429 h 83934"/>
                <a:gd name="connsiteX8" fmla="*/ 526070 w 2537771"/>
                <a:gd name="connsiteY8" fmla="*/ 33224 h 83934"/>
                <a:gd name="connsiteX9" fmla="*/ 254643 w 2537771"/>
                <a:gd name="connsiteY9" fmla="*/ 72152 h 83934"/>
                <a:gd name="connsiteX10" fmla="*/ 180158 w 2537771"/>
                <a:gd name="connsiteY10" fmla="*/ 48557 h 83934"/>
                <a:gd name="connsiteX11" fmla="*/ 93392 w 2537771"/>
                <a:gd name="connsiteY11" fmla="*/ 83281 h 83934"/>
                <a:gd name="connsiteX12" fmla="*/ 0 w 2537771"/>
                <a:gd name="connsiteY12" fmla="*/ 1369 h 83934"/>
                <a:gd name="connsiteX0" fmla="*/ 2537771 w 2537771"/>
                <a:gd name="connsiteY0" fmla="*/ 13982 h 83934"/>
                <a:gd name="connsiteX1" fmla="*/ 2155807 w 2537771"/>
                <a:gd name="connsiteY1" fmla="*/ 13982 h 83934"/>
                <a:gd name="connsiteX2" fmla="*/ 2086358 w 2537771"/>
                <a:gd name="connsiteY2" fmla="*/ 37131 h 83934"/>
                <a:gd name="connsiteX3" fmla="*/ 1449751 w 2537771"/>
                <a:gd name="connsiteY3" fmla="*/ 60280 h 83934"/>
                <a:gd name="connsiteX4" fmla="*/ 1357153 w 2537771"/>
                <a:gd name="connsiteY4" fmla="*/ 71855 h 83934"/>
                <a:gd name="connsiteX5" fmla="*/ 1276131 w 2537771"/>
                <a:gd name="connsiteY5" fmla="*/ 83430 h 83934"/>
                <a:gd name="connsiteX6" fmla="*/ 960259 w 2537771"/>
                <a:gd name="connsiteY6" fmla="*/ 79670 h 83934"/>
                <a:gd name="connsiteX7" fmla="*/ 747671 w 2537771"/>
                <a:gd name="connsiteY7" fmla="*/ 60429 h 83934"/>
                <a:gd name="connsiteX8" fmla="*/ 526070 w 2537771"/>
                <a:gd name="connsiteY8" fmla="*/ 33224 h 83934"/>
                <a:gd name="connsiteX9" fmla="*/ 254643 w 2537771"/>
                <a:gd name="connsiteY9" fmla="*/ 72152 h 83934"/>
                <a:gd name="connsiteX10" fmla="*/ 180158 w 2537771"/>
                <a:gd name="connsiteY10" fmla="*/ 48557 h 83934"/>
                <a:gd name="connsiteX11" fmla="*/ 93392 w 2537771"/>
                <a:gd name="connsiteY11" fmla="*/ 83281 h 83934"/>
                <a:gd name="connsiteX12" fmla="*/ 0 w 2537771"/>
                <a:gd name="connsiteY12" fmla="*/ 1369 h 83934"/>
                <a:gd name="connsiteX0" fmla="*/ 2537771 w 2537771"/>
                <a:gd name="connsiteY0" fmla="*/ 13982 h 85357"/>
                <a:gd name="connsiteX1" fmla="*/ 2155807 w 2537771"/>
                <a:gd name="connsiteY1" fmla="*/ 13982 h 85357"/>
                <a:gd name="connsiteX2" fmla="*/ 2086358 w 2537771"/>
                <a:gd name="connsiteY2" fmla="*/ 37131 h 85357"/>
                <a:gd name="connsiteX3" fmla="*/ 1449751 w 2537771"/>
                <a:gd name="connsiteY3" fmla="*/ 60280 h 85357"/>
                <a:gd name="connsiteX4" fmla="*/ 1365106 w 2537771"/>
                <a:gd name="connsiteY4" fmla="*/ 52317 h 85357"/>
                <a:gd name="connsiteX5" fmla="*/ 1276131 w 2537771"/>
                <a:gd name="connsiteY5" fmla="*/ 83430 h 85357"/>
                <a:gd name="connsiteX6" fmla="*/ 960259 w 2537771"/>
                <a:gd name="connsiteY6" fmla="*/ 79670 h 85357"/>
                <a:gd name="connsiteX7" fmla="*/ 747671 w 2537771"/>
                <a:gd name="connsiteY7" fmla="*/ 60429 h 85357"/>
                <a:gd name="connsiteX8" fmla="*/ 526070 w 2537771"/>
                <a:gd name="connsiteY8" fmla="*/ 33224 h 85357"/>
                <a:gd name="connsiteX9" fmla="*/ 254643 w 2537771"/>
                <a:gd name="connsiteY9" fmla="*/ 72152 h 85357"/>
                <a:gd name="connsiteX10" fmla="*/ 180158 w 2537771"/>
                <a:gd name="connsiteY10" fmla="*/ 48557 h 85357"/>
                <a:gd name="connsiteX11" fmla="*/ 93392 w 2537771"/>
                <a:gd name="connsiteY11" fmla="*/ 83281 h 85357"/>
                <a:gd name="connsiteX12" fmla="*/ 0 w 2537771"/>
                <a:gd name="connsiteY12" fmla="*/ 1369 h 85357"/>
                <a:gd name="connsiteX0" fmla="*/ 2537771 w 2537771"/>
                <a:gd name="connsiteY0" fmla="*/ 13982 h 85357"/>
                <a:gd name="connsiteX1" fmla="*/ 2155807 w 2537771"/>
                <a:gd name="connsiteY1" fmla="*/ 13982 h 85357"/>
                <a:gd name="connsiteX2" fmla="*/ 2086358 w 2537771"/>
                <a:gd name="connsiteY2" fmla="*/ 37131 h 85357"/>
                <a:gd name="connsiteX3" fmla="*/ 1604819 w 2537771"/>
                <a:gd name="connsiteY3" fmla="*/ 72003 h 85357"/>
                <a:gd name="connsiteX4" fmla="*/ 1365106 w 2537771"/>
                <a:gd name="connsiteY4" fmla="*/ 52317 h 85357"/>
                <a:gd name="connsiteX5" fmla="*/ 1276131 w 2537771"/>
                <a:gd name="connsiteY5" fmla="*/ 83430 h 85357"/>
                <a:gd name="connsiteX6" fmla="*/ 960259 w 2537771"/>
                <a:gd name="connsiteY6" fmla="*/ 79670 h 85357"/>
                <a:gd name="connsiteX7" fmla="*/ 747671 w 2537771"/>
                <a:gd name="connsiteY7" fmla="*/ 60429 h 85357"/>
                <a:gd name="connsiteX8" fmla="*/ 526070 w 2537771"/>
                <a:gd name="connsiteY8" fmla="*/ 33224 h 85357"/>
                <a:gd name="connsiteX9" fmla="*/ 254643 w 2537771"/>
                <a:gd name="connsiteY9" fmla="*/ 72152 h 85357"/>
                <a:gd name="connsiteX10" fmla="*/ 180158 w 2537771"/>
                <a:gd name="connsiteY10" fmla="*/ 48557 h 85357"/>
                <a:gd name="connsiteX11" fmla="*/ 93392 w 2537771"/>
                <a:gd name="connsiteY11" fmla="*/ 83281 h 85357"/>
                <a:gd name="connsiteX12" fmla="*/ 0 w 2537771"/>
                <a:gd name="connsiteY12" fmla="*/ 1369 h 85357"/>
                <a:gd name="connsiteX0" fmla="*/ 2537771 w 2537771"/>
                <a:gd name="connsiteY0" fmla="*/ 13982 h 83281"/>
                <a:gd name="connsiteX1" fmla="*/ 2155807 w 2537771"/>
                <a:gd name="connsiteY1" fmla="*/ 13982 h 83281"/>
                <a:gd name="connsiteX2" fmla="*/ 2086358 w 2537771"/>
                <a:gd name="connsiteY2" fmla="*/ 37131 h 83281"/>
                <a:gd name="connsiteX3" fmla="*/ 1604819 w 2537771"/>
                <a:gd name="connsiteY3" fmla="*/ 72003 h 83281"/>
                <a:gd name="connsiteX4" fmla="*/ 1365106 w 2537771"/>
                <a:gd name="connsiteY4" fmla="*/ 52317 h 83281"/>
                <a:gd name="connsiteX5" fmla="*/ 1188657 w 2537771"/>
                <a:gd name="connsiteY5" fmla="*/ 71707 h 83281"/>
                <a:gd name="connsiteX6" fmla="*/ 960259 w 2537771"/>
                <a:gd name="connsiteY6" fmla="*/ 79670 h 83281"/>
                <a:gd name="connsiteX7" fmla="*/ 747671 w 2537771"/>
                <a:gd name="connsiteY7" fmla="*/ 60429 h 83281"/>
                <a:gd name="connsiteX8" fmla="*/ 526070 w 2537771"/>
                <a:gd name="connsiteY8" fmla="*/ 33224 h 83281"/>
                <a:gd name="connsiteX9" fmla="*/ 254643 w 2537771"/>
                <a:gd name="connsiteY9" fmla="*/ 72152 h 83281"/>
                <a:gd name="connsiteX10" fmla="*/ 180158 w 2537771"/>
                <a:gd name="connsiteY10" fmla="*/ 48557 h 83281"/>
                <a:gd name="connsiteX11" fmla="*/ 93392 w 2537771"/>
                <a:gd name="connsiteY11" fmla="*/ 83281 h 83281"/>
                <a:gd name="connsiteX12" fmla="*/ 0 w 2537771"/>
                <a:gd name="connsiteY12" fmla="*/ 1369 h 83281"/>
                <a:gd name="connsiteX0" fmla="*/ 2537771 w 2537771"/>
                <a:gd name="connsiteY0" fmla="*/ 12613 h 81912"/>
                <a:gd name="connsiteX1" fmla="*/ 2191592 w 2537771"/>
                <a:gd name="connsiteY1" fmla="*/ 39967 h 81912"/>
                <a:gd name="connsiteX2" fmla="*/ 2086358 w 2537771"/>
                <a:gd name="connsiteY2" fmla="*/ 35762 h 81912"/>
                <a:gd name="connsiteX3" fmla="*/ 1604819 w 2537771"/>
                <a:gd name="connsiteY3" fmla="*/ 70634 h 81912"/>
                <a:gd name="connsiteX4" fmla="*/ 1365106 w 2537771"/>
                <a:gd name="connsiteY4" fmla="*/ 50948 h 81912"/>
                <a:gd name="connsiteX5" fmla="*/ 1188657 w 2537771"/>
                <a:gd name="connsiteY5" fmla="*/ 70338 h 81912"/>
                <a:gd name="connsiteX6" fmla="*/ 960259 w 2537771"/>
                <a:gd name="connsiteY6" fmla="*/ 78301 h 81912"/>
                <a:gd name="connsiteX7" fmla="*/ 747671 w 2537771"/>
                <a:gd name="connsiteY7" fmla="*/ 59060 h 81912"/>
                <a:gd name="connsiteX8" fmla="*/ 526070 w 2537771"/>
                <a:gd name="connsiteY8" fmla="*/ 31855 h 81912"/>
                <a:gd name="connsiteX9" fmla="*/ 254643 w 2537771"/>
                <a:gd name="connsiteY9" fmla="*/ 70783 h 81912"/>
                <a:gd name="connsiteX10" fmla="*/ 180158 w 2537771"/>
                <a:gd name="connsiteY10" fmla="*/ 47188 h 81912"/>
                <a:gd name="connsiteX11" fmla="*/ 93392 w 2537771"/>
                <a:gd name="connsiteY11" fmla="*/ 81912 h 81912"/>
                <a:gd name="connsiteX12" fmla="*/ 0 w 2537771"/>
                <a:gd name="connsiteY12" fmla="*/ 0 h 81912"/>
                <a:gd name="connsiteX0" fmla="*/ 2537771 w 2537771"/>
                <a:gd name="connsiteY0" fmla="*/ 12613 h 81912"/>
                <a:gd name="connsiteX1" fmla="*/ 2191592 w 2537771"/>
                <a:gd name="connsiteY1" fmla="*/ 39967 h 81912"/>
                <a:gd name="connsiteX2" fmla="*/ 2054548 w 2537771"/>
                <a:gd name="connsiteY2" fmla="*/ 27946 h 81912"/>
                <a:gd name="connsiteX3" fmla="*/ 1604819 w 2537771"/>
                <a:gd name="connsiteY3" fmla="*/ 70634 h 81912"/>
                <a:gd name="connsiteX4" fmla="*/ 1365106 w 2537771"/>
                <a:gd name="connsiteY4" fmla="*/ 50948 h 81912"/>
                <a:gd name="connsiteX5" fmla="*/ 1188657 w 2537771"/>
                <a:gd name="connsiteY5" fmla="*/ 70338 h 81912"/>
                <a:gd name="connsiteX6" fmla="*/ 960259 w 2537771"/>
                <a:gd name="connsiteY6" fmla="*/ 78301 h 81912"/>
                <a:gd name="connsiteX7" fmla="*/ 747671 w 2537771"/>
                <a:gd name="connsiteY7" fmla="*/ 59060 h 81912"/>
                <a:gd name="connsiteX8" fmla="*/ 526070 w 2537771"/>
                <a:gd name="connsiteY8" fmla="*/ 31855 h 81912"/>
                <a:gd name="connsiteX9" fmla="*/ 254643 w 2537771"/>
                <a:gd name="connsiteY9" fmla="*/ 70783 h 81912"/>
                <a:gd name="connsiteX10" fmla="*/ 180158 w 2537771"/>
                <a:gd name="connsiteY10" fmla="*/ 47188 h 81912"/>
                <a:gd name="connsiteX11" fmla="*/ 93392 w 2537771"/>
                <a:gd name="connsiteY11" fmla="*/ 81912 h 81912"/>
                <a:gd name="connsiteX12" fmla="*/ 0 w 2537771"/>
                <a:gd name="connsiteY12" fmla="*/ 0 h 81912"/>
                <a:gd name="connsiteX0" fmla="*/ 2537771 w 2537771"/>
                <a:gd name="connsiteY0" fmla="*/ 12613 h 79392"/>
                <a:gd name="connsiteX1" fmla="*/ 2191592 w 2537771"/>
                <a:gd name="connsiteY1" fmla="*/ 39967 h 79392"/>
                <a:gd name="connsiteX2" fmla="*/ 2054548 w 2537771"/>
                <a:gd name="connsiteY2" fmla="*/ 27946 h 79392"/>
                <a:gd name="connsiteX3" fmla="*/ 1604819 w 2537771"/>
                <a:gd name="connsiteY3" fmla="*/ 70634 h 79392"/>
                <a:gd name="connsiteX4" fmla="*/ 1365106 w 2537771"/>
                <a:gd name="connsiteY4" fmla="*/ 50948 h 79392"/>
                <a:gd name="connsiteX5" fmla="*/ 1188657 w 2537771"/>
                <a:gd name="connsiteY5" fmla="*/ 70338 h 79392"/>
                <a:gd name="connsiteX6" fmla="*/ 960259 w 2537771"/>
                <a:gd name="connsiteY6" fmla="*/ 78301 h 79392"/>
                <a:gd name="connsiteX7" fmla="*/ 747671 w 2537771"/>
                <a:gd name="connsiteY7" fmla="*/ 59060 h 79392"/>
                <a:gd name="connsiteX8" fmla="*/ 526070 w 2537771"/>
                <a:gd name="connsiteY8" fmla="*/ 31855 h 79392"/>
                <a:gd name="connsiteX9" fmla="*/ 254643 w 2537771"/>
                <a:gd name="connsiteY9" fmla="*/ 70783 h 79392"/>
                <a:gd name="connsiteX10" fmla="*/ 180158 w 2537771"/>
                <a:gd name="connsiteY10" fmla="*/ 47188 h 79392"/>
                <a:gd name="connsiteX11" fmla="*/ 105320 w 2537771"/>
                <a:gd name="connsiteY11" fmla="*/ 62373 h 79392"/>
                <a:gd name="connsiteX12" fmla="*/ 0 w 2537771"/>
                <a:gd name="connsiteY12" fmla="*/ 0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7771" h="79392">
                  <a:moveTo>
                    <a:pt x="2537771" y="12613"/>
                  </a:moveTo>
                  <a:cubicBezTo>
                    <a:pt x="2372259" y="-2434"/>
                    <a:pt x="2272129" y="37412"/>
                    <a:pt x="2191592" y="39967"/>
                  </a:cubicBezTo>
                  <a:cubicBezTo>
                    <a:pt x="2111055" y="42522"/>
                    <a:pt x="2152344" y="22835"/>
                    <a:pt x="2054548" y="27946"/>
                  </a:cubicBezTo>
                  <a:cubicBezTo>
                    <a:pt x="1956753" y="33057"/>
                    <a:pt x="2056264" y="56072"/>
                    <a:pt x="1604819" y="70634"/>
                  </a:cubicBezTo>
                  <a:cubicBezTo>
                    <a:pt x="1524915" y="64072"/>
                    <a:pt x="1434466" y="50997"/>
                    <a:pt x="1365106" y="50948"/>
                  </a:cubicBezTo>
                  <a:cubicBezTo>
                    <a:pt x="1295746" y="50899"/>
                    <a:pt x="1256132" y="65779"/>
                    <a:pt x="1188657" y="70338"/>
                  </a:cubicBezTo>
                  <a:cubicBezTo>
                    <a:pt x="1121183" y="74897"/>
                    <a:pt x="1114588" y="82159"/>
                    <a:pt x="960259" y="78301"/>
                  </a:cubicBezTo>
                  <a:cubicBezTo>
                    <a:pt x="937110" y="70585"/>
                    <a:pt x="820036" y="66801"/>
                    <a:pt x="747671" y="59060"/>
                  </a:cubicBezTo>
                  <a:cubicBezTo>
                    <a:pt x="675306" y="51319"/>
                    <a:pt x="608241" y="29901"/>
                    <a:pt x="526070" y="31855"/>
                  </a:cubicBezTo>
                  <a:cubicBezTo>
                    <a:pt x="443899" y="33809"/>
                    <a:pt x="312295" y="68228"/>
                    <a:pt x="254643" y="70783"/>
                  </a:cubicBezTo>
                  <a:cubicBezTo>
                    <a:pt x="196991" y="73338"/>
                    <a:pt x="205045" y="48590"/>
                    <a:pt x="180158" y="47188"/>
                  </a:cubicBezTo>
                  <a:cubicBezTo>
                    <a:pt x="155271" y="45786"/>
                    <a:pt x="113036" y="50798"/>
                    <a:pt x="105320" y="62373"/>
                  </a:cubicBezTo>
                  <a:cubicBezTo>
                    <a:pt x="49008" y="38977"/>
                    <a:pt x="8599" y="82012"/>
                    <a:pt x="0" y="0"/>
                  </a:cubicBezTo>
                </a:path>
              </a:pathLst>
            </a:custGeom>
            <a:noFill/>
            <a:ln w="34925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3" name="Freeform 118"/>
            <p:cNvSpPr>
              <a:spLocks noEditPoints="1"/>
            </p:cNvSpPr>
            <p:nvPr/>
          </p:nvSpPr>
          <p:spPr bwMode="auto">
            <a:xfrm flipH="1">
              <a:off x="10124063" y="5530041"/>
              <a:ext cx="1513841" cy="619089"/>
            </a:xfrm>
            <a:custGeom>
              <a:avLst/>
              <a:gdLst>
                <a:gd name="T0" fmla="*/ 250 w 257"/>
                <a:gd name="T1" fmla="*/ 87 h 92"/>
                <a:gd name="T2" fmla="*/ 215 w 257"/>
                <a:gd name="T3" fmla="*/ 84 h 92"/>
                <a:gd name="T4" fmla="*/ 204 w 257"/>
                <a:gd name="T5" fmla="*/ 87 h 92"/>
                <a:gd name="T6" fmla="*/ 146 w 257"/>
                <a:gd name="T7" fmla="*/ 88 h 92"/>
                <a:gd name="T8" fmla="*/ 116 w 257"/>
                <a:gd name="T9" fmla="*/ 85 h 92"/>
                <a:gd name="T10" fmla="*/ 54 w 257"/>
                <a:gd name="T11" fmla="*/ 54 h 92"/>
                <a:gd name="T12" fmla="*/ 2 w 257"/>
                <a:gd name="T13" fmla="*/ 30 h 92"/>
                <a:gd name="T14" fmla="*/ 16 w 257"/>
                <a:gd name="T15" fmla="*/ 0 h 92"/>
                <a:gd name="T16" fmla="*/ 42 w 257"/>
                <a:gd name="T17" fmla="*/ 12 h 92"/>
                <a:gd name="T18" fmla="*/ 78 w 257"/>
                <a:gd name="T19" fmla="*/ 31 h 92"/>
                <a:gd name="T20" fmla="*/ 134 w 257"/>
                <a:gd name="T21" fmla="*/ 61 h 92"/>
                <a:gd name="T22" fmla="*/ 171 w 257"/>
                <a:gd name="T23" fmla="*/ 84 h 92"/>
                <a:gd name="T24" fmla="*/ 186 w 257"/>
                <a:gd name="T25" fmla="*/ 72 h 92"/>
                <a:gd name="T26" fmla="*/ 206 w 257"/>
                <a:gd name="T27" fmla="*/ 71 h 92"/>
                <a:gd name="T28" fmla="*/ 225 w 257"/>
                <a:gd name="T29" fmla="*/ 79 h 92"/>
                <a:gd name="T30" fmla="*/ 254 w 257"/>
                <a:gd name="T31" fmla="*/ 82 h 92"/>
                <a:gd name="T32" fmla="*/ 237 w 257"/>
                <a:gd name="T33" fmla="*/ 80 h 92"/>
                <a:gd name="T34" fmla="*/ 217 w 257"/>
                <a:gd name="T35" fmla="*/ 82 h 92"/>
                <a:gd name="T36" fmla="*/ 244 w 257"/>
                <a:gd name="T37" fmla="*/ 82 h 92"/>
                <a:gd name="T38" fmla="*/ 187 w 257"/>
                <a:gd name="T39" fmla="*/ 70 h 92"/>
                <a:gd name="T40" fmla="*/ 188 w 257"/>
                <a:gd name="T41" fmla="*/ 86 h 92"/>
                <a:gd name="T42" fmla="*/ 158 w 257"/>
                <a:gd name="T43" fmla="*/ 84 h 92"/>
                <a:gd name="T44" fmla="*/ 172 w 257"/>
                <a:gd name="T45" fmla="*/ 87 h 92"/>
                <a:gd name="T46" fmla="*/ 195 w 257"/>
                <a:gd name="T47" fmla="*/ 74 h 92"/>
                <a:gd name="T48" fmla="*/ 202 w 257"/>
                <a:gd name="T49" fmla="*/ 72 h 92"/>
                <a:gd name="T50" fmla="*/ 211 w 257"/>
                <a:gd name="T51" fmla="*/ 78 h 92"/>
                <a:gd name="T52" fmla="*/ 148 w 257"/>
                <a:gd name="T53" fmla="*/ 85 h 92"/>
                <a:gd name="T54" fmla="*/ 132 w 257"/>
                <a:gd name="T55" fmla="*/ 72 h 92"/>
                <a:gd name="T56" fmla="*/ 139 w 257"/>
                <a:gd name="T57" fmla="*/ 85 h 92"/>
                <a:gd name="T58" fmla="*/ 122 w 257"/>
                <a:gd name="T59" fmla="*/ 58 h 92"/>
                <a:gd name="T60" fmla="*/ 130 w 257"/>
                <a:gd name="T61" fmla="*/ 71 h 92"/>
                <a:gd name="T62" fmla="*/ 70 w 257"/>
                <a:gd name="T63" fmla="*/ 56 h 92"/>
                <a:gd name="T64" fmla="*/ 110 w 257"/>
                <a:gd name="T65" fmla="*/ 76 h 92"/>
                <a:gd name="T66" fmla="*/ 120 w 257"/>
                <a:gd name="T67" fmla="*/ 57 h 92"/>
                <a:gd name="T68" fmla="*/ 74 w 257"/>
                <a:gd name="T69" fmla="*/ 31 h 92"/>
                <a:gd name="T70" fmla="*/ 111 w 257"/>
                <a:gd name="T71" fmla="*/ 55 h 92"/>
                <a:gd name="T72" fmla="*/ 91 w 257"/>
                <a:gd name="T73" fmla="*/ 60 h 92"/>
                <a:gd name="T74" fmla="*/ 53 w 257"/>
                <a:gd name="T75" fmla="*/ 37 h 92"/>
                <a:gd name="T76" fmla="*/ 34 w 257"/>
                <a:gd name="T77" fmla="*/ 10 h 92"/>
                <a:gd name="T78" fmla="*/ 112 w 257"/>
                <a:gd name="T79" fmla="*/ 59 h 92"/>
                <a:gd name="T80" fmla="*/ 77 w 257"/>
                <a:gd name="T81" fmla="*/ 39 h 92"/>
                <a:gd name="T82" fmla="*/ 49 w 257"/>
                <a:gd name="T83" fmla="*/ 22 h 92"/>
                <a:gd name="T84" fmla="*/ 58 w 257"/>
                <a:gd name="T85" fmla="*/ 39 h 92"/>
                <a:gd name="T86" fmla="*/ 113 w 257"/>
                <a:gd name="T87" fmla="*/ 60 h 92"/>
                <a:gd name="T88" fmla="*/ 110 w 257"/>
                <a:gd name="T89" fmla="*/ 78 h 92"/>
                <a:gd name="T90" fmla="*/ 67 w 257"/>
                <a:gd name="T91" fmla="*/ 57 h 92"/>
                <a:gd name="T92" fmla="*/ 21 w 257"/>
                <a:gd name="T93" fmla="*/ 38 h 92"/>
                <a:gd name="T94" fmla="*/ 102 w 257"/>
                <a:gd name="T95" fmla="*/ 75 h 92"/>
                <a:gd name="T96" fmla="*/ 32 w 257"/>
                <a:gd name="T97" fmla="*/ 8 h 92"/>
                <a:gd name="T98" fmla="*/ 18 w 257"/>
                <a:gd name="T99" fmla="*/ 37 h 92"/>
                <a:gd name="T100" fmla="*/ 8 w 257"/>
                <a:gd name="T101" fmla="*/ 9 h 92"/>
                <a:gd name="T102" fmla="*/ 7 w 257"/>
                <a:gd name="T103" fmla="*/ 28 h 92"/>
                <a:gd name="T104" fmla="*/ 20 w 257"/>
                <a:gd name="T105" fmla="*/ 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57" h="92">
                  <a:moveTo>
                    <a:pt x="256" y="83"/>
                  </a:moveTo>
                  <a:cubicBezTo>
                    <a:pt x="256" y="84"/>
                    <a:pt x="257" y="87"/>
                    <a:pt x="256" y="89"/>
                  </a:cubicBezTo>
                  <a:cubicBezTo>
                    <a:pt x="253" y="89"/>
                    <a:pt x="253" y="88"/>
                    <a:pt x="250" y="87"/>
                  </a:cubicBezTo>
                  <a:cubicBezTo>
                    <a:pt x="244" y="86"/>
                    <a:pt x="238" y="83"/>
                    <a:pt x="231" y="84"/>
                  </a:cubicBezTo>
                  <a:cubicBezTo>
                    <a:pt x="229" y="84"/>
                    <a:pt x="227" y="86"/>
                    <a:pt x="225" y="86"/>
                  </a:cubicBezTo>
                  <a:cubicBezTo>
                    <a:pt x="221" y="86"/>
                    <a:pt x="219" y="84"/>
                    <a:pt x="215" y="84"/>
                  </a:cubicBezTo>
                  <a:cubicBezTo>
                    <a:pt x="212" y="82"/>
                    <a:pt x="208" y="79"/>
                    <a:pt x="205" y="76"/>
                  </a:cubicBezTo>
                  <a:cubicBezTo>
                    <a:pt x="206" y="79"/>
                    <a:pt x="208" y="81"/>
                    <a:pt x="208" y="84"/>
                  </a:cubicBezTo>
                  <a:cubicBezTo>
                    <a:pt x="207" y="86"/>
                    <a:pt x="205" y="86"/>
                    <a:pt x="204" y="87"/>
                  </a:cubicBezTo>
                  <a:cubicBezTo>
                    <a:pt x="196" y="87"/>
                    <a:pt x="189" y="90"/>
                    <a:pt x="183" y="91"/>
                  </a:cubicBezTo>
                  <a:cubicBezTo>
                    <a:pt x="172" y="91"/>
                    <a:pt x="163" y="85"/>
                    <a:pt x="152" y="86"/>
                  </a:cubicBezTo>
                  <a:cubicBezTo>
                    <a:pt x="150" y="87"/>
                    <a:pt x="148" y="88"/>
                    <a:pt x="146" y="88"/>
                  </a:cubicBezTo>
                  <a:cubicBezTo>
                    <a:pt x="142" y="88"/>
                    <a:pt x="138" y="87"/>
                    <a:pt x="134" y="87"/>
                  </a:cubicBezTo>
                  <a:cubicBezTo>
                    <a:pt x="130" y="87"/>
                    <a:pt x="125" y="86"/>
                    <a:pt x="121" y="86"/>
                  </a:cubicBezTo>
                  <a:cubicBezTo>
                    <a:pt x="119" y="87"/>
                    <a:pt x="117" y="87"/>
                    <a:pt x="116" y="85"/>
                  </a:cubicBezTo>
                  <a:cubicBezTo>
                    <a:pt x="105" y="79"/>
                    <a:pt x="94" y="73"/>
                    <a:pt x="83" y="67"/>
                  </a:cubicBezTo>
                  <a:cubicBezTo>
                    <a:pt x="79" y="65"/>
                    <a:pt x="76" y="63"/>
                    <a:pt x="72" y="61"/>
                  </a:cubicBezTo>
                  <a:cubicBezTo>
                    <a:pt x="66" y="59"/>
                    <a:pt x="60" y="57"/>
                    <a:pt x="54" y="54"/>
                  </a:cubicBezTo>
                  <a:cubicBezTo>
                    <a:pt x="43" y="49"/>
                    <a:pt x="31" y="46"/>
                    <a:pt x="21" y="40"/>
                  </a:cubicBezTo>
                  <a:cubicBezTo>
                    <a:pt x="17" y="38"/>
                    <a:pt x="12" y="36"/>
                    <a:pt x="8" y="34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4"/>
                  </a:cubicBezTo>
                  <a:cubicBezTo>
                    <a:pt x="0" y="18"/>
                    <a:pt x="5" y="9"/>
                    <a:pt x="8" y="5"/>
                  </a:cubicBezTo>
                  <a:cubicBezTo>
                    <a:pt x="10" y="3"/>
                    <a:pt x="13" y="1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6" y="3"/>
                    <a:pt x="33" y="7"/>
                    <a:pt x="39" y="10"/>
                  </a:cubicBezTo>
                  <a:cubicBezTo>
                    <a:pt x="40" y="11"/>
                    <a:pt x="41" y="11"/>
                    <a:pt x="42" y="12"/>
                  </a:cubicBezTo>
                  <a:cubicBezTo>
                    <a:pt x="45" y="13"/>
                    <a:pt x="48" y="15"/>
                    <a:pt x="52" y="17"/>
                  </a:cubicBezTo>
                  <a:cubicBezTo>
                    <a:pt x="58" y="20"/>
                    <a:pt x="64" y="23"/>
                    <a:pt x="70" y="26"/>
                  </a:cubicBezTo>
                  <a:cubicBezTo>
                    <a:pt x="73" y="28"/>
                    <a:pt x="75" y="30"/>
                    <a:pt x="78" y="31"/>
                  </a:cubicBezTo>
                  <a:cubicBezTo>
                    <a:pt x="91" y="39"/>
                    <a:pt x="104" y="46"/>
                    <a:pt x="117" y="53"/>
                  </a:cubicBezTo>
                  <a:cubicBezTo>
                    <a:pt x="120" y="55"/>
                    <a:pt x="123" y="56"/>
                    <a:pt x="126" y="57"/>
                  </a:cubicBezTo>
                  <a:cubicBezTo>
                    <a:pt x="128" y="59"/>
                    <a:pt x="131" y="61"/>
                    <a:pt x="134" y="61"/>
                  </a:cubicBezTo>
                  <a:cubicBezTo>
                    <a:pt x="139" y="68"/>
                    <a:pt x="145" y="74"/>
                    <a:pt x="150" y="82"/>
                  </a:cubicBezTo>
                  <a:cubicBezTo>
                    <a:pt x="153" y="81"/>
                    <a:pt x="157" y="82"/>
                    <a:pt x="162" y="82"/>
                  </a:cubicBezTo>
                  <a:cubicBezTo>
                    <a:pt x="165" y="82"/>
                    <a:pt x="168" y="83"/>
                    <a:pt x="171" y="84"/>
                  </a:cubicBezTo>
                  <a:cubicBezTo>
                    <a:pt x="176" y="84"/>
                    <a:pt x="181" y="84"/>
                    <a:pt x="185" y="84"/>
                  </a:cubicBezTo>
                  <a:cubicBezTo>
                    <a:pt x="191" y="85"/>
                    <a:pt x="196" y="83"/>
                    <a:pt x="200" y="80"/>
                  </a:cubicBezTo>
                  <a:cubicBezTo>
                    <a:pt x="198" y="75"/>
                    <a:pt x="188" y="78"/>
                    <a:pt x="186" y="72"/>
                  </a:cubicBezTo>
                  <a:cubicBezTo>
                    <a:pt x="185" y="67"/>
                    <a:pt x="190" y="65"/>
                    <a:pt x="195" y="66"/>
                  </a:cubicBezTo>
                  <a:cubicBezTo>
                    <a:pt x="196" y="66"/>
                    <a:pt x="197" y="66"/>
                    <a:pt x="198" y="67"/>
                  </a:cubicBezTo>
                  <a:cubicBezTo>
                    <a:pt x="201" y="68"/>
                    <a:pt x="203" y="70"/>
                    <a:pt x="206" y="71"/>
                  </a:cubicBezTo>
                  <a:cubicBezTo>
                    <a:pt x="208" y="73"/>
                    <a:pt x="211" y="76"/>
                    <a:pt x="213" y="77"/>
                  </a:cubicBezTo>
                  <a:cubicBezTo>
                    <a:pt x="214" y="78"/>
                    <a:pt x="216" y="78"/>
                    <a:pt x="218" y="79"/>
                  </a:cubicBezTo>
                  <a:cubicBezTo>
                    <a:pt x="221" y="80"/>
                    <a:pt x="222" y="80"/>
                    <a:pt x="225" y="79"/>
                  </a:cubicBezTo>
                  <a:cubicBezTo>
                    <a:pt x="228" y="79"/>
                    <a:pt x="232" y="78"/>
                    <a:pt x="235" y="78"/>
                  </a:cubicBezTo>
                  <a:cubicBezTo>
                    <a:pt x="238" y="78"/>
                    <a:pt x="242" y="80"/>
                    <a:pt x="246" y="81"/>
                  </a:cubicBezTo>
                  <a:cubicBezTo>
                    <a:pt x="249" y="82"/>
                    <a:pt x="253" y="82"/>
                    <a:pt x="254" y="82"/>
                  </a:cubicBezTo>
                  <a:cubicBezTo>
                    <a:pt x="255" y="83"/>
                    <a:pt x="255" y="82"/>
                    <a:pt x="256" y="83"/>
                  </a:cubicBezTo>
                  <a:close/>
                  <a:moveTo>
                    <a:pt x="244" y="82"/>
                  </a:moveTo>
                  <a:cubicBezTo>
                    <a:pt x="242" y="82"/>
                    <a:pt x="239" y="81"/>
                    <a:pt x="237" y="80"/>
                  </a:cubicBezTo>
                  <a:cubicBezTo>
                    <a:pt x="231" y="80"/>
                    <a:pt x="226" y="82"/>
                    <a:pt x="221" y="82"/>
                  </a:cubicBezTo>
                  <a:cubicBezTo>
                    <a:pt x="217" y="81"/>
                    <a:pt x="215" y="80"/>
                    <a:pt x="212" y="79"/>
                  </a:cubicBezTo>
                  <a:cubicBezTo>
                    <a:pt x="213" y="80"/>
                    <a:pt x="215" y="82"/>
                    <a:pt x="217" y="82"/>
                  </a:cubicBezTo>
                  <a:cubicBezTo>
                    <a:pt x="223" y="84"/>
                    <a:pt x="227" y="82"/>
                    <a:pt x="232" y="82"/>
                  </a:cubicBezTo>
                  <a:cubicBezTo>
                    <a:pt x="241" y="81"/>
                    <a:pt x="247" y="85"/>
                    <a:pt x="254" y="86"/>
                  </a:cubicBezTo>
                  <a:cubicBezTo>
                    <a:pt x="254" y="82"/>
                    <a:pt x="249" y="83"/>
                    <a:pt x="244" y="82"/>
                  </a:cubicBezTo>
                  <a:close/>
                  <a:moveTo>
                    <a:pt x="205" y="74"/>
                  </a:moveTo>
                  <a:cubicBezTo>
                    <a:pt x="204" y="71"/>
                    <a:pt x="201" y="70"/>
                    <a:pt x="198" y="69"/>
                  </a:cubicBezTo>
                  <a:cubicBezTo>
                    <a:pt x="195" y="68"/>
                    <a:pt x="188" y="65"/>
                    <a:pt x="187" y="70"/>
                  </a:cubicBezTo>
                  <a:cubicBezTo>
                    <a:pt x="187" y="75"/>
                    <a:pt x="194" y="74"/>
                    <a:pt x="198" y="76"/>
                  </a:cubicBezTo>
                  <a:cubicBezTo>
                    <a:pt x="200" y="76"/>
                    <a:pt x="203" y="79"/>
                    <a:pt x="203" y="81"/>
                  </a:cubicBezTo>
                  <a:cubicBezTo>
                    <a:pt x="202" y="83"/>
                    <a:pt x="192" y="86"/>
                    <a:pt x="188" y="86"/>
                  </a:cubicBezTo>
                  <a:cubicBezTo>
                    <a:pt x="183" y="86"/>
                    <a:pt x="178" y="86"/>
                    <a:pt x="174" y="85"/>
                  </a:cubicBezTo>
                  <a:cubicBezTo>
                    <a:pt x="170" y="85"/>
                    <a:pt x="165" y="83"/>
                    <a:pt x="161" y="83"/>
                  </a:cubicBezTo>
                  <a:cubicBezTo>
                    <a:pt x="160" y="83"/>
                    <a:pt x="159" y="84"/>
                    <a:pt x="158" y="84"/>
                  </a:cubicBezTo>
                  <a:cubicBezTo>
                    <a:pt x="155" y="83"/>
                    <a:pt x="152" y="82"/>
                    <a:pt x="151" y="85"/>
                  </a:cubicBezTo>
                  <a:cubicBezTo>
                    <a:pt x="155" y="85"/>
                    <a:pt x="160" y="85"/>
                    <a:pt x="164" y="85"/>
                  </a:cubicBezTo>
                  <a:cubicBezTo>
                    <a:pt x="167" y="86"/>
                    <a:pt x="169" y="88"/>
                    <a:pt x="172" y="87"/>
                  </a:cubicBezTo>
                  <a:cubicBezTo>
                    <a:pt x="184" y="92"/>
                    <a:pt x="193" y="85"/>
                    <a:pt x="205" y="85"/>
                  </a:cubicBezTo>
                  <a:cubicBezTo>
                    <a:pt x="208" y="82"/>
                    <a:pt x="204" y="79"/>
                    <a:pt x="203" y="77"/>
                  </a:cubicBezTo>
                  <a:cubicBezTo>
                    <a:pt x="200" y="76"/>
                    <a:pt x="198" y="74"/>
                    <a:pt x="195" y="74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3"/>
                    <a:pt x="192" y="72"/>
                    <a:pt x="193" y="70"/>
                  </a:cubicBezTo>
                  <a:cubicBezTo>
                    <a:pt x="197" y="68"/>
                    <a:pt x="200" y="72"/>
                    <a:pt x="202" y="72"/>
                  </a:cubicBezTo>
                  <a:cubicBezTo>
                    <a:pt x="203" y="73"/>
                    <a:pt x="205" y="74"/>
                    <a:pt x="207" y="75"/>
                  </a:cubicBezTo>
                  <a:cubicBezTo>
                    <a:pt x="208" y="76"/>
                    <a:pt x="210" y="78"/>
                    <a:pt x="212" y="78"/>
                  </a:cubicBezTo>
                  <a:cubicBezTo>
                    <a:pt x="211" y="78"/>
                    <a:pt x="211" y="78"/>
                    <a:pt x="211" y="78"/>
                  </a:cubicBezTo>
                  <a:cubicBezTo>
                    <a:pt x="209" y="76"/>
                    <a:pt x="208" y="74"/>
                    <a:pt x="205" y="74"/>
                  </a:cubicBezTo>
                  <a:close/>
                  <a:moveTo>
                    <a:pt x="139" y="85"/>
                  </a:moveTo>
                  <a:cubicBezTo>
                    <a:pt x="142" y="85"/>
                    <a:pt x="147" y="87"/>
                    <a:pt x="148" y="85"/>
                  </a:cubicBezTo>
                  <a:cubicBezTo>
                    <a:pt x="148" y="84"/>
                    <a:pt x="148" y="84"/>
                    <a:pt x="148" y="84"/>
                  </a:cubicBezTo>
                  <a:cubicBezTo>
                    <a:pt x="144" y="77"/>
                    <a:pt x="140" y="69"/>
                    <a:pt x="133" y="64"/>
                  </a:cubicBezTo>
                  <a:cubicBezTo>
                    <a:pt x="132" y="67"/>
                    <a:pt x="133" y="69"/>
                    <a:pt x="132" y="72"/>
                  </a:cubicBezTo>
                  <a:cubicBezTo>
                    <a:pt x="132" y="77"/>
                    <a:pt x="128" y="80"/>
                    <a:pt x="126" y="83"/>
                  </a:cubicBezTo>
                  <a:cubicBezTo>
                    <a:pt x="125" y="83"/>
                    <a:pt x="123" y="84"/>
                    <a:pt x="124" y="85"/>
                  </a:cubicBezTo>
                  <a:cubicBezTo>
                    <a:pt x="128" y="85"/>
                    <a:pt x="134" y="84"/>
                    <a:pt x="139" y="85"/>
                  </a:cubicBezTo>
                  <a:close/>
                  <a:moveTo>
                    <a:pt x="130" y="71"/>
                  </a:moveTo>
                  <a:cubicBezTo>
                    <a:pt x="131" y="68"/>
                    <a:pt x="131" y="65"/>
                    <a:pt x="130" y="62"/>
                  </a:cubicBezTo>
                  <a:cubicBezTo>
                    <a:pt x="127" y="61"/>
                    <a:pt x="125" y="58"/>
                    <a:pt x="122" y="58"/>
                  </a:cubicBezTo>
                  <a:cubicBezTo>
                    <a:pt x="123" y="68"/>
                    <a:pt x="120" y="76"/>
                    <a:pt x="112" y="80"/>
                  </a:cubicBezTo>
                  <a:cubicBezTo>
                    <a:pt x="114" y="82"/>
                    <a:pt x="117" y="83"/>
                    <a:pt x="120" y="84"/>
                  </a:cubicBezTo>
                  <a:cubicBezTo>
                    <a:pt x="124" y="81"/>
                    <a:pt x="130" y="78"/>
                    <a:pt x="130" y="71"/>
                  </a:cubicBezTo>
                  <a:close/>
                  <a:moveTo>
                    <a:pt x="41" y="41"/>
                  </a:moveTo>
                  <a:cubicBezTo>
                    <a:pt x="45" y="43"/>
                    <a:pt x="49" y="45"/>
                    <a:pt x="54" y="47"/>
                  </a:cubicBezTo>
                  <a:cubicBezTo>
                    <a:pt x="59" y="50"/>
                    <a:pt x="64" y="54"/>
                    <a:pt x="70" y="56"/>
                  </a:cubicBezTo>
                  <a:cubicBezTo>
                    <a:pt x="75" y="58"/>
                    <a:pt x="80" y="61"/>
                    <a:pt x="86" y="64"/>
                  </a:cubicBezTo>
                  <a:cubicBezTo>
                    <a:pt x="91" y="66"/>
                    <a:pt x="96" y="69"/>
                    <a:pt x="102" y="71"/>
                  </a:cubicBezTo>
                  <a:cubicBezTo>
                    <a:pt x="105" y="73"/>
                    <a:pt x="108" y="75"/>
                    <a:pt x="110" y="76"/>
                  </a:cubicBezTo>
                  <a:cubicBezTo>
                    <a:pt x="111" y="76"/>
                    <a:pt x="113" y="76"/>
                    <a:pt x="113" y="76"/>
                  </a:cubicBezTo>
                  <a:cubicBezTo>
                    <a:pt x="115" y="76"/>
                    <a:pt x="118" y="73"/>
                    <a:pt x="119" y="71"/>
                  </a:cubicBezTo>
                  <a:cubicBezTo>
                    <a:pt x="121" y="66"/>
                    <a:pt x="121" y="61"/>
                    <a:pt x="120" y="57"/>
                  </a:cubicBezTo>
                  <a:cubicBezTo>
                    <a:pt x="112" y="52"/>
                    <a:pt x="104" y="48"/>
                    <a:pt x="97" y="44"/>
                  </a:cubicBezTo>
                  <a:cubicBezTo>
                    <a:pt x="94" y="43"/>
                    <a:pt x="92" y="41"/>
                    <a:pt x="89" y="39"/>
                  </a:cubicBezTo>
                  <a:cubicBezTo>
                    <a:pt x="84" y="37"/>
                    <a:pt x="79" y="34"/>
                    <a:pt x="74" y="31"/>
                  </a:cubicBezTo>
                  <a:cubicBezTo>
                    <a:pt x="68" y="28"/>
                    <a:pt x="62" y="24"/>
                    <a:pt x="56" y="21"/>
                  </a:cubicBezTo>
                  <a:cubicBezTo>
                    <a:pt x="55" y="21"/>
                    <a:pt x="54" y="20"/>
                    <a:pt x="53" y="20"/>
                  </a:cubicBezTo>
                  <a:cubicBezTo>
                    <a:pt x="71" y="34"/>
                    <a:pt x="90" y="45"/>
                    <a:pt x="111" y="55"/>
                  </a:cubicBezTo>
                  <a:cubicBezTo>
                    <a:pt x="111" y="56"/>
                    <a:pt x="112" y="56"/>
                    <a:pt x="113" y="56"/>
                  </a:cubicBezTo>
                  <a:cubicBezTo>
                    <a:pt x="113" y="58"/>
                    <a:pt x="114" y="59"/>
                    <a:pt x="115" y="60"/>
                  </a:cubicBezTo>
                  <a:cubicBezTo>
                    <a:pt x="112" y="70"/>
                    <a:pt x="98" y="64"/>
                    <a:pt x="91" y="60"/>
                  </a:cubicBezTo>
                  <a:cubicBezTo>
                    <a:pt x="84" y="57"/>
                    <a:pt x="77" y="53"/>
                    <a:pt x="70" y="49"/>
                  </a:cubicBezTo>
                  <a:cubicBezTo>
                    <a:pt x="66" y="47"/>
                    <a:pt x="62" y="45"/>
                    <a:pt x="60" y="43"/>
                  </a:cubicBezTo>
                  <a:cubicBezTo>
                    <a:pt x="58" y="42"/>
                    <a:pt x="55" y="39"/>
                    <a:pt x="53" y="37"/>
                  </a:cubicBezTo>
                  <a:cubicBezTo>
                    <a:pt x="51" y="35"/>
                    <a:pt x="48" y="33"/>
                    <a:pt x="46" y="31"/>
                  </a:cubicBezTo>
                  <a:cubicBezTo>
                    <a:pt x="42" y="26"/>
                    <a:pt x="46" y="19"/>
                    <a:pt x="51" y="18"/>
                  </a:cubicBezTo>
                  <a:cubicBezTo>
                    <a:pt x="45" y="16"/>
                    <a:pt x="40" y="12"/>
                    <a:pt x="34" y="10"/>
                  </a:cubicBezTo>
                  <a:cubicBezTo>
                    <a:pt x="37" y="19"/>
                    <a:pt x="31" y="26"/>
                    <a:pt x="27" y="33"/>
                  </a:cubicBezTo>
                  <a:cubicBezTo>
                    <a:pt x="31" y="36"/>
                    <a:pt x="37" y="38"/>
                    <a:pt x="41" y="41"/>
                  </a:cubicBezTo>
                  <a:close/>
                  <a:moveTo>
                    <a:pt x="112" y="59"/>
                  </a:moveTo>
                  <a:cubicBezTo>
                    <a:pt x="111" y="57"/>
                    <a:pt x="107" y="56"/>
                    <a:pt x="106" y="55"/>
                  </a:cubicBezTo>
                  <a:cubicBezTo>
                    <a:pt x="101" y="51"/>
                    <a:pt x="96" y="50"/>
                    <a:pt x="91" y="47"/>
                  </a:cubicBezTo>
                  <a:cubicBezTo>
                    <a:pt x="86" y="44"/>
                    <a:pt x="82" y="42"/>
                    <a:pt x="77" y="39"/>
                  </a:cubicBezTo>
                  <a:cubicBezTo>
                    <a:pt x="72" y="36"/>
                    <a:pt x="68" y="33"/>
                    <a:pt x="63" y="30"/>
                  </a:cubicBezTo>
                  <a:cubicBezTo>
                    <a:pt x="61" y="28"/>
                    <a:pt x="59" y="27"/>
                    <a:pt x="56" y="25"/>
                  </a:cubicBezTo>
                  <a:cubicBezTo>
                    <a:pt x="54" y="24"/>
                    <a:pt x="51" y="21"/>
                    <a:pt x="49" y="22"/>
                  </a:cubicBezTo>
                  <a:cubicBezTo>
                    <a:pt x="47" y="22"/>
                    <a:pt x="46" y="26"/>
                    <a:pt x="46" y="28"/>
                  </a:cubicBezTo>
                  <a:cubicBezTo>
                    <a:pt x="47" y="29"/>
                    <a:pt x="50" y="32"/>
                    <a:pt x="52" y="34"/>
                  </a:cubicBezTo>
                  <a:cubicBezTo>
                    <a:pt x="54" y="36"/>
                    <a:pt x="56" y="37"/>
                    <a:pt x="58" y="39"/>
                  </a:cubicBezTo>
                  <a:cubicBezTo>
                    <a:pt x="67" y="46"/>
                    <a:pt x="77" y="50"/>
                    <a:pt x="87" y="56"/>
                  </a:cubicBezTo>
                  <a:cubicBezTo>
                    <a:pt x="94" y="60"/>
                    <a:pt x="102" y="65"/>
                    <a:pt x="111" y="62"/>
                  </a:cubicBezTo>
                  <a:cubicBezTo>
                    <a:pt x="112" y="62"/>
                    <a:pt x="113" y="61"/>
                    <a:pt x="113" y="60"/>
                  </a:cubicBezTo>
                  <a:cubicBezTo>
                    <a:pt x="113" y="60"/>
                    <a:pt x="113" y="60"/>
                    <a:pt x="113" y="60"/>
                  </a:cubicBezTo>
                  <a:cubicBezTo>
                    <a:pt x="113" y="59"/>
                    <a:pt x="113" y="59"/>
                    <a:pt x="112" y="59"/>
                  </a:cubicBezTo>
                  <a:close/>
                  <a:moveTo>
                    <a:pt x="110" y="78"/>
                  </a:moveTo>
                  <a:cubicBezTo>
                    <a:pt x="107" y="76"/>
                    <a:pt x="103" y="74"/>
                    <a:pt x="99" y="72"/>
                  </a:cubicBezTo>
                  <a:cubicBezTo>
                    <a:pt x="95" y="71"/>
                    <a:pt x="91" y="69"/>
                    <a:pt x="88" y="67"/>
                  </a:cubicBezTo>
                  <a:cubicBezTo>
                    <a:pt x="81" y="63"/>
                    <a:pt x="74" y="60"/>
                    <a:pt x="67" y="57"/>
                  </a:cubicBezTo>
                  <a:cubicBezTo>
                    <a:pt x="60" y="53"/>
                    <a:pt x="53" y="49"/>
                    <a:pt x="46" y="46"/>
                  </a:cubicBezTo>
                  <a:cubicBezTo>
                    <a:pt x="39" y="42"/>
                    <a:pt x="33" y="38"/>
                    <a:pt x="26" y="35"/>
                  </a:cubicBezTo>
                  <a:cubicBezTo>
                    <a:pt x="25" y="35"/>
                    <a:pt x="22" y="37"/>
                    <a:pt x="21" y="38"/>
                  </a:cubicBezTo>
                  <a:cubicBezTo>
                    <a:pt x="32" y="44"/>
                    <a:pt x="45" y="48"/>
                    <a:pt x="56" y="53"/>
                  </a:cubicBezTo>
                  <a:cubicBezTo>
                    <a:pt x="64" y="57"/>
                    <a:pt x="73" y="59"/>
                    <a:pt x="80" y="63"/>
                  </a:cubicBezTo>
                  <a:cubicBezTo>
                    <a:pt x="88" y="67"/>
                    <a:pt x="95" y="71"/>
                    <a:pt x="102" y="75"/>
                  </a:cubicBezTo>
                  <a:cubicBezTo>
                    <a:pt x="105" y="77"/>
                    <a:pt x="107" y="79"/>
                    <a:pt x="110" y="78"/>
                  </a:cubicBezTo>
                  <a:cubicBezTo>
                    <a:pt x="110" y="78"/>
                    <a:pt x="110" y="78"/>
                    <a:pt x="110" y="78"/>
                  </a:cubicBezTo>
                  <a:close/>
                  <a:moveTo>
                    <a:pt x="32" y="8"/>
                  </a:moveTo>
                  <a:cubicBezTo>
                    <a:pt x="28" y="7"/>
                    <a:pt x="25" y="5"/>
                    <a:pt x="22" y="3"/>
                  </a:cubicBezTo>
                  <a:cubicBezTo>
                    <a:pt x="23" y="16"/>
                    <a:pt x="15" y="26"/>
                    <a:pt x="7" y="31"/>
                  </a:cubicBezTo>
                  <a:cubicBezTo>
                    <a:pt x="11" y="33"/>
                    <a:pt x="15" y="35"/>
                    <a:pt x="18" y="37"/>
                  </a:cubicBezTo>
                  <a:cubicBezTo>
                    <a:pt x="27" y="32"/>
                    <a:pt x="35" y="20"/>
                    <a:pt x="32" y="8"/>
                  </a:cubicBezTo>
                  <a:close/>
                  <a:moveTo>
                    <a:pt x="9" y="8"/>
                  </a:moveTo>
                  <a:cubicBezTo>
                    <a:pt x="9" y="8"/>
                    <a:pt x="8" y="9"/>
                    <a:pt x="8" y="9"/>
                  </a:cubicBezTo>
                  <a:cubicBezTo>
                    <a:pt x="7" y="11"/>
                    <a:pt x="6" y="12"/>
                    <a:pt x="5" y="14"/>
                  </a:cubicBezTo>
                  <a:cubicBezTo>
                    <a:pt x="4" y="16"/>
                    <a:pt x="3" y="18"/>
                    <a:pt x="2" y="20"/>
                  </a:cubicBezTo>
                  <a:cubicBezTo>
                    <a:pt x="1" y="24"/>
                    <a:pt x="3" y="30"/>
                    <a:pt x="7" y="28"/>
                  </a:cubicBezTo>
                  <a:cubicBezTo>
                    <a:pt x="10" y="27"/>
                    <a:pt x="11" y="25"/>
                    <a:pt x="13" y="22"/>
                  </a:cubicBezTo>
                  <a:cubicBezTo>
                    <a:pt x="15" y="21"/>
                    <a:pt x="16" y="20"/>
                    <a:pt x="17" y="18"/>
                  </a:cubicBezTo>
                  <a:cubicBezTo>
                    <a:pt x="19" y="15"/>
                    <a:pt x="20" y="9"/>
                    <a:pt x="20" y="4"/>
                  </a:cubicBezTo>
                  <a:cubicBezTo>
                    <a:pt x="20" y="4"/>
                    <a:pt x="18" y="3"/>
                    <a:pt x="18" y="2"/>
                  </a:cubicBezTo>
                  <a:cubicBezTo>
                    <a:pt x="14" y="3"/>
                    <a:pt x="12" y="5"/>
                    <a:pt x="9" y="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24" name="PA_组合 33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4904734" y="5774235"/>
            <a:ext cx="2142906" cy="1128218"/>
            <a:chOff x="7394576" y="3627438"/>
            <a:chExt cx="1077913" cy="566738"/>
          </a:xfrm>
          <a:solidFill>
            <a:schemeClr val="tx1"/>
          </a:solidFill>
        </p:grpSpPr>
        <p:sp>
          <p:nvSpPr>
            <p:cNvPr id="25" name="Freeform 100"/>
            <p:cNvSpPr>
              <a:spLocks/>
            </p:cNvSpPr>
            <p:nvPr/>
          </p:nvSpPr>
          <p:spPr bwMode="auto">
            <a:xfrm>
              <a:off x="8122380" y="3680704"/>
              <a:ext cx="97606" cy="17045"/>
            </a:xfrm>
            <a:custGeom>
              <a:avLst/>
              <a:gdLst>
                <a:gd name="T0" fmla="*/ 31 w 31"/>
                <a:gd name="T1" fmla="*/ 2 h 5"/>
                <a:gd name="T2" fmla="*/ 30 w 31"/>
                <a:gd name="T3" fmla="*/ 5 h 5"/>
                <a:gd name="T4" fmla="*/ 0 w 31"/>
                <a:gd name="T5" fmla="*/ 4 h 5"/>
                <a:gd name="T6" fmla="*/ 12 w 31"/>
                <a:gd name="T7" fmla="*/ 1 h 5"/>
                <a:gd name="T8" fmla="*/ 18 w 31"/>
                <a:gd name="T9" fmla="*/ 0 h 5"/>
                <a:gd name="T10" fmla="*/ 26 w 31"/>
                <a:gd name="T11" fmla="*/ 2 h 5"/>
                <a:gd name="T12" fmla="*/ 31 w 31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5">
                  <a:moveTo>
                    <a:pt x="31" y="2"/>
                  </a:moveTo>
                  <a:cubicBezTo>
                    <a:pt x="31" y="3"/>
                    <a:pt x="31" y="4"/>
                    <a:pt x="30" y="5"/>
                  </a:cubicBezTo>
                  <a:cubicBezTo>
                    <a:pt x="21" y="2"/>
                    <a:pt x="11" y="3"/>
                    <a:pt x="0" y="4"/>
                  </a:cubicBezTo>
                  <a:cubicBezTo>
                    <a:pt x="1" y="0"/>
                    <a:pt x="8" y="1"/>
                    <a:pt x="12" y="1"/>
                  </a:cubicBezTo>
                  <a:cubicBezTo>
                    <a:pt x="14" y="1"/>
                    <a:pt x="16" y="0"/>
                    <a:pt x="18" y="0"/>
                  </a:cubicBezTo>
                  <a:cubicBezTo>
                    <a:pt x="20" y="0"/>
                    <a:pt x="23" y="1"/>
                    <a:pt x="26" y="2"/>
                  </a:cubicBezTo>
                  <a:cubicBezTo>
                    <a:pt x="28" y="2"/>
                    <a:pt x="30" y="0"/>
                    <a:pt x="3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6" name="Freeform 101"/>
            <p:cNvSpPr>
              <a:spLocks/>
            </p:cNvSpPr>
            <p:nvPr/>
          </p:nvSpPr>
          <p:spPr bwMode="auto">
            <a:xfrm>
              <a:off x="8128745" y="3706271"/>
              <a:ext cx="91241" cy="17045"/>
            </a:xfrm>
            <a:custGeom>
              <a:avLst/>
              <a:gdLst>
                <a:gd name="T0" fmla="*/ 28 w 29"/>
                <a:gd name="T1" fmla="*/ 2 h 5"/>
                <a:gd name="T2" fmla="*/ 29 w 29"/>
                <a:gd name="T3" fmla="*/ 5 h 5"/>
                <a:gd name="T4" fmla="*/ 21 w 29"/>
                <a:gd name="T5" fmla="*/ 3 h 5"/>
                <a:gd name="T6" fmla="*/ 0 w 29"/>
                <a:gd name="T7" fmla="*/ 5 h 5"/>
                <a:gd name="T8" fmla="*/ 0 w 29"/>
                <a:gd name="T9" fmla="*/ 3 h 5"/>
                <a:gd name="T10" fmla="*/ 18 w 29"/>
                <a:gd name="T11" fmla="*/ 0 h 5"/>
                <a:gd name="T12" fmla="*/ 28 w 29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5">
                  <a:moveTo>
                    <a:pt x="28" y="2"/>
                  </a:moveTo>
                  <a:cubicBezTo>
                    <a:pt x="28" y="2"/>
                    <a:pt x="29" y="3"/>
                    <a:pt x="29" y="5"/>
                  </a:cubicBezTo>
                  <a:cubicBezTo>
                    <a:pt x="26" y="5"/>
                    <a:pt x="23" y="3"/>
                    <a:pt x="21" y="3"/>
                  </a:cubicBezTo>
                  <a:cubicBezTo>
                    <a:pt x="13" y="2"/>
                    <a:pt x="7" y="3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0"/>
                    <a:pt x="13" y="0"/>
                    <a:pt x="18" y="0"/>
                  </a:cubicBezTo>
                  <a:cubicBezTo>
                    <a:pt x="22" y="1"/>
                    <a:pt x="24" y="1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7" name="Freeform 102"/>
            <p:cNvSpPr>
              <a:spLocks/>
            </p:cNvSpPr>
            <p:nvPr/>
          </p:nvSpPr>
          <p:spPr bwMode="auto">
            <a:xfrm>
              <a:off x="8145720" y="3885241"/>
              <a:ext cx="70023" cy="14913"/>
            </a:xfrm>
            <a:custGeom>
              <a:avLst/>
              <a:gdLst>
                <a:gd name="T0" fmla="*/ 21 w 22"/>
                <a:gd name="T1" fmla="*/ 1 h 5"/>
                <a:gd name="T2" fmla="*/ 22 w 22"/>
                <a:gd name="T3" fmla="*/ 3 h 5"/>
                <a:gd name="T4" fmla="*/ 20 w 22"/>
                <a:gd name="T5" fmla="*/ 5 h 5"/>
                <a:gd name="T6" fmla="*/ 0 w 22"/>
                <a:gd name="T7" fmla="*/ 3 h 5"/>
                <a:gd name="T8" fmla="*/ 5 w 22"/>
                <a:gd name="T9" fmla="*/ 1 h 5"/>
                <a:gd name="T10" fmla="*/ 21 w 22"/>
                <a:gd name="T11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5">
                  <a:moveTo>
                    <a:pt x="21" y="1"/>
                  </a:moveTo>
                  <a:cubicBezTo>
                    <a:pt x="21" y="2"/>
                    <a:pt x="22" y="2"/>
                    <a:pt x="22" y="3"/>
                  </a:cubicBezTo>
                  <a:cubicBezTo>
                    <a:pt x="22" y="4"/>
                    <a:pt x="21" y="4"/>
                    <a:pt x="20" y="5"/>
                  </a:cubicBezTo>
                  <a:cubicBezTo>
                    <a:pt x="15" y="2"/>
                    <a:pt x="5" y="4"/>
                    <a:pt x="0" y="3"/>
                  </a:cubicBezTo>
                  <a:cubicBezTo>
                    <a:pt x="0" y="0"/>
                    <a:pt x="4" y="1"/>
                    <a:pt x="5" y="1"/>
                  </a:cubicBezTo>
                  <a:cubicBezTo>
                    <a:pt x="9" y="0"/>
                    <a:pt x="17" y="2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8" name="Freeform 103"/>
            <p:cNvSpPr>
              <a:spLocks/>
            </p:cNvSpPr>
            <p:nvPr/>
          </p:nvSpPr>
          <p:spPr bwMode="auto">
            <a:xfrm>
              <a:off x="8145720" y="3900154"/>
              <a:ext cx="72144" cy="21306"/>
            </a:xfrm>
            <a:custGeom>
              <a:avLst/>
              <a:gdLst>
                <a:gd name="T0" fmla="*/ 22 w 23"/>
                <a:gd name="T1" fmla="*/ 3 h 7"/>
                <a:gd name="T2" fmla="*/ 22 w 23"/>
                <a:gd name="T3" fmla="*/ 7 h 7"/>
                <a:gd name="T4" fmla="*/ 8 w 23"/>
                <a:gd name="T5" fmla="*/ 4 h 7"/>
                <a:gd name="T6" fmla="*/ 0 w 23"/>
                <a:gd name="T7" fmla="*/ 3 h 7"/>
                <a:gd name="T8" fmla="*/ 22 w 2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7">
                  <a:moveTo>
                    <a:pt x="22" y="3"/>
                  </a:moveTo>
                  <a:cubicBezTo>
                    <a:pt x="23" y="4"/>
                    <a:pt x="22" y="6"/>
                    <a:pt x="22" y="7"/>
                  </a:cubicBezTo>
                  <a:cubicBezTo>
                    <a:pt x="18" y="6"/>
                    <a:pt x="13" y="5"/>
                    <a:pt x="8" y="4"/>
                  </a:cubicBezTo>
                  <a:cubicBezTo>
                    <a:pt x="5" y="4"/>
                    <a:pt x="0" y="6"/>
                    <a:pt x="0" y="3"/>
                  </a:cubicBezTo>
                  <a:cubicBezTo>
                    <a:pt x="6" y="0"/>
                    <a:pt x="13" y="4"/>
                    <a:pt x="2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9" name="Freeform 104"/>
            <p:cNvSpPr>
              <a:spLocks/>
            </p:cNvSpPr>
            <p:nvPr/>
          </p:nvSpPr>
          <p:spPr bwMode="auto">
            <a:xfrm>
              <a:off x="8141476" y="4072733"/>
              <a:ext cx="78510" cy="19175"/>
            </a:xfrm>
            <a:custGeom>
              <a:avLst/>
              <a:gdLst>
                <a:gd name="T0" fmla="*/ 23 w 25"/>
                <a:gd name="T1" fmla="*/ 2 h 6"/>
                <a:gd name="T2" fmla="*/ 22 w 25"/>
                <a:gd name="T3" fmla="*/ 6 h 6"/>
                <a:gd name="T4" fmla="*/ 20 w 25"/>
                <a:gd name="T5" fmla="*/ 5 h 6"/>
                <a:gd name="T6" fmla="*/ 0 w 25"/>
                <a:gd name="T7" fmla="*/ 4 h 6"/>
                <a:gd name="T8" fmla="*/ 13 w 25"/>
                <a:gd name="T9" fmla="*/ 2 h 6"/>
                <a:gd name="T10" fmla="*/ 23 w 25"/>
                <a:gd name="T11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6">
                  <a:moveTo>
                    <a:pt x="23" y="2"/>
                  </a:moveTo>
                  <a:cubicBezTo>
                    <a:pt x="25" y="3"/>
                    <a:pt x="25" y="6"/>
                    <a:pt x="22" y="6"/>
                  </a:cubicBezTo>
                  <a:cubicBezTo>
                    <a:pt x="22" y="6"/>
                    <a:pt x="21" y="6"/>
                    <a:pt x="20" y="5"/>
                  </a:cubicBezTo>
                  <a:cubicBezTo>
                    <a:pt x="15" y="4"/>
                    <a:pt x="5" y="5"/>
                    <a:pt x="0" y="4"/>
                  </a:cubicBezTo>
                  <a:cubicBezTo>
                    <a:pt x="3" y="0"/>
                    <a:pt x="10" y="2"/>
                    <a:pt x="13" y="2"/>
                  </a:cubicBezTo>
                  <a:cubicBezTo>
                    <a:pt x="18" y="2"/>
                    <a:pt x="19" y="3"/>
                    <a:pt x="2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0" name="Freeform 105"/>
            <p:cNvSpPr>
              <a:spLocks/>
            </p:cNvSpPr>
            <p:nvPr/>
          </p:nvSpPr>
          <p:spPr bwMode="auto">
            <a:xfrm>
              <a:off x="8139355" y="4098300"/>
              <a:ext cx="80631" cy="23436"/>
            </a:xfrm>
            <a:custGeom>
              <a:avLst/>
              <a:gdLst>
                <a:gd name="T0" fmla="*/ 25 w 26"/>
                <a:gd name="T1" fmla="*/ 1 h 7"/>
                <a:gd name="T2" fmla="*/ 26 w 26"/>
                <a:gd name="T3" fmla="*/ 4 h 7"/>
                <a:gd name="T4" fmla="*/ 20 w 26"/>
                <a:gd name="T5" fmla="*/ 5 h 7"/>
                <a:gd name="T6" fmla="*/ 5 w 26"/>
                <a:gd name="T7" fmla="*/ 4 h 7"/>
                <a:gd name="T8" fmla="*/ 0 w 26"/>
                <a:gd name="T9" fmla="*/ 3 h 7"/>
                <a:gd name="T10" fmla="*/ 25 w 26"/>
                <a:gd name="T1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7">
                  <a:moveTo>
                    <a:pt x="25" y="1"/>
                  </a:moveTo>
                  <a:cubicBezTo>
                    <a:pt x="25" y="2"/>
                    <a:pt x="26" y="3"/>
                    <a:pt x="26" y="4"/>
                  </a:cubicBezTo>
                  <a:cubicBezTo>
                    <a:pt x="25" y="7"/>
                    <a:pt x="23" y="6"/>
                    <a:pt x="20" y="5"/>
                  </a:cubicBezTo>
                  <a:cubicBezTo>
                    <a:pt x="16" y="5"/>
                    <a:pt x="10" y="4"/>
                    <a:pt x="5" y="4"/>
                  </a:cubicBezTo>
                  <a:cubicBezTo>
                    <a:pt x="3" y="4"/>
                    <a:pt x="1" y="5"/>
                    <a:pt x="0" y="3"/>
                  </a:cubicBezTo>
                  <a:cubicBezTo>
                    <a:pt x="6" y="0"/>
                    <a:pt x="17" y="5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8" name="Freeform 106"/>
            <p:cNvSpPr>
              <a:spLocks noEditPoints="1"/>
            </p:cNvSpPr>
            <p:nvPr/>
          </p:nvSpPr>
          <p:spPr bwMode="auto">
            <a:xfrm>
              <a:off x="7394576" y="3627438"/>
              <a:ext cx="1077913" cy="566738"/>
            </a:xfrm>
            <a:custGeom>
              <a:avLst/>
              <a:gdLst>
                <a:gd name="T0" fmla="*/ 114 w 342"/>
                <a:gd name="T1" fmla="*/ 19 h 179"/>
                <a:gd name="T2" fmla="*/ 194 w 342"/>
                <a:gd name="T3" fmla="*/ 30 h 179"/>
                <a:gd name="T4" fmla="*/ 265 w 342"/>
                <a:gd name="T5" fmla="*/ 19 h 179"/>
                <a:gd name="T6" fmla="*/ 335 w 342"/>
                <a:gd name="T7" fmla="*/ 144 h 179"/>
                <a:gd name="T8" fmla="*/ 288 w 342"/>
                <a:gd name="T9" fmla="*/ 167 h 179"/>
                <a:gd name="T10" fmla="*/ 235 w 342"/>
                <a:gd name="T11" fmla="*/ 178 h 179"/>
                <a:gd name="T12" fmla="*/ 173 w 342"/>
                <a:gd name="T13" fmla="*/ 172 h 179"/>
                <a:gd name="T14" fmla="*/ 112 w 342"/>
                <a:gd name="T15" fmla="*/ 168 h 179"/>
                <a:gd name="T16" fmla="*/ 43 w 342"/>
                <a:gd name="T17" fmla="*/ 169 h 179"/>
                <a:gd name="T18" fmla="*/ 52 w 342"/>
                <a:gd name="T19" fmla="*/ 47 h 179"/>
                <a:gd name="T20" fmla="*/ 264 w 342"/>
                <a:gd name="T21" fmla="*/ 132 h 179"/>
                <a:gd name="T22" fmla="*/ 229 w 342"/>
                <a:gd name="T23" fmla="*/ 10 h 179"/>
                <a:gd name="T24" fmla="*/ 246 w 342"/>
                <a:gd name="T25" fmla="*/ 177 h 179"/>
                <a:gd name="T26" fmla="*/ 224 w 342"/>
                <a:gd name="T27" fmla="*/ 168 h 179"/>
                <a:gd name="T28" fmla="*/ 225 w 342"/>
                <a:gd name="T29" fmla="*/ 11 h 179"/>
                <a:gd name="T30" fmla="*/ 134 w 342"/>
                <a:gd name="T31" fmla="*/ 20 h 179"/>
                <a:gd name="T32" fmla="*/ 98 w 342"/>
                <a:gd name="T33" fmla="*/ 49 h 179"/>
                <a:gd name="T34" fmla="*/ 112 w 342"/>
                <a:gd name="T35" fmla="*/ 165 h 179"/>
                <a:gd name="T36" fmla="*/ 111 w 342"/>
                <a:gd name="T37" fmla="*/ 24 h 179"/>
                <a:gd name="T38" fmla="*/ 195 w 342"/>
                <a:gd name="T39" fmla="*/ 57 h 179"/>
                <a:gd name="T40" fmla="*/ 154 w 342"/>
                <a:gd name="T41" fmla="*/ 34 h 179"/>
                <a:gd name="T42" fmla="*/ 156 w 342"/>
                <a:gd name="T43" fmla="*/ 142 h 179"/>
                <a:gd name="T44" fmla="*/ 114 w 342"/>
                <a:gd name="T45" fmla="*/ 39 h 179"/>
                <a:gd name="T46" fmla="*/ 52 w 342"/>
                <a:gd name="T47" fmla="*/ 50 h 179"/>
                <a:gd name="T48" fmla="*/ 15 w 342"/>
                <a:gd name="T49" fmla="*/ 153 h 179"/>
                <a:gd name="T50" fmla="*/ 75 w 342"/>
                <a:gd name="T51" fmla="*/ 45 h 179"/>
                <a:gd name="T52" fmla="*/ 221 w 342"/>
                <a:gd name="T53" fmla="*/ 51 h 179"/>
                <a:gd name="T54" fmla="*/ 221 w 342"/>
                <a:gd name="T55" fmla="*/ 170 h 179"/>
                <a:gd name="T56" fmla="*/ 69 w 342"/>
                <a:gd name="T57" fmla="*/ 85 h 179"/>
                <a:gd name="T58" fmla="*/ 82 w 342"/>
                <a:gd name="T59" fmla="*/ 58 h 179"/>
                <a:gd name="T60" fmla="*/ 72 w 342"/>
                <a:gd name="T61" fmla="*/ 74 h 179"/>
                <a:gd name="T62" fmla="*/ 63 w 342"/>
                <a:gd name="T63" fmla="*/ 93 h 179"/>
                <a:gd name="T64" fmla="*/ 45 w 342"/>
                <a:gd name="T65" fmla="*/ 133 h 179"/>
                <a:gd name="T66" fmla="*/ 50 w 342"/>
                <a:gd name="T67" fmla="*/ 131 h 179"/>
                <a:gd name="T68" fmla="*/ 114 w 342"/>
                <a:gd name="T69" fmla="*/ 51 h 179"/>
                <a:gd name="T70" fmla="*/ 153 w 342"/>
                <a:gd name="T71" fmla="*/ 110 h 179"/>
                <a:gd name="T72" fmla="*/ 198 w 342"/>
                <a:gd name="T73" fmla="*/ 165 h 179"/>
                <a:gd name="T74" fmla="*/ 279 w 342"/>
                <a:gd name="T75" fmla="*/ 76 h 179"/>
                <a:gd name="T76" fmla="*/ 267 w 342"/>
                <a:gd name="T77" fmla="*/ 63 h 179"/>
                <a:gd name="T78" fmla="*/ 76 w 342"/>
                <a:gd name="T79" fmla="*/ 57 h 179"/>
                <a:gd name="T80" fmla="*/ 85 w 342"/>
                <a:gd name="T81" fmla="*/ 61 h 179"/>
                <a:gd name="T82" fmla="*/ 107 w 342"/>
                <a:gd name="T83" fmla="*/ 167 h 179"/>
                <a:gd name="T84" fmla="*/ 93 w 342"/>
                <a:gd name="T85" fmla="*/ 64 h 179"/>
                <a:gd name="T86" fmla="*/ 265 w 342"/>
                <a:gd name="T87" fmla="*/ 103 h 179"/>
                <a:gd name="T88" fmla="*/ 306 w 342"/>
                <a:gd name="T89" fmla="*/ 169 h 179"/>
                <a:gd name="T90" fmla="*/ 265 w 342"/>
                <a:gd name="T91" fmla="*/ 73 h 179"/>
                <a:gd name="T92" fmla="*/ 300 w 342"/>
                <a:gd name="T93" fmla="*/ 78 h 179"/>
                <a:gd name="T94" fmla="*/ 278 w 342"/>
                <a:gd name="T95" fmla="*/ 96 h 179"/>
                <a:gd name="T96" fmla="*/ 64 w 342"/>
                <a:gd name="T97" fmla="*/ 105 h 179"/>
                <a:gd name="T98" fmla="*/ 71 w 342"/>
                <a:gd name="T99" fmla="*/ 123 h 179"/>
                <a:gd name="T100" fmla="*/ 280 w 342"/>
                <a:gd name="T101" fmla="*/ 100 h 179"/>
                <a:gd name="T102" fmla="*/ 52 w 342"/>
                <a:gd name="T103" fmla="*/ 111 h 179"/>
                <a:gd name="T104" fmla="*/ 66 w 342"/>
                <a:gd name="T105" fmla="*/ 118 h 179"/>
                <a:gd name="T106" fmla="*/ 323 w 342"/>
                <a:gd name="T107" fmla="*/ 125 h 179"/>
                <a:gd name="T108" fmla="*/ 37 w 342"/>
                <a:gd name="T109" fmla="*/ 140 h 179"/>
                <a:gd name="T110" fmla="*/ 332 w 342"/>
                <a:gd name="T111" fmla="*/ 153 h 179"/>
                <a:gd name="T112" fmla="*/ 153 w 342"/>
                <a:gd name="T113" fmla="*/ 156 h 179"/>
                <a:gd name="T114" fmla="*/ 34 w 342"/>
                <a:gd name="T115" fmla="*/ 149 h 179"/>
                <a:gd name="T116" fmla="*/ 339 w 342"/>
                <a:gd name="T117" fmla="*/ 162 h 179"/>
                <a:gd name="T118" fmla="*/ 115 w 342"/>
                <a:gd name="T119" fmla="*/ 16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42" h="179">
                  <a:moveTo>
                    <a:pt x="79" y="39"/>
                  </a:moveTo>
                  <a:cubicBezTo>
                    <a:pt x="80" y="39"/>
                    <a:pt x="82" y="40"/>
                    <a:pt x="83" y="40"/>
                  </a:cubicBezTo>
                  <a:cubicBezTo>
                    <a:pt x="84" y="37"/>
                    <a:pt x="83" y="32"/>
                    <a:pt x="85" y="30"/>
                  </a:cubicBezTo>
                  <a:cubicBezTo>
                    <a:pt x="92" y="28"/>
                    <a:pt x="99" y="28"/>
                    <a:pt x="106" y="24"/>
                  </a:cubicBezTo>
                  <a:cubicBezTo>
                    <a:pt x="108" y="23"/>
                    <a:pt x="110" y="22"/>
                    <a:pt x="111" y="21"/>
                  </a:cubicBezTo>
                  <a:cubicBezTo>
                    <a:pt x="112" y="21"/>
                    <a:pt x="112" y="20"/>
                    <a:pt x="113" y="21"/>
                  </a:cubicBezTo>
                  <a:cubicBezTo>
                    <a:pt x="113" y="20"/>
                    <a:pt x="114" y="20"/>
                    <a:pt x="114" y="19"/>
                  </a:cubicBezTo>
                  <a:cubicBezTo>
                    <a:pt x="120" y="18"/>
                    <a:pt x="126" y="17"/>
                    <a:pt x="131" y="17"/>
                  </a:cubicBezTo>
                  <a:cubicBezTo>
                    <a:pt x="136" y="17"/>
                    <a:pt x="140" y="18"/>
                    <a:pt x="145" y="19"/>
                  </a:cubicBezTo>
                  <a:cubicBezTo>
                    <a:pt x="147" y="20"/>
                    <a:pt x="150" y="20"/>
                    <a:pt x="152" y="23"/>
                  </a:cubicBezTo>
                  <a:cubicBezTo>
                    <a:pt x="153" y="25"/>
                    <a:pt x="153" y="26"/>
                    <a:pt x="153" y="28"/>
                  </a:cubicBezTo>
                  <a:cubicBezTo>
                    <a:pt x="155" y="28"/>
                    <a:pt x="157" y="27"/>
                    <a:pt x="160" y="26"/>
                  </a:cubicBezTo>
                  <a:cubicBezTo>
                    <a:pt x="164" y="26"/>
                    <a:pt x="170" y="28"/>
                    <a:pt x="176" y="28"/>
                  </a:cubicBezTo>
                  <a:cubicBezTo>
                    <a:pt x="182" y="29"/>
                    <a:pt x="190" y="26"/>
                    <a:pt x="194" y="30"/>
                  </a:cubicBezTo>
                  <a:cubicBezTo>
                    <a:pt x="196" y="32"/>
                    <a:pt x="198" y="37"/>
                    <a:pt x="198" y="41"/>
                  </a:cubicBezTo>
                  <a:cubicBezTo>
                    <a:pt x="199" y="43"/>
                    <a:pt x="198" y="45"/>
                    <a:pt x="198" y="47"/>
                  </a:cubicBezTo>
                  <a:cubicBezTo>
                    <a:pt x="201" y="47"/>
                    <a:pt x="203" y="45"/>
                    <a:pt x="205" y="45"/>
                  </a:cubicBezTo>
                  <a:cubicBezTo>
                    <a:pt x="207" y="34"/>
                    <a:pt x="204" y="22"/>
                    <a:pt x="207" y="15"/>
                  </a:cubicBezTo>
                  <a:cubicBezTo>
                    <a:pt x="214" y="14"/>
                    <a:pt x="221" y="10"/>
                    <a:pt x="228" y="7"/>
                  </a:cubicBezTo>
                  <a:cubicBezTo>
                    <a:pt x="237" y="0"/>
                    <a:pt x="250" y="1"/>
                    <a:pt x="260" y="4"/>
                  </a:cubicBezTo>
                  <a:cubicBezTo>
                    <a:pt x="265" y="6"/>
                    <a:pt x="264" y="12"/>
                    <a:pt x="265" y="19"/>
                  </a:cubicBezTo>
                  <a:cubicBezTo>
                    <a:pt x="266" y="31"/>
                    <a:pt x="266" y="47"/>
                    <a:pt x="265" y="59"/>
                  </a:cubicBezTo>
                  <a:cubicBezTo>
                    <a:pt x="271" y="54"/>
                    <a:pt x="281" y="50"/>
                    <a:pt x="291" y="52"/>
                  </a:cubicBezTo>
                  <a:cubicBezTo>
                    <a:pt x="293" y="56"/>
                    <a:pt x="294" y="60"/>
                    <a:pt x="296" y="64"/>
                  </a:cubicBezTo>
                  <a:cubicBezTo>
                    <a:pt x="297" y="66"/>
                    <a:pt x="298" y="68"/>
                    <a:pt x="299" y="70"/>
                  </a:cubicBezTo>
                  <a:cubicBezTo>
                    <a:pt x="302" y="80"/>
                    <a:pt x="309" y="89"/>
                    <a:pt x="313" y="99"/>
                  </a:cubicBezTo>
                  <a:cubicBezTo>
                    <a:pt x="314" y="101"/>
                    <a:pt x="316" y="103"/>
                    <a:pt x="317" y="106"/>
                  </a:cubicBezTo>
                  <a:cubicBezTo>
                    <a:pt x="323" y="118"/>
                    <a:pt x="329" y="132"/>
                    <a:pt x="335" y="144"/>
                  </a:cubicBezTo>
                  <a:cubicBezTo>
                    <a:pt x="336" y="145"/>
                    <a:pt x="336" y="146"/>
                    <a:pt x="337" y="147"/>
                  </a:cubicBezTo>
                  <a:cubicBezTo>
                    <a:pt x="337" y="148"/>
                    <a:pt x="337" y="148"/>
                    <a:pt x="337" y="148"/>
                  </a:cubicBezTo>
                  <a:cubicBezTo>
                    <a:pt x="339" y="151"/>
                    <a:pt x="340" y="155"/>
                    <a:pt x="342" y="158"/>
                  </a:cubicBezTo>
                  <a:cubicBezTo>
                    <a:pt x="342" y="165"/>
                    <a:pt x="335" y="174"/>
                    <a:pt x="327" y="175"/>
                  </a:cubicBezTo>
                  <a:cubicBezTo>
                    <a:pt x="321" y="176"/>
                    <a:pt x="316" y="176"/>
                    <a:pt x="311" y="174"/>
                  </a:cubicBezTo>
                  <a:cubicBezTo>
                    <a:pt x="308" y="173"/>
                    <a:pt x="306" y="172"/>
                    <a:pt x="303" y="172"/>
                  </a:cubicBezTo>
                  <a:cubicBezTo>
                    <a:pt x="299" y="170"/>
                    <a:pt x="293" y="169"/>
                    <a:pt x="288" y="167"/>
                  </a:cubicBezTo>
                  <a:cubicBezTo>
                    <a:pt x="285" y="167"/>
                    <a:pt x="282" y="165"/>
                    <a:pt x="281" y="164"/>
                  </a:cubicBezTo>
                  <a:cubicBezTo>
                    <a:pt x="280" y="163"/>
                    <a:pt x="279" y="158"/>
                    <a:pt x="278" y="156"/>
                  </a:cubicBezTo>
                  <a:cubicBezTo>
                    <a:pt x="277" y="153"/>
                    <a:pt x="275" y="150"/>
                    <a:pt x="274" y="148"/>
                  </a:cubicBezTo>
                  <a:cubicBezTo>
                    <a:pt x="272" y="142"/>
                    <a:pt x="269" y="137"/>
                    <a:pt x="267" y="132"/>
                  </a:cubicBezTo>
                  <a:cubicBezTo>
                    <a:pt x="266" y="141"/>
                    <a:pt x="266" y="156"/>
                    <a:pt x="267" y="168"/>
                  </a:cubicBezTo>
                  <a:cubicBezTo>
                    <a:pt x="267" y="178"/>
                    <a:pt x="255" y="179"/>
                    <a:pt x="247" y="179"/>
                  </a:cubicBezTo>
                  <a:cubicBezTo>
                    <a:pt x="243" y="179"/>
                    <a:pt x="239" y="178"/>
                    <a:pt x="235" y="178"/>
                  </a:cubicBezTo>
                  <a:cubicBezTo>
                    <a:pt x="232" y="176"/>
                    <a:pt x="227" y="171"/>
                    <a:pt x="222" y="172"/>
                  </a:cubicBezTo>
                  <a:cubicBezTo>
                    <a:pt x="220" y="172"/>
                    <a:pt x="219" y="174"/>
                    <a:pt x="217" y="174"/>
                  </a:cubicBezTo>
                  <a:cubicBezTo>
                    <a:pt x="212" y="175"/>
                    <a:pt x="208" y="175"/>
                    <a:pt x="205" y="171"/>
                  </a:cubicBezTo>
                  <a:cubicBezTo>
                    <a:pt x="203" y="171"/>
                    <a:pt x="200" y="170"/>
                    <a:pt x="198" y="168"/>
                  </a:cubicBezTo>
                  <a:cubicBezTo>
                    <a:pt x="195" y="168"/>
                    <a:pt x="194" y="170"/>
                    <a:pt x="193" y="171"/>
                  </a:cubicBezTo>
                  <a:cubicBezTo>
                    <a:pt x="190" y="173"/>
                    <a:pt x="186" y="172"/>
                    <a:pt x="182" y="172"/>
                  </a:cubicBezTo>
                  <a:cubicBezTo>
                    <a:pt x="179" y="172"/>
                    <a:pt x="176" y="172"/>
                    <a:pt x="173" y="172"/>
                  </a:cubicBezTo>
                  <a:cubicBezTo>
                    <a:pt x="169" y="172"/>
                    <a:pt x="165" y="170"/>
                    <a:pt x="161" y="171"/>
                  </a:cubicBezTo>
                  <a:cubicBezTo>
                    <a:pt x="158" y="170"/>
                    <a:pt x="156" y="170"/>
                    <a:pt x="154" y="169"/>
                  </a:cubicBezTo>
                  <a:cubicBezTo>
                    <a:pt x="151" y="172"/>
                    <a:pt x="140" y="173"/>
                    <a:pt x="138" y="172"/>
                  </a:cubicBezTo>
                  <a:cubicBezTo>
                    <a:pt x="137" y="172"/>
                    <a:pt x="138" y="173"/>
                    <a:pt x="137" y="173"/>
                  </a:cubicBezTo>
                  <a:cubicBezTo>
                    <a:pt x="134" y="171"/>
                    <a:pt x="122" y="171"/>
                    <a:pt x="115" y="169"/>
                  </a:cubicBezTo>
                  <a:cubicBezTo>
                    <a:pt x="114" y="169"/>
                    <a:pt x="114" y="172"/>
                    <a:pt x="113" y="171"/>
                  </a:cubicBezTo>
                  <a:cubicBezTo>
                    <a:pt x="112" y="171"/>
                    <a:pt x="112" y="170"/>
                    <a:pt x="112" y="168"/>
                  </a:cubicBezTo>
                  <a:cubicBezTo>
                    <a:pt x="111" y="170"/>
                    <a:pt x="109" y="171"/>
                    <a:pt x="109" y="171"/>
                  </a:cubicBezTo>
                  <a:cubicBezTo>
                    <a:pt x="102" y="171"/>
                    <a:pt x="94" y="173"/>
                    <a:pt x="86" y="170"/>
                  </a:cubicBezTo>
                  <a:cubicBezTo>
                    <a:pt x="81" y="165"/>
                    <a:pt x="75" y="160"/>
                    <a:pt x="68" y="157"/>
                  </a:cubicBezTo>
                  <a:cubicBezTo>
                    <a:pt x="69" y="144"/>
                    <a:pt x="69" y="131"/>
                    <a:pt x="70" y="117"/>
                  </a:cubicBezTo>
                  <a:cubicBezTo>
                    <a:pt x="65" y="128"/>
                    <a:pt x="60" y="139"/>
                    <a:pt x="55" y="150"/>
                  </a:cubicBezTo>
                  <a:cubicBezTo>
                    <a:pt x="53" y="155"/>
                    <a:pt x="51" y="162"/>
                    <a:pt x="48" y="167"/>
                  </a:cubicBezTo>
                  <a:cubicBezTo>
                    <a:pt x="46" y="169"/>
                    <a:pt x="45" y="167"/>
                    <a:pt x="43" y="169"/>
                  </a:cubicBezTo>
                  <a:cubicBezTo>
                    <a:pt x="38" y="167"/>
                    <a:pt x="31" y="166"/>
                    <a:pt x="28" y="161"/>
                  </a:cubicBezTo>
                  <a:cubicBezTo>
                    <a:pt x="19" y="157"/>
                    <a:pt x="9" y="153"/>
                    <a:pt x="0" y="150"/>
                  </a:cubicBezTo>
                  <a:cubicBezTo>
                    <a:pt x="0" y="149"/>
                    <a:pt x="1" y="147"/>
                    <a:pt x="0" y="147"/>
                  </a:cubicBezTo>
                  <a:cubicBezTo>
                    <a:pt x="7" y="132"/>
                    <a:pt x="15" y="118"/>
                    <a:pt x="22" y="104"/>
                  </a:cubicBezTo>
                  <a:cubicBezTo>
                    <a:pt x="22" y="98"/>
                    <a:pt x="26" y="94"/>
                    <a:pt x="28" y="89"/>
                  </a:cubicBezTo>
                  <a:cubicBezTo>
                    <a:pt x="32" y="79"/>
                    <a:pt x="37" y="72"/>
                    <a:pt x="41" y="63"/>
                  </a:cubicBezTo>
                  <a:cubicBezTo>
                    <a:pt x="43" y="59"/>
                    <a:pt x="48" y="49"/>
                    <a:pt x="52" y="47"/>
                  </a:cubicBezTo>
                  <a:cubicBezTo>
                    <a:pt x="54" y="45"/>
                    <a:pt x="59" y="44"/>
                    <a:pt x="62" y="44"/>
                  </a:cubicBezTo>
                  <a:cubicBezTo>
                    <a:pt x="64" y="43"/>
                    <a:pt x="66" y="43"/>
                    <a:pt x="68" y="42"/>
                  </a:cubicBezTo>
                  <a:cubicBezTo>
                    <a:pt x="72" y="41"/>
                    <a:pt x="76" y="42"/>
                    <a:pt x="79" y="39"/>
                  </a:cubicBezTo>
                  <a:close/>
                  <a:moveTo>
                    <a:pt x="246" y="177"/>
                  </a:moveTo>
                  <a:cubicBezTo>
                    <a:pt x="252" y="177"/>
                    <a:pt x="262" y="175"/>
                    <a:pt x="264" y="171"/>
                  </a:cubicBezTo>
                  <a:cubicBezTo>
                    <a:pt x="264" y="169"/>
                    <a:pt x="264" y="164"/>
                    <a:pt x="264" y="161"/>
                  </a:cubicBezTo>
                  <a:cubicBezTo>
                    <a:pt x="264" y="153"/>
                    <a:pt x="264" y="141"/>
                    <a:pt x="264" y="132"/>
                  </a:cubicBezTo>
                  <a:cubicBezTo>
                    <a:pt x="264" y="127"/>
                    <a:pt x="263" y="121"/>
                    <a:pt x="263" y="115"/>
                  </a:cubicBezTo>
                  <a:cubicBezTo>
                    <a:pt x="263" y="103"/>
                    <a:pt x="262" y="92"/>
                    <a:pt x="262" y="80"/>
                  </a:cubicBezTo>
                  <a:cubicBezTo>
                    <a:pt x="263" y="53"/>
                    <a:pt x="264" y="32"/>
                    <a:pt x="262" y="10"/>
                  </a:cubicBezTo>
                  <a:cubicBezTo>
                    <a:pt x="261" y="10"/>
                    <a:pt x="261" y="8"/>
                    <a:pt x="261" y="8"/>
                  </a:cubicBezTo>
                  <a:cubicBezTo>
                    <a:pt x="257" y="5"/>
                    <a:pt x="253" y="5"/>
                    <a:pt x="249" y="5"/>
                  </a:cubicBezTo>
                  <a:cubicBezTo>
                    <a:pt x="246" y="4"/>
                    <a:pt x="243" y="4"/>
                    <a:pt x="241" y="4"/>
                  </a:cubicBezTo>
                  <a:cubicBezTo>
                    <a:pt x="237" y="5"/>
                    <a:pt x="230" y="6"/>
                    <a:pt x="229" y="10"/>
                  </a:cubicBezTo>
                  <a:cubicBezTo>
                    <a:pt x="227" y="15"/>
                    <a:pt x="229" y="27"/>
                    <a:pt x="229" y="32"/>
                  </a:cubicBezTo>
                  <a:cubicBezTo>
                    <a:pt x="229" y="38"/>
                    <a:pt x="229" y="45"/>
                    <a:pt x="230" y="52"/>
                  </a:cubicBezTo>
                  <a:cubicBezTo>
                    <a:pt x="231" y="60"/>
                    <a:pt x="233" y="69"/>
                    <a:pt x="233" y="79"/>
                  </a:cubicBezTo>
                  <a:cubicBezTo>
                    <a:pt x="233" y="94"/>
                    <a:pt x="234" y="112"/>
                    <a:pt x="233" y="128"/>
                  </a:cubicBezTo>
                  <a:cubicBezTo>
                    <a:pt x="232" y="131"/>
                    <a:pt x="233" y="133"/>
                    <a:pt x="233" y="137"/>
                  </a:cubicBezTo>
                  <a:cubicBezTo>
                    <a:pt x="233" y="149"/>
                    <a:pt x="232" y="161"/>
                    <a:pt x="231" y="173"/>
                  </a:cubicBezTo>
                  <a:cubicBezTo>
                    <a:pt x="235" y="175"/>
                    <a:pt x="240" y="177"/>
                    <a:pt x="246" y="177"/>
                  </a:cubicBezTo>
                  <a:close/>
                  <a:moveTo>
                    <a:pt x="208" y="19"/>
                  </a:moveTo>
                  <a:cubicBezTo>
                    <a:pt x="208" y="28"/>
                    <a:pt x="208" y="39"/>
                    <a:pt x="208" y="45"/>
                  </a:cubicBezTo>
                  <a:cubicBezTo>
                    <a:pt x="212" y="46"/>
                    <a:pt x="218" y="47"/>
                    <a:pt x="222" y="48"/>
                  </a:cubicBezTo>
                  <a:cubicBezTo>
                    <a:pt x="222" y="49"/>
                    <a:pt x="223" y="49"/>
                    <a:pt x="224" y="50"/>
                  </a:cubicBezTo>
                  <a:cubicBezTo>
                    <a:pt x="225" y="55"/>
                    <a:pt x="224" y="62"/>
                    <a:pt x="224" y="68"/>
                  </a:cubicBezTo>
                  <a:cubicBezTo>
                    <a:pt x="224" y="85"/>
                    <a:pt x="226" y="104"/>
                    <a:pt x="225" y="123"/>
                  </a:cubicBezTo>
                  <a:cubicBezTo>
                    <a:pt x="225" y="137"/>
                    <a:pt x="225" y="151"/>
                    <a:pt x="224" y="168"/>
                  </a:cubicBezTo>
                  <a:cubicBezTo>
                    <a:pt x="226" y="169"/>
                    <a:pt x="226" y="170"/>
                    <a:pt x="229" y="171"/>
                  </a:cubicBezTo>
                  <a:cubicBezTo>
                    <a:pt x="231" y="152"/>
                    <a:pt x="230" y="134"/>
                    <a:pt x="230" y="111"/>
                  </a:cubicBezTo>
                  <a:cubicBezTo>
                    <a:pt x="230" y="108"/>
                    <a:pt x="231" y="105"/>
                    <a:pt x="231" y="102"/>
                  </a:cubicBezTo>
                  <a:cubicBezTo>
                    <a:pt x="231" y="94"/>
                    <a:pt x="231" y="85"/>
                    <a:pt x="231" y="77"/>
                  </a:cubicBezTo>
                  <a:cubicBezTo>
                    <a:pt x="230" y="68"/>
                    <a:pt x="228" y="58"/>
                    <a:pt x="228" y="48"/>
                  </a:cubicBezTo>
                  <a:cubicBezTo>
                    <a:pt x="227" y="38"/>
                    <a:pt x="227" y="29"/>
                    <a:pt x="226" y="19"/>
                  </a:cubicBezTo>
                  <a:cubicBezTo>
                    <a:pt x="226" y="16"/>
                    <a:pt x="227" y="14"/>
                    <a:pt x="225" y="11"/>
                  </a:cubicBezTo>
                  <a:cubicBezTo>
                    <a:pt x="219" y="14"/>
                    <a:pt x="214" y="16"/>
                    <a:pt x="208" y="19"/>
                  </a:cubicBezTo>
                  <a:close/>
                  <a:moveTo>
                    <a:pt x="123" y="38"/>
                  </a:moveTo>
                  <a:cubicBezTo>
                    <a:pt x="128" y="39"/>
                    <a:pt x="132" y="40"/>
                    <a:pt x="137" y="40"/>
                  </a:cubicBezTo>
                  <a:cubicBezTo>
                    <a:pt x="140" y="40"/>
                    <a:pt x="145" y="39"/>
                    <a:pt x="146" y="39"/>
                  </a:cubicBezTo>
                  <a:cubicBezTo>
                    <a:pt x="147" y="39"/>
                    <a:pt x="149" y="38"/>
                    <a:pt x="150" y="37"/>
                  </a:cubicBezTo>
                  <a:cubicBezTo>
                    <a:pt x="150" y="32"/>
                    <a:pt x="150" y="27"/>
                    <a:pt x="149" y="23"/>
                  </a:cubicBezTo>
                  <a:cubicBezTo>
                    <a:pt x="145" y="22"/>
                    <a:pt x="140" y="20"/>
                    <a:pt x="134" y="20"/>
                  </a:cubicBezTo>
                  <a:cubicBezTo>
                    <a:pt x="128" y="20"/>
                    <a:pt x="117" y="20"/>
                    <a:pt x="115" y="23"/>
                  </a:cubicBezTo>
                  <a:cubicBezTo>
                    <a:pt x="113" y="25"/>
                    <a:pt x="114" y="28"/>
                    <a:pt x="114" y="31"/>
                  </a:cubicBezTo>
                  <a:cubicBezTo>
                    <a:pt x="114" y="34"/>
                    <a:pt x="113" y="36"/>
                    <a:pt x="114" y="38"/>
                  </a:cubicBezTo>
                  <a:cubicBezTo>
                    <a:pt x="116" y="35"/>
                    <a:pt x="120" y="38"/>
                    <a:pt x="123" y="38"/>
                  </a:cubicBezTo>
                  <a:close/>
                  <a:moveTo>
                    <a:pt x="86" y="34"/>
                  </a:moveTo>
                  <a:cubicBezTo>
                    <a:pt x="86" y="36"/>
                    <a:pt x="85" y="39"/>
                    <a:pt x="85" y="41"/>
                  </a:cubicBezTo>
                  <a:cubicBezTo>
                    <a:pt x="90" y="42"/>
                    <a:pt x="94" y="46"/>
                    <a:pt x="98" y="49"/>
                  </a:cubicBezTo>
                  <a:cubicBezTo>
                    <a:pt x="99" y="52"/>
                    <a:pt x="96" y="57"/>
                    <a:pt x="95" y="61"/>
                  </a:cubicBezTo>
                  <a:cubicBezTo>
                    <a:pt x="101" y="60"/>
                    <a:pt x="105" y="61"/>
                    <a:pt x="109" y="63"/>
                  </a:cubicBezTo>
                  <a:cubicBezTo>
                    <a:pt x="109" y="66"/>
                    <a:pt x="108" y="69"/>
                    <a:pt x="110" y="71"/>
                  </a:cubicBezTo>
                  <a:cubicBezTo>
                    <a:pt x="111" y="87"/>
                    <a:pt x="112" y="105"/>
                    <a:pt x="111" y="121"/>
                  </a:cubicBezTo>
                  <a:cubicBezTo>
                    <a:pt x="111" y="124"/>
                    <a:pt x="110" y="126"/>
                    <a:pt x="110" y="129"/>
                  </a:cubicBezTo>
                  <a:cubicBezTo>
                    <a:pt x="110" y="138"/>
                    <a:pt x="111" y="148"/>
                    <a:pt x="111" y="157"/>
                  </a:cubicBezTo>
                  <a:cubicBezTo>
                    <a:pt x="110" y="160"/>
                    <a:pt x="109" y="163"/>
                    <a:pt x="112" y="165"/>
                  </a:cubicBezTo>
                  <a:cubicBezTo>
                    <a:pt x="111" y="163"/>
                    <a:pt x="113" y="157"/>
                    <a:pt x="111" y="154"/>
                  </a:cubicBezTo>
                  <a:cubicBezTo>
                    <a:pt x="111" y="153"/>
                    <a:pt x="112" y="154"/>
                    <a:pt x="112" y="153"/>
                  </a:cubicBezTo>
                  <a:cubicBezTo>
                    <a:pt x="112" y="139"/>
                    <a:pt x="112" y="122"/>
                    <a:pt x="112" y="108"/>
                  </a:cubicBezTo>
                  <a:cubicBezTo>
                    <a:pt x="113" y="97"/>
                    <a:pt x="112" y="85"/>
                    <a:pt x="112" y="75"/>
                  </a:cubicBezTo>
                  <a:cubicBezTo>
                    <a:pt x="112" y="66"/>
                    <a:pt x="112" y="56"/>
                    <a:pt x="112" y="48"/>
                  </a:cubicBezTo>
                  <a:cubicBezTo>
                    <a:pt x="112" y="40"/>
                    <a:pt x="112" y="32"/>
                    <a:pt x="111" y="24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05" y="28"/>
                    <a:pt x="93" y="31"/>
                    <a:pt x="86" y="34"/>
                  </a:cubicBezTo>
                  <a:close/>
                  <a:moveTo>
                    <a:pt x="179" y="170"/>
                  </a:moveTo>
                  <a:cubicBezTo>
                    <a:pt x="186" y="171"/>
                    <a:pt x="192" y="169"/>
                    <a:pt x="194" y="165"/>
                  </a:cubicBezTo>
                  <a:cubicBezTo>
                    <a:pt x="195" y="157"/>
                    <a:pt x="194" y="147"/>
                    <a:pt x="194" y="139"/>
                  </a:cubicBezTo>
                  <a:cubicBezTo>
                    <a:pt x="194" y="120"/>
                    <a:pt x="194" y="103"/>
                    <a:pt x="195" y="87"/>
                  </a:cubicBezTo>
                  <a:cubicBezTo>
                    <a:pt x="196" y="79"/>
                    <a:pt x="195" y="70"/>
                    <a:pt x="195" y="61"/>
                  </a:cubicBezTo>
                  <a:cubicBezTo>
                    <a:pt x="195" y="60"/>
                    <a:pt x="195" y="58"/>
                    <a:pt x="195" y="57"/>
                  </a:cubicBezTo>
                  <a:cubicBezTo>
                    <a:pt x="195" y="55"/>
                    <a:pt x="195" y="54"/>
                    <a:pt x="195" y="52"/>
                  </a:cubicBezTo>
                  <a:cubicBezTo>
                    <a:pt x="195" y="48"/>
                    <a:pt x="197" y="39"/>
                    <a:pt x="194" y="35"/>
                  </a:cubicBezTo>
                  <a:cubicBezTo>
                    <a:pt x="193" y="33"/>
                    <a:pt x="188" y="31"/>
                    <a:pt x="185" y="31"/>
                  </a:cubicBezTo>
                  <a:cubicBezTo>
                    <a:pt x="180" y="30"/>
                    <a:pt x="176" y="31"/>
                    <a:pt x="171" y="30"/>
                  </a:cubicBezTo>
                  <a:cubicBezTo>
                    <a:pt x="166" y="29"/>
                    <a:pt x="161" y="28"/>
                    <a:pt x="158" y="29"/>
                  </a:cubicBezTo>
                  <a:cubicBezTo>
                    <a:pt x="157" y="29"/>
                    <a:pt x="154" y="30"/>
                    <a:pt x="154" y="32"/>
                  </a:cubicBezTo>
                  <a:cubicBezTo>
                    <a:pt x="153" y="32"/>
                    <a:pt x="154" y="33"/>
                    <a:pt x="154" y="34"/>
                  </a:cubicBezTo>
                  <a:cubicBezTo>
                    <a:pt x="154" y="36"/>
                    <a:pt x="154" y="40"/>
                    <a:pt x="154" y="43"/>
                  </a:cubicBezTo>
                  <a:cubicBezTo>
                    <a:pt x="154" y="44"/>
                    <a:pt x="153" y="45"/>
                    <a:pt x="153" y="46"/>
                  </a:cubicBezTo>
                  <a:cubicBezTo>
                    <a:pt x="153" y="50"/>
                    <a:pt x="153" y="54"/>
                    <a:pt x="153" y="57"/>
                  </a:cubicBezTo>
                  <a:cubicBezTo>
                    <a:pt x="153" y="66"/>
                    <a:pt x="155" y="77"/>
                    <a:pt x="155" y="88"/>
                  </a:cubicBezTo>
                  <a:cubicBezTo>
                    <a:pt x="155" y="93"/>
                    <a:pt x="155" y="98"/>
                    <a:pt x="155" y="103"/>
                  </a:cubicBezTo>
                  <a:cubicBezTo>
                    <a:pt x="155" y="108"/>
                    <a:pt x="156" y="113"/>
                    <a:pt x="156" y="118"/>
                  </a:cubicBezTo>
                  <a:cubicBezTo>
                    <a:pt x="156" y="126"/>
                    <a:pt x="156" y="134"/>
                    <a:pt x="156" y="142"/>
                  </a:cubicBezTo>
                  <a:cubicBezTo>
                    <a:pt x="155" y="150"/>
                    <a:pt x="154" y="159"/>
                    <a:pt x="156" y="167"/>
                  </a:cubicBezTo>
                  <a:cubicBezTo>
                    <a:pt x="162" y="167"/>
                    <a:pt x="171" y="169"/>
                    <a:pt x="179" y="170"/>
                  </a:cubicBezTo>
                  <a:close/>
                  <a:moveTo>
                    <a:pt x="114" y="47"/>
                  </a:moveTo>
                  <a:cubicBezTo>
                    <a:pt x="118" y="47"/>
                    <a:pt x="122" y="50"/>
                    <a:pt x="127" y="51"/>
                  </a:cubicBezTo>
                  <a:cubicBezTo>
                    <a:pt x="133" y="52"/>
                    <a:pt x="146" y="53"/>
                    <a:pt x="151" y="49"/>
                  </a:cubicBezTo>
                  <a:cubicBezTo>
                    <a:pt x="150" y="45"/>
                    <a:pt x="150" y="44"/>
                    <a:pt x="151" y="40"/>
                  </a:cubicBezTo>
                  <a:cubicBezTo>
                    <a:pt x="140" y="44"/>
                    <a:pt x="126" y="42"/>
                    <a:pt x="114" y="39"/>
                  </a:cubicBezTo>
                  <a:cubicBezTo>
                    <a:pt x="113" y="42"/>
                    <a:pt x="114" y="44"/>
                    <a:pt x="114" y="47"/>
                  </a:cubicBezTo>
                  <a:close/>
                  <a:moveTo>
                    <a:pt x="94" y="49"/>
                  </a:moveTo>
                  <a:cubicBezTo>
                    <a:pt x="90" y="47"/>
                    <a:pt x="86" y="43"/>
                    <a:pt x="80" y="43"/>
                  </a:cubicBezTo>
                  <a:cubicBezTo>
                    <a:pt x="79" y="44"/>
                    <a:pt x="77" y="45"/>
                    <a:pt x="77" y="47"/>
                  </a:cubicBezTo>
                  <a:cubicBezTo>
                    <a:pt x="84" y="47"/>
                    <a:pt x="88" y="52"/>
                    <a:pt x="94" y="55"/>
                  </a:cubicBezTo>
                  <a:cubicBezTo>
                    <a:pt x="95" y="52"/>
                    <a:pt x="96" y="51"/>
                    <a:pt x="94" y="49"/>
                  </a:cubicBezTo>
                  <a:close/>
                  <a:moveTo>
                    <a:pt x="52" y="50"/>
                  </a:moveTo>
                  <a:cubicBezTo>
                    <a:pt x="43" y="64"/>
                    <a:pt x="36" y="80"/>
                    <a:pt x="28" y="95"/>
                  </a:cubicBezTo>
                  <a:cubicBezTo>
                    <a:pt x="28" y="96"/>
                    <a:pt x="27" y="97"/>
                    <a:pt x="26" y="98"/>
                  </a:cubicBezTo>
                  <a:cubicBezTo>
                    <a:pt x="25" y="100"/>
                    <a:pt x="25" y="103"/>
                    <a:pt x="24" y="105"/>
                  </a:cubicBezTo>
                  <a:cubicBezTo>
                    <a:pt x="21" y="113"/>
                    <a:pt x="15" y="121"/>
                    <a:pt x="12" y="130"/>
                  </a:cubicBezTo>
                  <a:cubicBezTo>
                    <a:pt x="8" y="135"/>
                    <a:pt x="6" y="141"/>
                    <a:pt x="4" y="147"/>
                  </a:cubicBezTo>
                  <a:cubicBezTo>
                    <a:pt x="6" y="150"/>
                    <a:pt x="11" y="151"/>
                    <a:pt x="13" y="152"/>
                  </a:cubicBezTo>
                  <a:cubicBezTo>
                    <a:pt x="14" y="153"/>
                    <a:pt x="15" y="153"/>
                    <a:pt x="15" y="153"/>
                  </a:cubicBezTo>
                  <a:cubicBezTo>
                    <a:pt x="20" y="155"/>
                    <a:pt x="24" y="156"/>
                    <a:pt x="27" y="156"/>
                  </a:cubicBezTo>
                  <a:cubicBezTo>
                    <a:pt x="28" y="155"/>
                    <a:pt x="28" y="154"/>
                    <a:pt x="28" y="152"/>
                  </a:cubicBezTo>
                  <a:cubicBezTo>
                    <a:pt x="28" y="151"/>
                    <a:pt x="29" y="152"/>
                    <a:pt x="30" y="151"/>
                  </a:cubicBezTo>
                  <a:cubicBezTo>
                    <a:pt x="37" y="135"/>
                    <a:pt x="45" y="119"/>
                    <a:pt x="51" y="102"/>
                  </a:cubicBezTo>
                  <a:cubicBezTo>
                    <a:pt x="58" y="85"/>
                    <a:pt x="65" y="65"/>
                    <a:pt x="74" y="50"/>
                  </a:cubicBezTo>
                  <a:cubicBezTo>
                    <a:pt x="73" y="49"/>
                    <a:pt x="72" y="49"/>
                    <a:pt x="72" y="48"/>
                  </a:cubicBezTo>
                  <a:cubicBezTo>
                    <a:pt x="74" y="47"/>
                    <a:pt x="75" y="47"/>
                    <a:pt x="75" y="45"/>
                  </a:cubicBezTo>
                  <a:cubicBezTo>
                    <a:pt x="69" y="44"/>
                    <a:pt x="58" y="46"/>
                    <a:pt x="52" y="50"/>
                  </a:cubicBezTo>
                  <a:close/>
                  <a:moveTo>
                    <a:pt x="222" y="152"/>
                  </a:moveTo>
                  <a:cubicBezTo>
                    <a:pt x="223" y="137"/>
                    <a:pt x="223" y="119"/>
                    <a:pt x="223" y="105"/>
                  </a:cubicBezTo>
                  <a:cubicBezTo>
                    <a:pt x="223" y="100"/>
                    <a:pt x="222" y="96"/>
                    <a:pt x="222" y="93"/>
                  </a:cubicBezTo>
                  <a:cubicBezTo>
                    <a:pt x="222" y="91"/>
                    <a:pt x="222" y="90"/>
                    <a:pt x="222" y="88"/>
                  </a:cubicBezTo>
                  <a:cubicBezTo>
                    <a:pt x="222" y="82"/>
                    <a:pt x="222" y="76"/>
                    <a:pt x="222" y="70"/>
                  </a:cubicBezTo>
                  <a:cubicBezTo>
                    <a:pt x="222" y="65"/>
                    <a:pt x="223" y="53"/>
                    <a:pt x="221" y="51"/>
                  </a:cubicBezTo>
                  <a:cubicBezTo>
                    <a:pt x="220" y="50"/>
                    <a:pt x="211" y="48"/>
                    <a:pt x="208" y="48"/>
                  </a:cubicBezTo>
                  <a:cubicBezTo>
                    <a:pt x="208" y="48"/>
                    <a:pt x="206" y="48"/>
                    <a:pt x="205" y="49"/>
                  </a:cubicBezTo>
                  <a:cubicBezTo>
                    <a:pt x="206" y="53"/>
                    <a:pt x="205" y="58"/>
                    <a:pt x="205" y="63"/>
                  </a:cubicBezTo>
                  <a:cubicBezTo>
                    <a:pt x="205" y="68"/>
                    <a:pt x="205" y="73"/>
                    <a:pt x="205" y="77"/>
                  </a:cubicBezTo>
                  <a:cubicBezTo>
                    <a:pt x="205" y="87"/>
                    <a:pt x="206" y="97"/>
                    <a:pt x="206" y="107"/>
                  </a:cubicBezTo>
                  <a:cubicBezTo>
                    <a:pt x="207" y="128"/>
                    <a:pt x="206" y="149"/>
                    <a:pt x="205" y="169"/>
                  </a:cubicBezTo>
                  <a:cubicBezTo>
                    <a:pt x="209" y="174"/>
                    <a:pt x="217" y="172"/>
                    <a:pt x="221" y="170"/>
                  </a:cubicBezTo>
                  <a:cubicBezTo>
                    <a:pt x="223" y="164"/>
                    <a:pt x="222" y="158"/>
                    <a:pt x="222" y="152"/>
                  </a:cubicBezTo>
                  <a:close/>
                  <a:moveTo>
                    <a:pt x="68" y="115"/>
                  </a:moveTo>
                  <a:cubicBezTo>
                    <a:pt x="68" y="114"/>
                    <a:pt x="69" y="113"/>
                    <a:pt x="70" y="111"/>
                  </a:cubicBezTo>
                  <a:cubicBezTo>
                    <a:pt x="69" y="112"/>
                    <a:pt x="68" y="112"/>
                    <a:pt x="67" y="111"/>
                  </a:cubicBezTo>
                  <a:cubicBezTo>
                    <a:pt x="67" y="107"/>
                    <a:pt x="62" y="108"/>
                    <a:pt x="60" y="105"/>
                  </a:cubicBezTo>
                  <a:cubicBezTo>
                    <a:pt x="60" y="105"/>
                    <a:pt x="60" y="103"/>
                    <a:pt x="62" y="103"/>
                  </a:cubicBezTo>
                  <a:cubicBezTo>
                    <a:pt x="63" y="97"/>
                    <a:pt x="68" y="93"/>
                    <a:pt x="69" y="85"/>
                  </a:cubicBezTo>
                  <a:cubicBezTo>
                    <a:pt x="72" y="82"/>
                    <a:pt x="76" y="87"/>
                    <a:pt x="79" y="88"/>
                  </a:cubicBezTo>
                  <a:cubicBezTo>
                    <a:pt x="80" y="87"/>
                    <a:pt x="81" y="86"/>
                    <a:pt x="81" y="85"/>
                  </a:cubicBezTo>
                  <a:cubicBezTo>
                    <a:pt x="78" y="82"/>
                    <a:pt x="75" y="83"/>
                    <a:pt x="72" y="81"/>
                  </a:cubicBezTo>
                  <a:cubicBezTo>
                    <a:pt x="71" y="76"/>
                    <a:pt x="76" y="76"/>
                    <a:pt x="76" y="71"/>
                  </a:cubicBezTo>
                  <a:cubicBezTo>
                    <a:pt x="78" y="69"/>
                    <a:pt x="79" y="66"/>
                    <a:pt x="80" y="63"/>
                  </a:cubicBezTo>
                  <a:cubicBezTo>
                    <a:pt x="81" y="61"/>
                    <a:pt x="81" y="57"/>
                    <a:pt x="82" y="59"/>
                  </a:cubicBezTo>
                  <a:cubicBezTo>
                    <a:pt x="82" y="58"/>
                    <a:pt x="81" y="58"/>
                    <a:pt x="82" y="58"/>
                  </a:cubicBezTo>
                  <a:cubicBezTo>
                    <a:pt x="86" y="56"/>
                    <a:pt x="89" y="59"/>
                    <a:pt x="92" y="61"/>
                  </a:cubicBezTo>
                  <a:cubicBezTo>
                    <a:pt x="92" y="60"/>
                    <a:pt x="93" y="59"/>
                    <a:pt x="93" y="58"/>
                  </a:cubicBezTo>
                  <a:cubicBezTo>
                    <a:pt x="89" y="53"/>
                    <a:pt x="83" y="50"/>
                    <a:pt x="76" y="49"/>
                  </a:cubicBezTo>
                  <a:cubicBezTo>
                    <a:pt x="76" y="51"/>
                    <a:pt x="74" y="52"/>
                    <a:pt x="75" y="53"/>
                  </a:cubicBezTo>
                  <a:cubicBezTo>
                    <a:pt x="77" y="54"/>
                    <a:pt x="82" y="57"/>
                    <a:pt x="78" y="60"/>
                  </a:cubicBezTo>
                  <a:cubicBezTo>
                    <a:pt x="78" y="61"/>
                    <a:pt x="77" y="62"/>
                    <a:pt x="77" y="63"/>
                  </a:cubicBezTo>
                  <a:cubicBezTo>
                    <a:pt x="75" y="67"/>
                    <a:pt x="73" y="71"/>
                    <a:pt x="72" y="74"/>
                  </a:cubicBezTo>
                  <a:cubicBezTo>
                    <a:pt x="71" y="76"/>
                    <a:pt x="71" y="79"/>
                    <a:pt x="69" y="80"/>
                  </a:cubicBezTo>
                  <a:cubicBezTo>
                    <a:pt x="68" y="79"/>
                    <a:pt x="67" y="78"/>
                    <a:pt x="66" y="77"/>
                  </a:cubicBezTo>
                  <a:cubicBezTo>
                    <a:pt x="65" y="78"/>
                    <a:pt x="64" y="78"/>
                    <a:pt x="63" y="78"/>
                  </a:cubicBezTo>
                  <a:cubicBezTo>
                    <a:pt x="62" y="79"/>
                    <a:pt x="62" y="80"/>
                    <a:pt x="62" y="82"/>
                  </a:cubicBezTo>
                  <a:cubicBezTo>
                    <a:pt x="63" y="83"/>
                    <a:pt x="66" y="84"/>
                    <a:pt x="66" y="86"/>
                  </a:cubicBezTo>
                  <a:cubicBezTo>
                    <a:pt x="66" y="87"/>
                    <a:pt x="64" y="88"/>
                    <a:pt x="63" y="90"/>
                  </a:cubicBezTo>
                  <a:cubicBezTo>
                    <a:pt x="63" y="91"/>
                    <a:pt x="63" y="92"/>
                    <a:pt x="63" y="93"/>
                  </a:cubicBezTo>
                  <a:cubicBezTo>
                    <a:pt x="61" y="97"/>
                    <a:pt x="59" y="102"/>
                    <a:pt x="58" y="105"/>
                  </a:cubicBezTo>
                  <a:cubicBezTo>
                    <a:pt x="57" y="105"/>
                    <a:pt x="57" y="105"/>
                    <a:pt x="56" y="105"/>
                  </a:cubicBezTo>
                  <a:cubicBezTo>
                    <a:pt x="55" y="105"/>
                    <a:pt x="55" y="104"/>
                    <a:pt x="53" y="103"/>
                  </a:cubicBezTo>
                  <a:cubicBezTo>
                    <a:pt x="52" y="105"/>
                    <a:pt x="52" y="107"/>
                    <a:pt x="51" y="108"/>
                  </a:cubicBezTo>
                  <a:cubicBezTo>
                    <a:pt x="53" y="109"/>
                    <a:pt x="55" y="110"/>
                    <a:pt x="55" y="112"/>
                  </a:cubicBezTo>
                  <a:cubicBezTo>
                    <a:pt x="51" y="117"/>
                    <a:pt x="48" y="125"/>
                    <a:pt x="48" y="131"/>
                  </a:cubicBezTo>
                  <a:cubicBezTo>
                    <a:pt x="47" y="132"/>
                    <a:pt x="46" y="132"/>
                    <a:pt x="45" y="133"/>
                  </a:cubicBezTo>
                  <a:cubicBezTo>
                    <a:pt x="44" y="132"/>
                    <a:pt x="43" y="130"/>
                    <a:pt x="42" y="130"/>
                  </a:cubicBezTo>
                  <a:cubicBezTo>
                    <a:pt x="41" y="133"/>
                    <a:pt x="39" y="135"/>
                    <a:pt x="39" y="138"/>
                  </a:cubicBezTo>
                  <a:cubicBezTo>
                    <a:pt x="45" y="136"/>
                    <a:pt x="50" y="141"/>
                    <a:pt x="55" y="143"/>
                  </a:cubicBezTo>
                  <a:cubicBezTo>
                    <a:pt x="56" y="142"/>
                    <a:pt x="57" y="141"/>
                    <a:pt x="57" y="140"/>
                  </a:cubicBezTo>
                  <a:cubicBezTo>
                    <a:pt x="55" y="137"/>
                    <a:pt x="52" y="135"/>
                    <a:pt x="49" y="134"/>
                  </a:cubicBezTo>
                  <a:cubicBezTo>
                    <a:pt x="49" y="134"/>
                    <a:pt x="49" y="133"/>
                    <a:pt x="49" y="133"/>
                  </a:cubicBezTo>
                  <a:cubicBezTo>
                    <a:pt x="49" y="132"/>
                    <a:pt x="49" y="131"/>
                    <a:pt x="50" y="131"/>
                  </a:cubicBezTo>
                  <a:cubicBezTo>
                    <a:pt x="50" y="130"/>
                    <a:pt x="50" y="130"/>
                    <a:pt x="50" y="129"/>
                  </a:cubicBezTo>
                  <a:cubicBezTo>
                    <a:pt x="54" y="126"/>
                    <a:pt x="54" y="120"/>
                    <a:pt x="58" y="117"/>
                  </a:cubicBezTo>
                  <a:cubicBezTo>
                    <a:pt x="58" y="114"/>
                    <a:pt x="58" y="112"/>
                    <a:pt x="60" y="111"/>
                  </a:cubicBezTo>
                  <a:cubicBezTo>
                    <a:pt x="63" y="112"/>
                    <a:pt x="65" y="114"/>
                    <a:pt x="68" y="115"/>
                  </a:cubicBezTo>
                  <a:close/>
                  <a:moveTo>
                    <a:pt x="140" y="54"/>
                  </a:moveTo>
                  <a:cubicBezTo>
                    <a:pt x="131" y="55"/>
                    <a:pt x="122" y="52"/>
                    <a:pt x="114" y="50"/>
                  </a:cubicBezTo>
                  <a:cubicBezTo>
                    <a:pt x="114" y="50"/>
                    <a:pt x="114" y="51"/>
                    <a:pt x="114" y="51"/>
                  </a:cubicBezTo>
                  <a:cubicBezTo>
                    <a:pt x="115" y="82"/>
                    <a:pt x="113" y="115"/>
                    <a:pt x="114" y="142"/>
                  </a:cubicBezTo>
                  <a:cubicBezTo>
                    <a:pt x="115" y="141"/>
                    <a:pt x="117" y="142"/>
                    <a:pt x="117" y="142"/>
                  </a:cubicBezTo>
                  <a:cubicBezTo>
                    <a:pt x="119" y="141"/>
                    <a:pt x="119" y="142"/>
                    <a:pt x="121" y="143"/>
                  </a:cubicBezTo>
                  <a:cubicBezTo>
                    <a:pt x="122" y="143"/>
                    <a:pt x="123" y="142"/>
                    <a:pt x="124" y="143"/>
                  </a:cubicBezTo>
                  <a:cubicBezTo>
                    <a:pt x="125" y="143"/>
                    <a:pt x="126" y="143"/>
                    <a:pt x="126" y="143"/>
                  </a:cubicBezTo>
                  <a:cubicBezTo>
                    <a:pt x="135" y="145"/>
                    <a:pt x="145" y="144"/>
                    <a:pt x="153" y="143"/>
                  </a:cubicBezTo>
                  <a:cubicBezTo>
                    <a:pt x="153" y="132"/>
                    <a:pt x="154" y="121"/>
                    <a:pt x="153" y="110"/>
                  </a:cubicBezTo>
                  <a:cubicBezTo>
                    <a:pt x="152" y="101"/>
                    <a:pt x="153" y="91"/>
                    <a:pt x="152" y="82"/>
                  </a:cubicBezTo>
                  <a:cubicBezTo>
                    <a:pt x="152" y="73"/>
                    <a:pt x="150" y="62"/>
                    <a:pt x="151" y="53"/>
                  </a:cubicBezTo>
                  <a:cubicBezTo>
                    <a:pt x="147" y="52"/>
                    <a:pt x="144" y="54"/>
                    <a:pt x="140" y="54"/>
                  </a:cubicBezTo>
                  <a:close/>
                  <a:moveTo>
                    <a:pt x="197" y="51"/>
                  </a:moveTo>
                  <a:cubicBezTo>
                    <a:pt x="197" y="57"/>
                    <a:pt x="198" y="59"/>
                    <a:pt x="197" y="62"/>
                  </a:cubicBezTo>
                  <a:cubicBezTo>
                    <a:pt x="198" y="70"/>
                    <a:pt x="199" y="78"/>
                    <a:pt x="198" y="86"/>
                  </a:cubicBezTo>
                  <a:cubicBezTo>
                    <a:pt x="196" y="112"/>
                    <a:pt x="197" y="141"/>
                    <a:pt x="198" y="165"/>
                  </a:cubicBezTo>
                  <a:cubicBezTo>
                    <a:pt x="199" y="166"/>
                    <a:pt x="201" y="168"/>
                    <a:pt x="202" y="167"/>
                  </a:cubicBezTo>
                  <a:cubicBezTo>
                    <a:pt x="205" y="146"/>
                    <a:pt x="204" y="126"/>
                    <a:pt x="204" y="105"/>
                  </a:cubicBezTo>
                  <a:cubicBezTo>
                    <a:pt x="204" y="98"/>
                    <a:pt x="203" y="92"/>
                    <a:pt x="202" y="85"/>
                  </a:cubicBezTo>
                  <a:cubicBezTo>
                    <a:pt x="202" y="74"/>
                    <a:pt x="203" y="62"/>
                    <a:pt x="203" y="51"/>
                  </a:cubicBezTo>
                  <a:cubicBezTo>
                    <a:pt x="200" y="51"/>
                    <a:pt x="199" y="52"/>
                    <a:pt x="198" y="51"/>
                  </a:cubicBezTo>
                  <a:cubicBezTo>
                    <a:pt x="198" y="51"/>
                    <a:pt x="197" y="51"/>
                    <a:pt x="197" y="51"/>
                  </a:cubicBezTo>
                  <a:close/>
                  <a:moveTo>
                    <a:pt x="279" y="76"/>
                  </a:moveTo>
                  <a:cubicBezTo>
                    <a:pt x="284" y="75"/>
                    <a:pt x="291" y="72"/>
                    <a:pt x="294" y="68"/>
                  </a:cubicBezTo>
                  <a:cubicBezTo>
                    <a:pt x="296" y="65"/>
                    <a:pt x="293" y="62"/>
                    <a:pt x="292" y="60"/>
                  </a:cubicBezTo>
                  <a:cubicBezTo>
                    <a:pt x="291" y="58"/>
                    <a:pt x="290" y="55"/>
                    <a:pt x="288" y="54"/>
                  </a:cubicBezTo>
                  <a:cubicBezTo>
                    <a:pt x="287" y="54"/>
                    <a:pt x="284" y="54"/>
                    <a:pt x="281" y="54"/>
                  </a:cubicBezTo>
                  <a:cubicBezTo>
                    <a:pt x="279" y="55"/>
                    <a:pt x="276" y="55"/>
                    <a:pt x="275" y="55"/>
                  </a:cubicBezTo>
                  <a:cubicBezTo>
                    <a:pt x="272" y="56"/>
                    <a:pt x="269" y="59"/>
                    <a:pt x="267" y="60"/>
                  </a:cubicBezTo>
                  <a:cubicBezTo>
                    <a:pt x="268" y="61"/>
                    <a:pt x="266" y="62"/>
                    <a:pt x="267" y="63"/>
                  </a:cubicBezTo>
                  <a:cubicBezTo>
                    <a:pt x="266" y="63"/>
                    <a:pt x="265" y="63"/>
                    <a:pt x="265" y="64"/>
                  </a:cubicBezTo>
                  <a:cubicBezTo>
                    <a:pt x="265" y="69"/>
                    <a:pt x="268" y="73"/>
                    <a:pt x="270" y="77"/>
                  </a:cubicBezTo>
                  <a:cubicBezTo>
                    <a:pt x="273" y="76"/>
                    <a:pt x="275" y="76"/>
                    <a:pt x="279" y="76"/>
                  </a:cubicBezTo>
                  <a:close/>
                  <a:moveTo>
                    <a:pt x="73" y="56"/>
                  </a:moveTo>
                  <a:cubicBezTo>
                    <a:pt x="70" y="62"/>
                    <a:pt x="67" y="68"/>
                    <a:pt x="64" y="75"/>
                  </a:cubicBezTo>
                  <a:cubicBezTo>
                    <a:pt x="66" y="74"/>
                    <a:pt x="66" y="76"/>
                    <a:pt x="68" y="76"/>
                  </a:cubicBezTo>
                  <a:cubicBezTo>
                    <a:pt x="71" y="70"/>
                    <a:pt x="74" y="63"/>
                    <a:pt x="76" y="57"/>
                  </a:cubicBezTo>
                  <a:cubicBezTo>
                    <a:pt x="76" y="56"/>
                    <a:pt x="75" y="55"/>
                    <a:pt x="73" y="56"/>
                  </a:cubicBezTo>
                  <a:close/>
                  <a:moveTo>
                    <a:pt x="85" y="61"/>
                  </a:moveTo>
                  <a:cubicBezTo>
                    <a:pt x="83" y="63"/>
                    <a:pt x="82" y="66"/>
                    <a:pt x="80" y="70"/>
                  </a:cubicBezTo>
                  <a:cubicBezTo>
                    <a:pt x="79" y="73"/>
                    <a:pt x="76" y="76"/>
                    <a:pt x="76" y="78"/>
                  </a:cubicBezTo>
                  <a:cubicBezTo>
                    <a:pt x="77" y="81"/>
                    <a:pt x="80" y="81"/>
                    <a:pt x="81" y="83"/>
                  </a:cubicBezTo>
                  <a:cubicBezTo>
                    <a:pt x="86" y="77"/>
                    <a:pt x="88" y="70"/>
                    <a:pt x="91" y="64"/>
                  </a:cubicBezTo>
                  <a:cubicBezTo>
                    <a:pt x="89" y="62"/>
                    <a:pt x="87" y="61"/>
                    <a:pt x="85" y="61"/>
                  </a:cubicBezTo>
                  <a:close/>
                  <a:moveTo>
                    <a:pt x="93" y="64"/>
                  </a:moveTo>
                  <a:cubicBezTo>
                    <a:pt x="91" y="70"/>
                    <a:pt x="86" y="77"/>
                    <a:pt x="84" y="83"/>
                  </a:cubicBezTo>
                  <a:cubicBezTo>
                    <a:pt x="83" y="89"/>
                    <a:pt x="84" y="98"/>
                    <a:pt x="85" y="105"/>
                  </a:cubicBezTo>
                  <a:cubicBezTo>
                    <a:pt x="85" y="111"/>
                    <a:pt x="84" y="117"/>
                    <a:pt x="84" y="123"/>
                  </a:cubicBezTo>
                  <a:cubicBezTo>
                    <a:pt x="85" y="135"/>
                    <a:pt x="85" y="150"/>
                    <a:pt x="85" y="163"/>
                  </a:cubicBezTo>
                  <a:cubicBezTo>
                    <a:pt x="85" y="164"/>
                    <a:pt x="87" y="165"/>
                    <a:pt x="86" y="167"/>
                  </a:cubicBezTo>
                  <a:cubicBezTo>
                    <a:pt x="93" y="170"/>
                    <a:pt x="101" y="169"/>
                    <a:pt x="107" y="167"/>
                  </a:cubicBezTo>
                  <a:cubicBezTo>
                    <a:pt x="109" y="159"/>
                    <a:pt x="108" y="152"/>
                    <a:pt x="108" y="144"/>
                  </a:cubicBezTo>
                  <a:cubicBezTo>
                    <a:pt x="108" y="132"/>
                    <a:pt x="109" y="119"/>
                    <a:pt x="109" y="105"/>
                  </a:cubicBezTo>
                  <a:cubicBezTo>
                    <a:pt x="109" y="101"/>
                    <a:pt x="109" y="96"/>
                    <a:pt x="109" y="93"/>
                  </a:cubicBezTo>
                  <a:cubicBezTo>
                    <a:pt x="109" y="92"/>
                    <a:pt x="108" y="91"/>
                    <a:pt x="108" y="90"/>
                  </a:cubicBezTo>
                  <a:cubicBezTo>
                    <a:pt x="108" y="87"/>
                    <a:pt x="109" y="84"/>
                    <a:pt x="108" y="81"/>
                  </a:cubicBezTo>
                  <a:cubicBezTo>
                    <a:pt x="108" y="75"/>
                    <a:pt x="106" y="70"/>
                    <a:pt x="106" y="64"/>
                  </a:cubicBezTo>
                  <a:cubicBezTo>
                    <a:pt x="102" y="62"/>
                    <a:pt x="97" y="62"/>
                    <a:pt x="93" y="64"/>
                  </a:cubicBezTo>
                  <a:close/>
                  <a:moveTo>
                    <a:pt x="271" y="79"/>
                  </a:moveTo>
                  <a:cubicBezTo>
                    <a:pt x="271" y="82"/>
                    <a:pt x="272" y="83"/>
                    <a:pt x="273" y="84"/>
                  </a:cubicBezTo>
                  <a:cubicBezTo>
                    <a:pt x="274" y="84"/>
                    <a:pt x="274" y="83"/>
                    <a:pt x="276" y="83"/>
                  </a:cubicBezTo>
                  <a:cubicBezTo>
                    <a:pt x="285" y="87"/>
                    <a:pt x="306" y="80"/>
                    <a:pt x="296" y="69"/>
                  </a:cubicBezTo>
                  <a:cubicBezTo>
                    <a:pt x="292" y="77"/>
                    <a:pt x="281" y="78"/>
                    <a:pt x="271" y="79"/>
                  </a:cubicBezTo>
                  <a:close/>
                  <a:moveTo>
                    <a:pt x="265" y="96"/>
                  </a:moveTo>
                  <a:cubicBezTo>
                    <a:pt x="265" y="98"/>
                    <a:pt x="265" y="100"/>
                    <a:pt x="265" y="103"/>
                  </a:cubicBezTo>
                  <a:cubicBezTo>
                    <a:pt x="265" y="107"/>
                    <a:pt x="265" y="112"/>
                    <a:pt x="265" y="118"/>
                  </a:cubicBezTo>
                  <a:cubicBezTo>
                    <a:pt x="265" y="121"/>
                    <a:pt x="265" y="125"/>
                    <a:pt x="266" y="127"/>
                  </a:cubicBezTo>
                  <a:cubicBezTo>
                    <a:pt x="266" y="128"/>
                    <a:pt x="268" y="130"/>
                    <a:pt x="269" y="132"/>
                  </a:cubicBezTo>
                  <a:cubicBezTo>
                    <a:pt x="272" y="136"/>
                    <a:pt x="274" y="141"/>
                    <a:pt x="276" y="147"/>
                  </a:cubicBezTo>
                  <a:cubicBezTo>
                    <a:pt x="278" y="151"/>
                    <a:pt x="281" y="160"/>
                    <a:pt x="284" y="163"/>
                  </a:cubicBezTo>
                  <a:cubicBezTo>
                    <a:pt x="285" y="164"/>
                    <a:pt x="289" y="165"/>
                    <a:pt x="291" y="166"/>
                  </a:cubicBezTo>
                  <a:cubicBezTo>
                    <a:pt x="296" y="168"/>
                    <a:pt x="302" y="168"/>
                    <a:pt x="306" y="169"/>
                  </a:cubicBezTo>
                  <a:cubicBezTo>
                    <a:pt x="304" y="166"/>
                    <a:pt x="303" y="162"/>
                    <a:pt x="302" y="159"/>
                  </a:cubicBezTo>
                  <a:cubicBezTo>
                    <a:pt x="301" y="156"/>
                    <a:pt x="299" y="153"/>
                    <a:pt x="298" y="151"/>
                  </a:cubicBezTo>
                  <a:cubicBezTo>
                    <a:pt x="298" y="150"/>
                    <a:pt x="298" y="148"/>
                    <a:pt x="298" y="147"/>
                  </a:cubicBezTo>
                  <a:cubicBezTo>
                    <a:pt x="296" y="141"/>
                    <a:pt x="292" y="135"/>
                    <a:pt x="290" y="128"/>
                  </a:cubicBezTo>
                  <a:cubicBezTo>
                    <a:pt x="287" y="122"/>
                    <a:pt x="285" y="115"/>
                    <a:pt x="282" y="109"/>
                  </a:cubicBezTo>
                  <a:cubicBezTo>
                    <a:pt x="276" y="97"/>
                    <a:pt x="271" y="84"/>
                    <a:pt x="265" y="73"/>
                  </a:cubicBezTo>
                  <a:cubicBezTo>
                    <a:pt x="265" y="72"/>
                    <a:pt x="265" y="72"/>
                    <a:pt x="265" y="73"/>
                  </a:cubicBezTo>
                  <a:cubicBezTo>
                    <a:pt x="264" y="79"/>
                    <a:pt x="265" y="87"/>
                    <a:pt x="265" y="96"/>
                  </a:cubicBezTo>
                  <a:close/>
                  <a:moveTo>
                    <a:pt x="274" y="87"/>
                  </a:moveTo>
                  <a:cubicBezTo>
                    <a:pt x="276" y="89"/>
                    <a:pt x="276" y="92"/>
                    <a:pt x="278" y="94"/>
                  </a:cubicBezTo>
                  <a:cubicBezTo>
                    <a:pt x="278" y="93"/>
                    <a:pt x="278" y="93"/>
                    <a:pt x="278" y="93"/>
                  </a:cubicBezTo>
                  <a:cubicBezTo>
                    <a:pt x="280" y="93"/>
                    <a:pt x="283" y="93"/>
                    <a:pt x="285" y="93"/>
                  </a:cubicBezTo>
                  <a:cubicBezTo>
                    <a:pt x="291" y="93"/>
                    <a:pt x="299" y="87"/>
                    <a:pt x="301" y="83"/>
                  </a:cubicBezTo>
                  <a:cubicBezTo>
                    <a:pt x="302" y="81"/>
                    <a:pt x="302" y="79"/>
                    <a:pt x="300" y="78"/>
                  </a:cubicBezTo>
                  <a:cubicBezTo>
                    <a:pt x="295" y="87"/>
                    <a:pt x="283" y="86"/>
                    <a:pt x="274" y="87"/>
                  </a:cubicBezTo>
                  <a:close/>
                  <a:moveTo>
                    <a:pt x="278" y="96"/>
                  </a:moveTo>
                  <a:cubicBezTo>
                    <a:pt x="279" y="96"/>
                    <a:pt x="279" y="97"/>
                    <a:pt x="279" y="98"/>
                  </a:cubicBezTo>
                  <a:cubicBezTo>
                    <a:pt x="283" y="98"/>
                    <a:pt x="287" y="99"/>
                    <a:pt x="290" y="98"/>
                  </a:cubicBezTo>
                  <a:cubicBezTo>
                    <a:pt x="297" y="98"/>
                    <a:pt x="302" y="92"/>
                    <a:pt x="305" y="87"/>
                  </a:cubicBezTo>
                  <a:cubicBezTo>
                    <a:pt x="304" y="86"/>
                    <a:pt x="304" y="84"/>
                    <a:pt x="303" y="84"/>
                  </a:cubicBezTo>
                  <a:cubicBezTo>
                    <a:pt x="298" y="92"/>
                    <a:pt x="289" y="97"/>
                    <a:pt x="278" y="96"/>
                  </a:cubicBezTo>
                  <a:close/>
                  <a:moveTo>
                    <a:pt x="54" y="102"/>
                  </a:moveTo>
                  <a:cubicBezTo>
                    <a:pt x="55" y="102"/>
                    <a:pt x="56" y="103"/>
                    <a:pt x="57" y="102"/>
                  </a:cubicBezTo>
                  <a:cubicBezTo>
                    <a:pt x="57" y="100"/>
                    <a:pt x="60" y="96"/>
                    <a:pt x="61" y="92"/>
                  </a:cubicBezTo>
                  <a:cubicBezTo>
                    <a:pt x="62" y="90"/>
                    <a:pt x="65" y="84"/>
                    <a:pt x="60" y="84"/>
                  </a:cubicBezTo>
                  <a:cubicBezTo>
                    <a:pt x="59" y="91"/>
                    <a:pt x="56" y="95"/>
                    <a:pt x="54" y="102"/>
                  </a:cubicBezTo>
                  <a:close/>
                  <a:moveTo>
                    <a:pt x="72" y="88"/>
                  </a:moveTo>
                  <a:cubicBezTo>
                    <a:pt x="69" y="92"/>
                    <a:pt x="66" y="99"/>
                    <a:pt x="64" y="105"/>
                  </a:cubicBezTo>
                  <a:cubicBezTo>
                    <a:pt x="66" y="106"/>
                    <a:pt x="68" y="108"/>
                    <a:pt x="70" y="110"/>
                  </a:cubicBezTo>
                  <a:cubicBezTo>
                    <a:pt x="73" y="104"/>
                    <a:pt x="76" y="98"/>
                    <a:pt x="78" y="91"/>
                  </a:cubicBezTo>
                  <a:cubicBezTo>
                    <a:pt x="77" y="89"/>
                    <a:pt x="74" y="88"/>
                    <a:pt x="72" y="88"/>
                  </a:cubicBezTo>
                  <a:close/>
                  <a:moveTo>
                    <a:pt x="79" y="94"/>
                  </a:moveTo>
                  <a:cubicBezTo>
                    <a:pt x="79" y="95"/>
                    <a:pt x="79" y="96"/>
                    <a:pt x="79" y="97"/>
                  </a:cubicBezTo>
                  <a:cubicBezTo>
                    <a:pt x="77" y="101"/>
                    <a:pt x="74" y="105"/>
                    <a:pt x="73" y="109"/>
                  </a:cubicBezTo>
                  <a:cubicBezTo>
                    <a:pt x="72" y="113"/>
                    <a:pt x="72" y="118"/>
                    <a:pt x="71" y="123"/>
                  </a:cubicBezTo>
                  <a:cubicBezTo>
                    <a:pt x="71" y="135"/>
                    <a:pt x="72" y="143"/>
                    <a:pt x="70" y="154"/>
                  </a:cubicBezTo>
                  <a:cubicBezTo>
                    <a:pt x="74" y="157"/>
                    <a:pt x="78" y="160"/>
                    <a:pt x="82" y="163"/>
                  </a:cubicBezTo>
                  <a:cubicBezTo>
                    <a:pt x="83" y="155"/>
                    <a:pt x="83" y="148"/>
                    <a:pt x="83" y="139"/>
                  </a:cubicBezTo>
                  <a:cubicBezTo>
                    <a:pt x="83" y="131"/>
                    <a:pt x="82" y="123"/>
                    <a:pt x="82" y="117"/>
                  </a:cubicBezTo>
                  <a:cubicBezTo>
                    <a:pt x="82" y="109"/>
                    <a:pt x="83" y="97"/>
                    <a:pt x="82" y="89"/>
                  </a:cubicBezTo>
                  <a:cubicBezTo>
                    <a:pt x="81" y="91"/>
                    <a:pt x="80" y="92"/>
                    <a:pt x="79" y="94"/>
                  </a:cubicBezTo>
                  <a:close/>
                  <a:moveTo>
                    <a:pt x="280" y="100"/>
                  </a:moveTo>
                  <a:cubicBezTo>
                    <a:pt x="285" y="111"/>
                    <a:pt x="290" y="124"/>
                    <a:pt x="295" y="136"/>
                  </a:cubicBezTo>
                  <a:cubicBezTo>
                    <a:pt x="305" y="137"/>
                    <a:pt x="318" y="131"/>
                    <a:pt x="322" y="122"/>
                  </a:cubicBezTo>
                  <a:cubicBezTo>
                    <a:pt x="317" y="111"/>
                    <a:pt x="312" y="100"/>
                    <a:pt x="306" y="90"/>
                  </a:cubicBezTo>
                  <a:cubicBezTo>
                    <a:pt x="302" y="97"/>
                    <a:pt x="291" y="104"/>
                    <a:pt x="280" y="100"/>
                  </a:cubicBezTo>
                  <a:close/>
                  <a:moveTo>
                    <a:pt x="43" y="128"/>
                  </a:moveTo>
                  <a:cubicBezTo>
                    <a:pt x="44" y="129"/>
                    <a:pt x="44" y="129"/>
                    <a:pt x="45" y="129"/>
                  </a:cubicBezTo>
                  <a:cubicBezTo>
                    <a:pt x="47" y="123"/>
                    <a:pt x="50" y="117"/>
                    <a:pt x="52" y="111"/>
                  </a:cubicBezTo>
                  <a:cubicBezTo>
                    <a:pt x="51" y="112"/>
                    <a:pt x="51" y="111"/>
                    <a:pt x="50" y="111"/>
                  </a:cubicBezTo>
                  <a:cubicBezTo>
                    <a:pt x="48" y="117"/>
                    <a:pt x="45" y="122"/>
                    <a:pt x="43" y="128"/>
                  </a:cubicBezTo>
                  <a:close/>
                  <a:moveTo>
                    <a:pt x="62" y="115"/>
                  </a:moveTo>
                  <a:cubicBezTo>
                    <a:pt x="59" y="116"/>
                    <a:pt x="58" y="121"/>
                    <a:pt x="57" y="124"/>
                  </a:cubicBezTo>
                  <a:cubicBezTo>
                    <a:pt x="56" y="126"/>
                    <a:pt x="53" y="129"/>
                    <a:pt x="52" y="133"/>
                  </a:cubicBezTo>
                  <a:cubicBezTo>
                    <a:pt x="54" y="134"/>
                    <a:pt x="57" y="136"/>
                    <a:pt x="58" y="138"/>
                  </a:cubicBezTo>
                  <a:cubicBezTo>
                    <a:pt x="61" y="132"/>
                    <a:pt x="64" y="125"/>
                    <a:pt x="66" y="118"/>
                  </a:cubicBezTo>
                  <a:cubicBezTo>
                    <a:pt x="65" y="117"/>
                    <a:pt x="64" y="116"/>
                    <a:pt x="62" y="115"/>
                  </a:cubicBezTo>
                  <a:close/>
                  <a:moveTo>
                    <a:pt x="297" y="139"/>
                  </a:moveTo>
                  <a:cubicBezTo>
                    <a:pt x="297" y="140"/>
                    <a:pt x="297" y="141"/>
                    <a:pt x="298" y="142"/>
                  </a:cubicBezTo>
                  <a:cubicBezTo>
                    <a:pt x="298" y="141"/>
                    <a:pt x="298" y="141"/>
                    <a:pt x="299" y="140"/>
                  </a:cubicBezTo>
                  <a:cubicBezTo>
                    <a:pt x="302" y="141"/>
                    <a:pt x="306" y="140"/>
                    <a:pt x="308" y="140"/>
                  </a:cubicBezTo>
                  <a:cubicBezTo>
                    <a:pt x="314" y="139"/>
                    <a:pt x="320" y="135"/>
                    <a:pt x="323" y="132"/>
                  </a:cubicBezTo>
                  <a:cubicBezTo>
                    <a:pt x="324" y="130"/>
                    <a:pt x="326" y="127"/>
                    <a:pt x="323" y="125"/>
                  </a:cubicBezTo>
                  <a:cubicBezTo>
                    <a:pt x="317" y="134"/>
                    <a:pt x="308" y="138"/>
                    <a:pt x="297" y="139"/>
                  </a:cubicBezTo>
                  <a:close/>
                  <a:moveTo>
                    <a:pt x="326" y="131"/>
                  </a:moveTo>
                  <a:cubicBezTo>
                    <a:pt x="321" y="139"/>
                    <a:pt x="310" y="145"/>
                    <a:pt x="298" y="142"/>
                  </a:cubicBezTo>
                  <a:cubicBezTo>
                    <a:pt x="299" y="146"/>
                    <a:pt x="301" y="150"/>
                    <a:pt x="306" y="148"/>
                  </a:cubicBezTo>
                  <a:cubicBezTo>
                    <a:pt x="316" y="150"/>
                    <a:pt x="327" y="146"/>
                    <a:pt x="330" y="137"/>
                  </a:cubicBezTo>
                  <a:cubicBezTo>
                    <a:pt x="328" y="135"/>
                    <a:pt x="328" y="132"/>
                    <a:pt x="326" y="131"/>
                  </a:cubicBezTo>
                  <a:close/>
                  <a:moveTo>
                    <a:pt x="37" y="140"/>
                  </a:moveTo>
                  <a:cubicBezTo>
                    <a:pt x="36" y="142"/>
                    <a:pt x="35" y="145"/>
                    <a:pt x="34" y="147"/>
                  </a:cubicBezTo>
                  <a:cubicBezTo>
                    <a:pt x="38" y="148"/>
                    <a:pt x="41" y="147"/>
                    <a:pt x="45" y="149"/>
                  </a:cubicBezTo>
                  <a:cubicBezTo>
                    <a:pt x="47" y="150"/>
                    <a:pt x="49" y="153"/>
                    <a:pt x="51" y="154"/>
                  </a:cubicBezTo>
                  <a:cubicBezTo>
                    <a:pt x="52" y="151"/>
                    <a:pt x="53" y="150"/>
                    <a:pt x="54" y="147"/>
                  </a:cubicBezTo>
                  <a:cubicBezTo>
                    <a:pt x="50" y="143"/>
                    <a:pt x="44" y="140"/>
                    <a:pt x="37" y="140"/>
                  </a:cubicBezTo>
                  <a:close/>
                  <a:moveTo>
                    <a:pt x="313" y="160"/>
                  </a:moveTo>
                  <a:cubicBezTo>
                    <a:pt x="320" y="161"/>
                    <a:pt x="328" y="157"/>
                    <a:pt x="332" y="153"/>
                  </a:cubicBezTo>
                  <a:cubicBezTo>
                    <a:pt x="335" y="149"/>
                    <a:pt x="334" y="145"/>
                    <a:pt x="332" y="141"/>
                  </a:cubicBezTo>
                  <a:cubicBezTo>
                    <a:pt x="332" y="141"/>
                    <a:pt x="331" y="141"/>
                    <a:pt x="331" y="141"/>
                  </a:cubicBezTo>
                  <a:cubicBezTo>
                    <a:pt x="326" y="150"/>
                    <a:pt x="312" y="151"/>
                    <a:pt x="302" y="151"/>
                  </a:cubicBezTo>
                  <a:cubicBezTo>
                    <a:pt x="303" y="154"/>
                    <a:pt x="304" y="157"/>
                    <a:pt x="306" y="159"/>
                  </a:cubicBezTo>
                  <a:cubicBezTo>
                    <a:pt x="308" y="159"/>
                    <a:pt x="311" y="160"/>
                    <a:pt x="313" y="160"/>
                  </a:cubicBezTo>
                  <a:close/>
                  <a:moveTo>
                    <a:pt x="114" y="154"/>
                  </a:moveTo>
                  <a:cubicBezTo>
                    <a:pt x="125" y="157"/>
                    <a:pt x="139" y="158"/>
                    <a:pt x="153" y="156"/>
                  </a:cubicBezTo>
                  <a:cubicBezTo>
                    <a:pt x="153" y="152"/>
                    <a:pt x="153" y="149"/>
                    <a:pt x="153" y="145"/>
                  </a:cubicBezTo>
                  <a:cubicBezTo>
                    <a:pt x="139" y="147"/>
                    <a:pt x="124" y="147"/>
                    <a:pt x="115" y="144"/>
                  </a:cubicBezTo>
                  <a:cubicBezTo>
                    <a:pt x="114" y="147"/>
                    <a:pt x="114" y="150"/>
                    <a:pt x="114" y="154"/>
                  </a:cubicBezTo>
                  <a:close/>
                  <a:moveTo>
                    <a:pt x="32" y="153"/>
                  </a:moveTo>
                  <a:cubicBezTo>
                    <a:pt x="40" y="153"/>
                    <a:pt x="44" y="158"/>
                    <a:pt x="49" y="160"/>
                  </a:cubicBezTo>
                  <a:cubicBezTo>
                    <a:pt x="49" y="159"/>
                    <a:pt x="50" y="158"/>
                    <a:pt x="50" y="157"/>
                  </a:cubicBezTo>
                  <a:cubicBezTo>
                    <a:pt x="47" y="152"/>
                    <a:pt x="41" y="150"/>
                    <a:pt x="34" y="149"/>
                  </a:cubicBezTo>
                  <a:cubicBezTo>
                    <a:pt x="34" y="149"/>
                    <a:pt x="33" y="149"/>
                    <a:pt x="33" y="149"/>
                  </a:cubicBezTo>
                  <a:cubicBezTo>
                    <a:pt x="33" y="150"/>
                    <a:pt x="32" y="151"/>
                    <a:pt x="32" y="153"/>
                  </a:cubicBezTo>
                  <a:close/>
                  <a:moveTo>
                    <a:pt x="332" y="156"/>
                  </a:moveTo>
                  <a:cubicBezTo>
                    <a:pt x="326" y="163"/>
                    <a:pt x="317" y="163"/>
                    <a:pt x="307" y="162"/>
                  </a:cubicBezTo>
                  <a:cubicBezTo>
                    <a:pt x="309" y="166"/>
                    <a:pt x="310" y="171"/>
                    <a:pt x="314" y="172"/>
                  </a:cubicBezTo>
                  <a:cubicBezTo>
                    <a:pt x="316" y="173"/>
                    <a:pt x="321" y="173"/>
                    <a:pt x="323" y="173"/>
                  </a:cubicBezTo>
                  <a:cubicBezTo>
                    <a:pt x="331" y="172"/>
                    <a:pt x="337" y="168"/>
                    <a:pt x="339" y="162"/>
                  </a:cubicBezTo>
                  <a:cubicBezTo>
                    <a:pt x="341" y="158"/>
                    <a:pt x="338" y="154"/>
                    <a:pt x="336" y="150"/>
                  </a:cubicBezTo>
                  <a:cubicBezTo>
                    <a:pt x="335" y="152"/>
                    <a:pt x="333" y="155"/>
                    <a:pt x="332" y="156"/>
                  </a:cubicBezTo>
                  <a:close/>
                  <a:moveTo>
                    <a:pt x="30" y="160"/>
                  </a:moveTo>
                  <a:cubicBezTo>
                    <a:pt x="33" y="164"/>
                    <a:pt x="45" y="169"/>
                    <a:pt x="48" y="162"/>
                  </a:cubicBezTo>
                  <a:cubicBezTo>
                    <a:pt x="42" y="159"/>
                    <a:pt x="38" y="155"/>
                    <a:pt x="31" y="154"/>
                  </a:cubicBezTo>
                  <a:cubicBezTo>
                    <a:pt x="30" y="156"/>
                    <a:pt x="30" y="158"/>
                    <a:pt x="30" y="160"/>
                  </a:cubicBezTo>
                  <a:close/>
                  <a:moveTo>
                    <a:pt x="115" y="166"/>
                  </a:moveTo>
                  <a:cubicBezTo>
                    <a:pt x="119" y="167"/>
                    <a:pt x="125" y="169"/>
                    <a:pt x="132" y="169"/>
                  </a:cubicBezTo>
                  <a:cubicBezTo>
                    <a:pt x="138" y="170"/>
                    <a:pt x="149" y="171"/>
                    <a:pt x="152" y="167"/>
                  </a:cubicBezTo>
                  <a:cubicBezTo>
                    <a:pt x="153" y="165"/>
                    <a:pt x="152" y="160"/>
                    <a:pt x="152" y="159"/>
                  </a:cubicBezTo>
                  <a:cubicBezTo>
                    <a:pt x="139" y="159"/>
                    <a:pt x="125" y="160"/>
                    <a:pt x="114" y="156"/>
                  </a:cubicBezTo>
                  <a:cubicBezTo>
                    <a:pt x="114" y="160"/>
                    <a:pt x="113" y="164"/>
                    <a:pt x="115" y="1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9" name="Freeform 107"/>
            <p:cNvSpPr>
              <a:spLocks noEditPoints="1"/>
            </p:cNvSpPr>
            <p:nvPr/>
          </p:nvSpPr>
          <p:spPr bwMode="auto">
            <a:xfrm>
              <a:off x="7893218" y="3755274"/>
              <a:ext cx="97606" cy="368593"/>
            </a:xfrm>
            <a:custGeom>
              <a:avLst/>
              <a:gdLst>
                <a:gd name="T0" fmla="*/ 28 w 31"/>
                <a:gd name="T1" fmla="*/ 114 h 117"/>
                <a:gd name="T2" fmla="*/ 4 w 31"/>
                <a:gd name="T3" fmla="*/ 114 h 117"/>
                <a:gd name="T4" fmla="*/ 2 w 31"/>
                <a:gd name="T5" fmla="*/ 91 h 117"/>
                <a:gd name="T6" fmla="*/ 3 w 31"/>
                <a:gd name="T7" fmla="*/ 67 h 117"/>
                <a:gd name="T8" fmla="*/ 2 w 31"/>
                <a:gd name="T9" fmla="*/ 61 h 117"/>
                <a:gd name="T10" fmla="*/ 2 w 31"/>
                <a:gd name="T11" fmla="*/ 34 h 117"/>
                <a:gd name="T12" fmla="*/ 1 w 31"/>
                <a:gd name="T13" fmla="*/ 18 h 117"/>
                <a:gd name="T14" fmla="*/ 2 w 31"/>
                <a:gd name="T15" fmla="*/ 5 h 117"/>
                <a:gd name="T16" fmla="*/ 7 w 31"/>
                <a:gd name="T17" fmla="*/ 1 h 117"/>
                <a:gd name="T18" fmla="*/ 12 w 31"/>
                <a:gd name="T19" fmla="*/ 1 h 117"/>
                <a:gd name="T20" fmla="*/ 29 w 31"/>
                <a:gd name="T21" fmla="*/ 7 h 117"/>
                <a:gd name="T22" fmla="*/ 29 w 31"/>
                <a:gd name="T23" fmla="*/ 24 h 117"/>
                <a:gd name="T24" fmla="*/ 29 w 31"/>
                <a:gd name="T25" fmla="*/ 82 h 117"/>
                <a:gd name="T26" fmla="*/ 28 w 31"/>
                <a:gd name="T27" fmla="*/ 114 h 117"/>
                <a:gd name="T28" fmla="*/ 9 w 31"/>
                <a:gd name="T29" fmla="*/ 112 h 117"/>
                <a:gd name="T30" fmla="*/ 19 w 31"/>
                <a:gd name="T31" fmla="*/ 112 h 117"/>
                <a:gd name="T32" fmla="*/ 26 w 31"/>
                <a:gd name="T33" fmla="*/ 108 h 117"/>
                <a:gd name="T34" fmla="*/ 26 w 31"/>
                <a:gd name="T35" fmla="*/ 97 h 117"/>
                <a:gd name="T36" fmla="*/ 26 w 31"/>
                <a:gd name="T37" fmla="*/ 76 h 117"/>
                <a:gd name="T38" fmla="*/ 27 w 31"/>
                <a:gd name="T39" fmla="*/ 24 h 117"/>
                <a:gd name="T40" fmla="*/ 27 w 31"/>
                <a:gd name="T41" fmla="*/ 10 h 117"/>
                <a:gd name="T42" fmla="*/ 21 w 31"/>
                <a:gd name="T43" fmla="*/ 5 h 117"/>
                <a:gd name="T44" fmla="*/ 7 w 31"/>
                <a:gd name="T45" fmla="*/ 5 h 117"/>
                <a:gd name="T46" fmla="*/ 4 w 31"/>
                <a:gd name="T47" fmla="*/ 13 h 117"/>
                <a:gd name="T48" fmla="*/ 4 w 31"/>
                <a:gd name="T49" fmla="*/ 15 h 117"/>
                <a:gd name="T50" fmla="*/ 5 w 31"/>
                <a:gd name="T51" fmla="*/ 54 h 117"/>
                <a:gd name="T52" fmla="*/ 4 w 31"/>
                <a:gd name="T53" fmla="*/ 106 h 117"/>
                <a:gd name="T54" fmla="*/ 4 w 31"/>
                <a:gd name="T55" fmla="*/ 109 h 117"/>
                <a:gd name="T56" fmla="*/ 8 w 31"/>
                <a:gd name="T57" fmla="*/ 113 h 117"/>
                <a:gd name="T58" fmla="*/ 9 w 31"/>
                <a:gd name="T59" fmla="*/ 11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1" h="117">
                  <a:moveTo>
                    <a:pt x="28" y="114"/>
                  </a:moveTo>
                  <a:cubicBezTo>
                    <a:pt x="22" y="117"/>
                    <a:pt x="12" y="117"/>
                    <a:pt x="4" y="114"/>
                  </a:cubicBezTo>
                  <a:cubicBezTo>
                    <a:pt x="0" y="108"/>
                    <a:pt x="2" y="100"/>
                    <a:pt x="2" y="91"/>
                  </a:cubicBezTo>
                  <a:cubicBezTo>
                    <a:pt x="2" y="83"/>
                    <a:pt x="3" y="75"/>
                    <a:pt x="3" y="67"/>
                  </a:cubicBezTo>
                  <a:cubicBezTo>
                    <a:pt x="3" y="65"/>
                    <a:pt x="2" y="63"/>
                    <a:pt x="2" y="61"/>
                  </a:cubicBezTo>
                  <a:cubicBezTo>
                    <a:pt x="3" y="51"/>
                    <a:pt x="2" y="42"/>
                    <a:pt x="2" y="34"/>
                  </a:cubicBezTo>
                  <a:cubicBezTo>
                    <a:pt x="1" y="28"/>
                    <a:pt x="1" y="23"/>
                    <a:pt x="1" y="18"/>
                  </a:cubicBezTo>
                  <a:cubicBezTo>
                    <a:pt x="2" y="14"/>
                    <a:pt x="0" y="9"/>
                    <a:pt x="2" y="5"/>
                  </a:cubicBezTo>
                  <a:cubicBezTo>
                    <a:pt x="3" y="3"/>
                    <a:pt x="6" y="1"/>
                    <a:pt x="7" y="1"/>
                  </a:cubicBezTo>
                  <a:cubicBezTo>
                    <a:pt x="8" y="1"/>
                    <a:pt x="10" y="1"/>
                    <a:pt x="12" y="1"/>
                  </a:cubicBezTo>
                  <a:cubicBezTo>
                    <a:pt x="19" y="1"/>
                    <a:pt x="26" y="0"/>
                    <a:pt x="29" y="7"/>
                  </a:cubicBezTo>
                  <a:cubicBezTo>
                    <a:pt x="31" y="13"/>
                    <a:pt x="29" y="19"/>
                    <a:pt x="29" y="24"/>
                  </a:cubicBezTo>
                  <a:cubicBezTo>
                    <a:pt x="28" y="41"/>
                    <a:pt x="29" y="64"/>
                    <a:pt x="29" y="82"/>
                  </a:cubicBezTo>
                  <a:cubicBezTo>
                    <a:pt x="29" y="94"/>
                    <a:pt x="30" y="104"/>
                    <a:pt x="28" y="114"/>
                  </a:cubicBezTo>
                  <a:close/>
                  <a:moveTo>
                    <a:pt x="9" y="112"/>
                  </a:moveTo>
                  <a:cubicBezTo>
                    <a:pt x="10" y="113"/>
                    <a:pt x="16" y="114"/>
                    <a:pt x="19" y="112"/>
                  </a:cubicBezTo>
                  <a:cubicBezTo>
                    <a:pt x="23" y="114"/>
                    <a:pt x="26" y="112"/>
                    <a:pt x="26" y="108"/>
                  </a:cubicBezTo>
                  <a:cubicBezTo>
                    <a:pt x="27" y="105"/>
                    <a:pt x="26" y="101"/>
                    <a:pt x="26" y="97"/>
                  </a:cubicBezTo>
                  <a:cubicBezTo>
                    <a:pt x="27" y="90"/>
                    <a:pt x="26" y="83"/>
                    <a:pt x="26" y="76"/>
                  </a:cubicBezTo>
                  <a:cubicBezTo>
                    <a:pt x="27" y="56"/>
                    <a:pt x="26" y="43"/>
                    <a:pt x="27" y="24"/>
                  </a:cubicBezTo>
                  <a:cubicBezTo>
                    <a:pt x="27" y="19"/>
                    <a:pt x="28" y="13"/>
                    <a:pt x="27" y="10"/>
                  </a:cubicBezTo>
                  <a:cubicBezTo>
                    <a:pt x="26" y="8"/>
                    <a:pt x="24" y="6"/>
                    <a:pt x="21" y="5"/>
                  </a:cubicBezTo>
                  <a:cubicBezTo>
                    <a:pt x="17" y="2"/>
                    <a:pt x="10" y="5"/>
                    <a:pt x="7" y="5"/>
                  </a:cubicBezTo>
                  <a:cubicBezTo>
                    <a:pt x="4" y="6"/>
                    <a:pt x="4" y="10"/>
                    <a:pt x="4" y="13"/>
                  </a:cubicBezTo>
                  <a:cubicBezTo>
                    <a:pt x="4" y="13"/>
                    <a:pt x="4" y="14"/>
                    <a:pt x="4" y="15"/>
                  </a:cubicBezTo>
                  <a:cubicBezTo>
                    <a:pt x="3" y="27"/>
                    <a:pt x="4" y="41"/>
                    <a:pt x="5" y="54"/>
                  </a:cubicBezTo>
                  <a:cubicBezTo>
                    <a:pt x="6" y="71"/>
                    <a:pt x="4" y="91"/>
                    <a:pt x="4" y="106"/>
                  </a:cubicBezTo>
                  <a:cubicBezTo>
                    <a:pt x="4" y="107"/>
                    <a:pt x="5" y="108"/>
                    <a:pt x="4" y="109"/>
                  </a:cubicBezTo>
                  <a:cubicBezTo>
                    <a:pt x="6" y="110"/>
                    <a:pt x="7" y="112"/>
                    <a:pt x="8" y="113"/>
                  </a:cubicBezTo>
                  <a:cubicBezTo>
                    <a:pt x="8" y="112"/>
                    <a:pt x="8" y="111"/>
                    <a:pt x="9" y="1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6473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_chenying0907 4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1539853" y="1490701"/>
            <a:ext cx="3870932" cy="3208173"/>
            <a:chOff x="4405" y="1302"/>
            <a:chExt cx="2359" cy="2115"/>
          </a:xfrm>
          <a:solidFill>
            <a:schemeClr val="tx1"/>
          </a:solidFill>
        </p:grpSpPr>
        <p:sp>
          <p:nvSpPr>
            <p:cNvPr id="5" name="chenying0907 5"/>
            <p:cNvSpPr>
              <a:spLocks noEditPoints="1"/>
            </p:cNvSpPr>
            <p:nvPr/>
          </p:nvSpPr>
          <p:spPr bwMode="auto">
            <a:xfrm>
              <a:off x="4405" y="1745"/>
              <a:ext cx="2359" cy="1672"/>
            </a:xfrm>
            <a:custGeom>
              <a:avLst/>
              <a:gdLst>
                <a:gd name="T0" fmla="*/ 62 w 311"/>
                <a:gd name="T1" fmla="*/ 133 h 261"/>
                <a:gd name="T2" fmla="*/ 103 w 311"/>
                <a:gd name="T3" fmla="*/ 185 h 261"/>
                <a:gd name="T4" fmla="*/ 138 w 311"/>
                <a:gd name="T5" fmla="*/ 113 h 261"/>
                <a:gd name="T6" fmla="*/ 165 w 311"/>
                <a:gd name="T7" fmla="*/ 182 h 261"/>
                <a:gd name="T8" fmla="*/ 199 w 311"/>
                <a:gd name="T9" fmla="*/ 86 h 261"/>
                <a:gd name="T10" fmla="*/ 224 w 311"/>
                <a:gd name="T11" fmla="*/ 176 h 261"/>
                <a:gd name="T12" fmla="*/ 219 w 311"/>
                <a:gd name="T13" fmla="*/ 4 h 261"/>
                <a:gd name="T14" fmla="*/ 263 w 311"/>
                <a:gd name="T15" fmla="*/ 206 h 261"/>
                <a:gd name="T16" fmla="*/ 226 w 311"/>
                <a:gd name="T17" fmla="*/ 259 h 261"/>
                <a:gd name="T18" fmla="*/ 97 w 311"/>
                <a:gd name="T19" fmla="*/ 257 h 261"/>
                <a:gd name="T20" fmla="*/ 246 w 311"/>
                <a:gd name="T21" fmla="*/ 9 h 261"/>
                <a:gd name="T22" fmla="*/ 237 w 311"/>
                <a:gd name="T23" fmla="*/ 9 h 261"/>
                <a:gd name="T24" fmla="*/ 226 w 311"/>
                <a:gd name="T25" fmla="*/ 57 h 261"/>
                <a:gd name="T26" fmla="*/ 230 w 311"/>
                <a:gd name="T27" fmla="*/ 65 h 261"/>
                <a:gd name="T28" fmla="*/ 164 w 311"/>
                <a:gd name="T29" fmla="*/ 42 h 261"/>
                <a:gd name="T30" fmla="*/ 187 w 311"/>
                <a:gd name="T31" fmla="*/ 44 h 261"/>
                <a:gd name="T32" fmla="*/ 251 w 311"/>
                <a:gd name="T33" fmla="*/ 56 h 261"/>
                <a:gd name="T34" fmla="*/ 173 w 311"/>
                <a:gd name="T35" fmla="*/ 86 h 261"/>
                <a:gd name="T36" fmla="*/ 249 w 311"/>
                <a:gd name="T37" fmla="*/ 79 h 261"/>
                <a:gd name="T38" fmla="*/ 225 w 311"/>
                <a:gd name="T39" fmla="*/ 113 h 261"/>
                <a:gd name="T40" fmla="*/ 181 w 311"/>
                <a:gd name="T41" fmla="*/ 105 h 261"/>
                <a:gd name="T42" fmla="*/ 103 w 311"/>
                <a:gd name="T43" fmla="*/ 96 h 261"/>
                <a:gd name="T44" fmla="*/ 104 w 311"/>
                <a:gd name="T45" fmla="*/ 127 h 261"/>
                <a:gd name="T46" fmla="*/ 174 w 311"/>
                <a:gd name="T47" fmla="*/ 120 h 261"/>
                <a:gd name="T48" fmla="*/ 135 w 311"/>
                <a:gd name="T49" fmla="*/ 99 h 261"/>
                <a:gd name="T50" fmla="*/ 232 w 311"/>
                <a:gd name="T51" fmla="*/ 139 h 261"/>
                <a:gd name="T52" fmla="*/ 119 w 311"/>
                <a:gd name="T53" fmla="*/ 124 h 261"/>
                <a:gd name="T54" fmla="*/ 118 w 311"/>
                <a:gd name="T55" fmla="*/ 135 h 261"/>
                <a:gd name="T56" fmla="*/ 258 w 311"/>
                <a:gd name="T57" fmla="*/ 117 h 261"/>
                <a:gd name="T58" fmla="*/ 194 w 311"/>
                <a:gd name="T59" fmla="*/ 125 h 261"/>
                <a:gd name="T60" fmla="*/ 226 w 311"/>
                <a:gd name="T61" fmla="*/ 163 h 261"/>
                <a:gd name="T62" fmla="*/ 137 w 311"/>
                <a:gd name="T63" fmla="*/ 132 h 261"/>
                <a:gd name="T64" fmla="*/ 193 w 311"/>
                <a:gd name="T65" fmla="*/ 148 h 261"/>
                <a:gd name="T66" fmla="*/ 50 w 311"/>
                <a:gd name="T67" fmla="*/ 155 h 261"/>
                <a:gd name="T68" fmla="*/ 42 w 311"/>
                <a:gd name="T69" fmla="*/ 182 h 261"/>
                <a:gd name="T70" fmla="*/ 106 w 311"/>
                <a:gd name="T71" fmla="*/ 188 h 261"/>
                <a:gd name="T72" fmla="*/ 239 w 311"/>
                <a:gd name="T73" fmla="*/ 178 h 261"/>
                <a:gd name="T74" fmla="*/ 105 w 311"/>
                <a:gd name="T75" fmla="*/ 192 h 261"/>
                <a:gd name="T76" fmla="*/ 196 w 311"/>
                <a:gd name="T77" fmla="*/ 163 h 261"/>
                <a:gd name="T78" fmla="*/ 41 w 311"/>
                <a:gd name="T79" fmla="*/ 196 h 261"/>
                <a:gd name="T80" fmla="*/ 187 w 311"/>
                <a:gd name="T81" fmla="*/ 179 h 261"/>
                <a:gd name="T82" fmla="*/ 198 w 311"/>
                <a:gd name="T83" fmla="*/ 166 h 261"/>
                <a:gd name="T84" fmla="*/ 246 w 311"/>
                <a:gd name="T85" fmla="*/ 182 h 261"/>
                <a:gd name="T86" fmla="*/ 107 w 311"/>
                <a:gd name="T87" fmla="*/ 214 h 261"/>
                <a:gd name="T88" fmla="*/ 251 w 311"/>
                <a:gd name="T89" fmla="*/ 198 h 261"/>
                <a:gd name="T90" fmla="*/ 42 w 311"/>
                <a:gd name="T91" fmla="*/ 220 h 261"/>
                <a:gd name="T92" fmla="*/ 199 w 311"/>
                <a:gd name="T93" fmla="*/ 197 h 261"/>
                <a:gd name="T94" fmla="*/ 43 w 311"/>
                <a:gd name="T95" fmla="*/ 224 h 261"/>
                <a:gd name="T96" fmla="*/ 236 w 311"/>
                <a:gd name="T97" fmla="*/ 230 h 261"/>
                <a:gd name="T98" fmla="*/ 119 w 311"/>
                <a:gd name="T99" fmla="*/ 211 h 261"/>
                <a:gd name="T100" fmla="*/ 120 w 311"/>
                <a:gd name="T101" fmla="*/ 219 h 261"/>
                <a:gd name="T102" fmla="*/ 261 w 311"/>
                <a:gd name="T103" fmla="*/ 210 h 261"/>
                <a:gd name="T104" fmla="*/ 228 w 311"/>
                <a:gd name="T105" fmla="*/ 237 h 261"/>
                <a:gd name="T106" fmla="*/ 74 w 311"/>
                <a:gd name="T107" fmla="*/ 215 h 261"/>
                <a:gd name="T108" fmla="*/ 66 w 311"/>
                <a:gd name="T109" fmla="*/ 225 h 261"/>
                <a:gd name="T110" fmla="*/ 170 w 311"/>
                <a:gd name="T111" fmla="*/ 255 h 261"/>
                <a:gd name="T112" fmla="*/ 137 w 311"/>
                <a:gd name="T113" fmla="*/ 227 h 261"/>
                <a:gd name="T114" fmla="*/ 261 w 311"/>
                <a:gd name="T115" fmla="*/ 221 h 261"/>
                <a:gd name="T116" fmla="*/ 74 w 311"/>
                <a:gd name="T117" fmla="*/ 231 h 261"/>
                <a:gd name="T118" fmla="*/ 180 w 311"/>
                <a:gd name="T119" fmla="*/ 255 h 261"/>
                <a:gd name="T120" fmla="*/ 261 w 311"/>
                <a:gd name="T121" fmla="*/ 243 h 261"/>
                <a:gd name="T122" fmla="*/ 73 w 311"/>
                <a:gd name="T123" fmla="*/ 242 h 261"/>
                <a:gd name="T124" fmla="*/ 200 w 311"/>
                <a:gd name="T125" fmla="*/ 256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1" h="261">
                  <a:moveTo>
                    <a:pt x="41" y="258"/>
                  </a:moveTo>
                  <a:cubicBezTo>
                    <a:pt x="40" y="257"/>
                    <a:pt x="40" y="256"/>
                    <a:pt x="38" y="256"/>
                  </a:cubicBezTo>
                  <a:cubicBezTo>
                    <a:pt x="35" y="256"/>
                    <a:pt x="32" y="256"/>
                    <a:pt x="29" y="256"/>
                  </a:cubicBezTo>
                  <a:cubicBezTo>
                    <a:pt x="19" y="255"/>
                    <a:pt x="9" y="257"/>
                    <a:pt x="0" y="255"/>
                  </a:cubicBezTo>
                  <a:cubicBezTo>
                    <a:pt x="1" y="254"/>
                    <a:pt x="3" y="254"/>
                    <a:pt x="4" y="253"/>
                  </a:cubicBezTo>
                  <a:cubicBezTo>
                    <a:pt x="17" y="253"/>
                    <a:pt x="26" y="254"/>
                    <a:pt x="39" y="253"/>
                  </a:cubicBezTo>
                  <a:cubicBezTo>
                    <a:pt x="41" y="248"/>
                    <a:pt x="39" y="243"/>
                    <a:pt x="40" y="237"/>
                  </a:cubicBezTo>
                  <a:cubicBezTo>
                    <a:pt x="40" y="236"/>
                    <a:pt x="39" y="235"/>
                    <a:pt x="39" y="234"/>
                  </a:cubicBezTo>
                  <a:cubicBezTo>
                    <a:pt x="40" y="232"/>
                    <a:pt x="41" y="228"/>
                    <a:pt x="39" y="226"/>
                  </a:cubicBezTo>
                  <a:cubicBezTo>
                    <a:pt x="38" y="224"/>
                    <a:pt x="40" y="224"/>
                    <a:pt x="40" y="223"/>
                  </a:cubicBezTo>
                  <a:cubicBezTo>
                    <a:pt x="40" y="214"/>
                    <a:pt x="39" y="203"/>
                    <a:pt x="39" y="195"/>
                  </a:cubicBezTo>
                  <a:cubicBezTo>
                    <a:pt x="39" y="186"/>
                    <a:pt x="40" y="176"/>
                    <a:pt x="38" y="167"/>
                  </a:cubicBezTo>
                  <a:cubicBezTo>
                    <a:pt x="39" y="159"/>
                    <a:pt x="39" y="151"/>
                    <a:pt x="38" y="144"/>
                  </a:cubicBezTo>
                  <a:cubicBezTo>
                    <a:pt x="38" y="141"/>
                    <a:pt x="35" y="137"/>
                    <a:pt x="39" y="134"/>
                  </a:cubicBezTo>
                  <a:cubicBezTo>
                    <a:pt x="45" y="133"/>
                    <a:pt x="54" y="134"/>
                    <a:pt x="62" y="133"/>
                  </a:cubicBezTo>
                  <a:cubicBezTo>
                    <a:pt x="66" y="133"/>
                    <a:pt x="70" y="131"/>
                    <a:pt x="73" y="133"/>
                  </a:cubicBezTo>
                  <a:cubicBezTo>
                    <a:pt x="75" y="143"/>
                    <a:pt x="75" y="154"/>
                    <a:pt x="74" y="162"/>
                  </a:cubicBezTo>
                  <a:cubicBezTo>
                    <a:pt x="75" y="163"/>
                    <a:pt x="75" y="165"/>
                    <a:pt x="77" y="165"/>
                  </a:cubicBezTo>
                  <a:cubicBezTo>
                    <a:pt x="76" y="166"/>
                    <a:pt x="76" y="167"/>
                    <a:pt x="74" y="167"/>
                  </a:cubicBezTo>
                  <a:cubicBezTo>
                    <a:pt x="76" y="174"/>
                    <a:pt x="76" y="181"/>
                    <a:pt x="75" y="190"/>
                  </a:cubicBezTo>
                  <a:cubicBezTo>
                    <a:pt x="75" y="195"/>
                    <a:pt x="77" y="200"/>
                    <a:pt x="76" y="205"/>
                  </a:cubicBezTo>
                  <a:cubicBezTo>
                    <a:pt x="76" y="206"/>
                    <a:pt x="75" y="207"/>
                    <a:pt x="75" y="209"/>
                  </a:cubicBezTo>
                  <a:cubicBezTo>
                    <a:pt x="75" y="210"/>
                    <a:pt x="76" y="213"/>
                    <a:pt x="76" y="215"/>
                  </a:cubicBezTo>
                  <a:cubicBezTo>
                    <a:pt x="76" y="216"/>
                    <a:pt x="76" y="220"/>
                    <a:pt x="76" y="222"/>
                  </a:cubicBezTo>
                  <a:cubicBezTo>
                    <a:pt x="76" y="223"/>
                    <a:pt x="76" y="224"/>
                    <a:pt x="76" y="225"/>
                  </a:cubicBezTo>
                  <a:cubicBezTo>
                    <a:pt x="77" y="235"/>
                    <a:pt x="75" y="246"/>
                    <a:pt x="78" y="254"/>
                  </a:cubicBezTo>
                  <a:cubicBezTo>
                    <a:pt x="86" y="255"/>
                    <a:pt x="95" y="254"/>
                    <a:pt x="103" y="254"/>
                  </a:cubicBezTo>
                  <a:cubicBezTo>
                    <a:pt x="104" y="248"/>
                    <a:pt x="104" y="240"/>
                    <a:pt x="103" y="237"/>
                  </a:cubicBezTo>
                  <a:cubicBezTo>
                    <a:pt x="105" y="233"/>
                    <a:pt x="104" y="229"/>
                    <a:pt x="104" y="225"/>
                  </a:cubicBezTo>
                  <a:cubicBezTo>
                    <a:pt x="104" y="212"/>
                    <a:pt x="103" y="198"/>
                    <a:pt x="103" y="185"/>
                  </a:cubicBezTo>
                  <a:cubicBezTo>
                    <a:pt x="103" y="183"/>
                    <a:pt x="102" y="184"/>
                    <a:pt x="102" y="183"/>
                  </a:cubicBezTo>
                  <a:cubicBezTo>
                    <a:pt x="104" y="177"/>
                    <a:pt x="101" y="168"/>
                    <a:pt x="102" y="160"/>
                  </a:cubicBezTo>
                  <a:cubicBezTo>
                    <a:pt x="102" y="158"/>
                    <a:pt x="101" y="156"/>
                    <a:pt x="101" y="154"/>
                  </a:cubicBezTo>
                  <a:cubicBezTo>
                    <a:pt x="101" y="149"/>
                    <a:pt x="102" y="146"/>
                    <a:pt x="100" y="143"/>
                  </a:cubicBezTo>
                  <a:cubicBezTo>
                    <a:pt x="101" y="142"/>
                    <a:pt x="101" y="141"/>
                    <a:pt x="102" y="140"/>
                  </a:cubicBezTo>
                  <a:cubicBezTo>
                    <a:pt x="101" y="132"/>
                    <a:pt x="102" y="121"/>
                    <a:pt x="101" y="111"/>
                  </a:cubicBezTo>
                  <a:cubicBezTo>
                    <a:pt x="101" y="110"/>
                    <a:pt x="100" y="110"/>
                    <a:pt x="100" y="109"/>
                  </a:cubicBezTo>
                  <a:cubicBezTo>
                    <a:pt x="100" y="108"/>
                    <a:pt x="100" y="107"/>
                    <a:pt x="101" y="107"/>
                  </a:cubicBezTo>
                  <a:cubicBezTo>
                    <a:pt x="101" y="97"/>
                    <a:pt x="100" y="90"/>
                    <a:pt x="100" y="82"/>
                  </a:cubicBezTo>
                  <a:cubicBezTo>
                    <a:pt x="109" y="81"/>
                    <a:pt x="118" y="80"/>
                    <a:pt x="127" y="80"/>
                  </a:cubicBezTo>
                  <a:cubicBezTo>
                    <a:pt x="130" y="80"/>
                    <a:pt x="135" y="81"/>
                    <a:pt x="138" y="81"/>
                  </a:cubicBezTo>
                  <a:cubicBezTo>
                    <a:pt x="139" y="83"/>
                    <a:pt x="137" y="85"/>
                    <a:pt x="139" y="86"/>
                  </a:cubicBezTo>
                  <a:cubicBezTo>
                    <a:pt x="136" y="92"/>
                    <a:pt x="138" y="101"/>
                    <a:pt x="137" y="108"/>
                  </a:cubicBezTo>
                  <a:cubicBezTo>
                    <a:pt x="138" y="109"/>
                    <a:pt x="140" y="109"/>
                    <a:pt x="140" y="110"/>
                  </a:cubicBezTo>
                  <a:cubicBezTo>
                    <a:pt x="140" y="111"/>
                    <a:pt x="138" y="112"/>
                    <a:pt x="138" y="113"/>
                  </a:cubicBezTo>
                  <a:cubicBezTo>
                    <a:pt x="138" y="117"/>
                    <a:pt x="139" y="122"/>
                    <a:pt x="138" y="126"/>
                  </a:cubicBezTo>
                  <a:cubicBezTo>
                    <a:pt x="139" y="126"/>
                    <a:pt x="139" y="127"/>
                    <a:pt x="140" y="127"/>
                  </a:cubicBezTo>
                  <a:cubicBezTo>
                    <a:pt x="140" y="139"/>
                    <a:pt x="138" y="148"/>
                    <a:pt x="141" y="158"/>
                  </a:cubicBezTo>
                  <a:cubicBezTo>
                    <a:pt x="141" y="159"/>
                    <a:pt x="139" y="159"/>
                    <a:pt x="140" y="160"/>
                  </a:cubicBezTo>
                  <a:cubicBezTo>
                    <a:pt x="141" y="171"/>
                    <a:pt x="141" y="176"/>
                    <a:pt x="142" y="185"/>
                  </a:cubicBezTo>
                  <a:cubicBezTo>
                    <a:pt x="140" y="193"/>
                    <a:pt x="141" y="205"/>
                    <a:pt x="141" y="215"/>
                  </a:cubicBezTo>
                  <a:cubicBezTo>
                    <a:pt x="140" y="229"/>
                    <a:pt x="139" y="241"/>
                    <a:pt x="141" y="254"/>
                  </a:cubicBezTo>
                  <a:cubicBezTo>
                    <a:pt x="150" y="255"/>
                    <a:pt x="154" y="255"/>
                    <a:pt x="165" y="255"/>
                  </a:cubicBezTo>
                  <a:cubicBezTo>
                    <a:pt x="166" y="243"/>
                    <a:pt x="166" y="233"/>
                    <a:pt x="165" y="220"/>
                  </a:cubicBezTo>
                  <a:cubicBezTo>
                    <a:pt x="166" y="219"/>
                    <a:pt x="164" y="220"/>
                    <a:pt x="164" y="218"/>
                  </a:cubicBezTo>
                  <a:cubicBezTo>
                    <a:pt x="165" y="215"/>
                    <a:pt x="165" y="208"/>
                    <a:pt x="164" y="206"/>
                  </a:cubicBezTo>
                  <a:cubicBezTo>
                    <a:pt x="165" y="203"/>
                    <a:pt x="166" y="197"/>
                    <a:pt x="164" y="195"/>
                  </a:cubicBezTo>
                  <a:cubicBezTo>
                    <a:pt x="164" y="193"/>
                    <a:pt x="165" y="192"/>
                    <a:pt x="165" y="189"/>
                  </a:cubicBezTo>
                  <a:cubicBezTo>
                    <a:pt x="165" y="187"/>
                    <a:pt x="164" y="185"/>
                    <a:pt x="164" y="184"/>
                  </a:cubicBezTo>
                  <a:cubicBezTo>
                    <a:pt x="164" y="184"/>
                    <a:pt x="165" y="183"/>
                    <a:pt x="165" y="182"/>
                  </a:cubicBezTo>
                  <a:cubicBezTo>
                    <a:pt x="165" y="181"/>
                    <a:pt x="165" y="178"/>
                    <a:pt x="165" y="174"/>
                  </a:cubicBezTo>
                  <a:cubicBezTo>
                    <a:pt x="164" y="171"/>
                    <a:pt x="165" y="168"/>
                    <a:pt x="164" y="166"/>
                  </a:cubicBezTo>
                  <a:cubicBezTo>
                    <a:pt x="166" y="148"/>
                    <a:pt x="162" y="125"/>
                    <a:pt x="163" y="108"/>
                  </a:cubicBezTo>
                  <a:cubicBezTo>
                    <a:pt x="163" y="90"/>
                    <a:pt x="160" y="70"/>
                    <a:pt x="161" y="47"/>
                  </a:cubicBezTo>
                  <a:cubicBezTo>
                    <a:pt x="161" y="45"/>
                    <a:pt x="162" y="42"/>
                    <a:pt x="160" y="40"/>
                  </a:cubicBezTo>
                  <a:cubicBezTo>
                    <a:pt x="163" y="39"/>
                    <a:pt x="167" y="39"/>
                    <a:pt x="170" y="39"/>
                  </a:cubicBezTo>
                  <a:cubicBezTo>
                    <a:pt x="178" y="39"/>
                    <a:pt x="184" y="39"/>
                    <a:pt x="191" y="40"/>
                  </a:cubicBezTo>
                  <a:cubicBezTo>
                    <a:pt x="193" y="40"/>
                    <a:pt x="194" y="39"/>
                    <a:pt x="196" y="40"/>
                  </a:cubicBezTo>
                  <a:cubicBezTo>
                    <a:pt x="198" y="41"/>
                    <a:pt x="197" y="44"/>
                    <a:pt x="197" y="47"/>
                  </a:cubicBezTo>
                  <a:cubicBezTo>
                    <a:pt x="196" y="48"/>
                    <a:pt x="197" y="48"/>
                    <a:pt x="198" y="49"/>
                  </a:cubicBezTo>
                  <a:cubicBezTo>
                    <a:pt x="198" y="53"/>
                    <a:pt x="196" y="58"/>
                    <a:pt x="199" y="61"/>
                  </a:cubicBezTo>
                  <a:cubicBezTo>
                    <a:pt x="199" y="62"/>
                    <a:pt x="198" y="63"/>
                    <a:pt x="198" y="63"/>
                  </a:cubicBezTo>
                  <a:cubicBezTo>
                    <a:pt x="199" y="67"/>
                    <a:pt x="198" y="75"/>
                    <a:pt x="199" y="81"/>
                  </a:cubicBezTo>
                  <a:cubicBezTo>
                    <a:pt x="199" y="82"/>
                    <a:pt x="199" y="83"/>
                    <a:pt x="200" y="83"/>
                  </a:cubicBezTo>
                  <a:cubicBezTo>
                    <a:pt x="200" y="84"/>
                    <a:pt x="199" y="85"/>
                    <a:pt x="199" y="86"/>
                  </a:cubicBezTo>
                  <a:cubicBezTo>
                    <a:pt x="199" y="90"/>
                    <a:pt x="198" y="93"/>
                    <a:pt x="200" y="96"/>
                  </a:cubicBezTo>
                  <a:cubicBezTo>
                    <a:pt x="200" y="113"/>
                    <a:pt x="200" y="131"/>
                    <a:pt x="200" y="149"/>
                  </a:cubicBezTo>
                  <a:cubicBezTo>
                    <a:pt x="200" y="151"/>
                    <a:pt x="201" y="153"/>
                    <a:pt x="201" y="155"/>
                  </a:cubicBezTo>
                  <a:cubicBezTo>
                    <a:pt x="202" y="158"/>
                    <a:pt x="201" y="163"/>
                    <a:pt x="201" y="166"/>
                  </a:cubicBezTo>
                  <a:cubicBezTo>
                    <a:pt x="201" y="170"/>
                    <a:pt x="201" y="174"/>
                    <a:pt x="201" y="178"/>
                  </a:cubicBezTo>
                  <a:cubicBezTo>
                    <a:pt x="201" y="179"/>
                    <a:pt x="202" y="180"/>
                    <a:pt x="202" y="182"/>
                  </a:cubicBezTo>
                  <a:cubicBezTo>
                    <a:pt x="202" y="184"/>
                    <a:pt x="201" y="186"/>
                    <a:pt x="201" y="188"/>
                  </a:cubicBezTo>
                  <a:cubicBezTo>
                    <a:pt x="201" y="199"/>
                    <a:pt x="201" y="211"/>
                    <a:pt x="202" y="221"/>
                  </a:cubicBezTo>
                  <a:cubicBezTo>
                    <a:pt x="202" y="224"/>
                    <a:pt x="202" y="226"/>
                    <a:pt x="202" y="228"/>
                  </a:cubicBezTo>
                  <a:cubicBezTo>
                    <a:pt x="202" y="229"/>
                    <a:pt x="201" y="229"/>
                    <a:pt x="201" y="229"/>
                  </a:cubicBezTo>
                  <a:cubicBezTo>
                    <a:pt x="201" y="231"/>
                    <a:pt x="203" y="233"/>
                    <a:pt x="203" y="235"/>
                  </a:cubicBezTo>
                  <a:cubicBezTo>
                    <a:pt x="203" y="243"/>
                    <a:pt x="201" y="249"/>
                    <a:pt x="203" y="256"/>
                  </a:cubicBezTo>
                  <a:cubicBezTo>
                    <a:pt x="211" y="256"/>
                    <a:pt x="220" y="257"/>
                    <a:pt x="226" y="256"/>
                  </a:cubicBezTo>
                  <a:cubicBezTo>
                    <a:pt x="227" y="230"/>
                    <a:pt x="224" y="207"/>
                    <a:pt x="224" y="182"/>
                  </a:cubicBezTo>
                  <a:cubicBezTo>
                    <a:pt x="224" y="179"/>
                    <a:pt x="225" y="178"/>
                    <a:pt x="224" y="176"/>
                  </a:cubicBezTo>
                  <a:cubicBezTo>
                    <a:pt x="224" y="175"/>
                    <a:pt x="222" y="176"/>
                    <a:pt x="222" y="175"/>
                  </a:cubicBezTo>
                  <a:cubicBezTo>
                    <a:pt x="223" y="172"/>
                    <a:pt x="224" y="172"/>
                    <a:pt x="224" y="168"/>
                  </a:cubicBezTo>
                  <a:cubicBezTo>
                    <a:pt x="224" y="167"/>
                    <a:pt x="222" y="168"/>
                    <a:pt x="222" y="167"/>
                  </a:cubicBezTo>
                  <a:cubicBezTo>
                    <a:pt x="222" y="163"/>
                    <a:pt x="225" y="160"/>
                    <a:pt x="223" y="156"/>
                  </a:cubicBezTo>
                  <a:cubicBezTo>
                    <a:pt x="224" y="149"/>
                    <a:pt x="222" y="143"/>
                    <a:pt x="223" y="136"/>
                  </a:cubicBezTo>
                  <a:cubicBezTo>
                    <a:pt x="223" y="135"/>
                    <a:pt x="221" y="135"/>
                    <a:pt x="222" y="134"/>
                  </a:cubicBezTo>
                  <a:cubicBezTo>
                    <a:pt x="223" y="128"/>
                    <a:pt x="221" y="122"/>
                    <a:pt x="222" y="117"/>
                  </a:cubicBezTo>
                  <a:cubicBezTo>
                    <a:pt x="222" y="116"/>
                    <a:pt x="221" y="116"/>
                    <a:pt x="221" y="115"/>
                  </a:cubicBezTo>
                  <a:cubicBezTo>
                    <a:pt x="221" y="114"/>
                    <a:pt x="221" y="113"/>
                    <a:pt x="222" y="112"/>
                  </a:cubicBezTo>
                  <a:cubicBezTo>
                    <a:pt x="221" y="102"/>
                    <a:pt x="221" y="92"/>
                    <a:pt x="220" y="81"/>
                  </a:cubicBezTo>
                  <a:cubicBezTo>
                    <a:pt x="220" y="71"/>
                    <a:pt x="222" y="61"/>
                    <a:pt x="219" y="53"/>
                  </a:cubicBezTo>
                  <a:cubicBezTo>
                    <a:pt x="221" y="44"/>
                    <a:pt x="219" y="34"/>
                    <a:pt x="219" y="25"/>
                  </a:cubicBezTo>
                  <a:cubicBezTo>
                    <a:pt x="219" y="24"/>
                    <a:pt x="218" y="24"/>
                    <a:pt x="217" y="23"/>
                  </a:cubicBezTo>
                  <a:cubicBezTo>
                    <a:pt x="217" y="21"/>
                    <a:pt x="219" y="20"/>
                    <a:pt x="219" y="19"/>
                  </a:cubicBezTo>
                  <a:cubicBezTo>
                    <a:pt x="219" y="14"/>
                    <a:pt x="220" y="9"/>
                    <a:pt x="219" y="4"/>
                  </a:cubicBezTo>
                  <a:cubicBezTo>
                    <a:pt x="222" y="2"/>
                    <a:pt x="226" y="3"/>
                    <a:pt x="230" y="3"/>
                  </a:cubicBezTo>
                  <a:cubicBezTo>
                    <a:pt x="239" y="2"/>
                    <a:pt x="249" y="0"/>
                    <a:pt x="258" y="2"/>
                  </a:cubicBezTo>
                  <a:cubicBezTo>
                    <a:pt x="256" y="17"/>
                    <a:pt x="260" y="40"/>
                    <a:pt x="258" y="55"/>
                  </a:cubicBezTo>
                  <a:cubicBezTo>
                    <a:pt x="261" y="70"/>
                    <a:pt x="258" y="88"/>
                    <a:pt x="260" y="103"/>
                  </a:cubicBezTo>
                  <a:cubicBezTo>
                    <a:pt x="259" y="104"/>
                    <a:pt x="261" y="108"/>
                    <a:pt x="259" y="110"/>
                  </a:cubicBezTo>
                  <a:cubicBezTo>
                    <a:pt x="261" y="113"/>
                    <a:pt x="261" y="117"/>
                    <a:pt x="261" y="121"/>
                  </a:cubicBezTo>
                  <a:cubicBezTo>
                    <a:pt x="261" y="121"/>
                    <a:pt x="261" y="121"/>
                    <a:pt x="262" y="121"/>
                  </a:cubicBezTo>
                  <a:cubicBezTo>
                    <a:pt x="260" y="130"/>
                    <a:pt x="262" y="137"/>
                    <a:pt x="261" y="148"/>
                  </a:cubicBezTo>
                  <a:cubicBezTo>
                    <a:pt x="262" y="149"/>
                    <a:pt x="262" y="150"/>
                    <a:pt x="263" y="151"/>
                  </a:cubicBezTo>
                  <a:cubicBezTo>
                    <a:pt x="262" y="158"/>
                    <a:pt x="263" y="167"/>
                    <a:pt x="263" y="176"/>
                  </a:cubicBezTo>
                  <a:cubicBezTo>
                    <a:pt x="263" y="179"/>
                    <a:pt x="263" y="182"/>
                    <a:pt x="263" y="184"/>
                  </a:cubicBezTo>
                  <a:cubicBezTo>
                    <a:pt x="263" y="187"/>
                    <a:pt x="264" y="189"/>
                    <a:pt x="264" y="192"/>
                  </a:cubicBezTo>
                  <a:cubicBezTo>
                    <a:pt x="264" y="194"/>
                    <a:pt x="263" y="197"/>
                    <a:pt x="263" y="200"/>
                  </a:cubicBezTo>
                  <a:cubicBezTo>
                    <a:pt x="263" y="202"/>
                    <a:pt x="264" y="203"/>
                    <a:pt x="264" y="205"/>
                  </a:cubicBezTo>
                  <a:cubicBezTo>
                    <a:pt x="264" y="205"/>
                    <a:pt x="263" y="206"/>
                    <a:pt x="263" y="206"/>
                  </a:cubicBezTo>
                  <a:cubicBezTo>
                    <a:pt x="263" y="207"/>
                    <a:pt x="264" y="208"/>
                    <a:pt x="264" y="208"/>
                  </a:cubicBezTo>
                  <a:cubicBezTo>
                    <a:pt x="264" y="209"/>
                    <a:pt x="263" y="210"/>
                    <a:pt x="263" y="211"/>
                  </a:cubicBezTo>
                  <a:cubicBezTo>
                    <a:pt x="263" y="214"/>
                    <a:pt x="264" y="216"/>
                    <a:pt x="264" y="218"/>
                  </a:cubicBezTo>
                  <a:cubicBezTo>
                    <a:pt x="264" y="231"/>
                    <a:pt x="263" y="242"/>
                    <a:pt x="263" y="255"/>
                  </a:cubicBezTo>
                  <a:cubicBezTo>
                    <a:pt x="277" y="257"/>
                    <a:pt x="293" y="256"/>
                    <a:pt x="306" y="256"/>
                  </a:cubicBezTo>
                  <a:cubicBezTo>
                    <a:pt x="308" y="256"/>
                    <a:pt x="309" y="255"/>
                    <a:pt x="311" y="256"/>
                  </a:cubicBezTo>
                  <a:cubicBezTo>
                    <a:pt x="310" y="260"/>
                    <a:pt x="307" y="258"/>
                    <a:pt x="303" y="258"/>
                  </a:cubicBezTo>
                  <a:cubicBezTo>
                    <a:pt x="299" y="258"/>
                    <a:pt x="294" y="260"/>
                    <a:pt x="291" y="260"/>
                  </a:cubicBezTo>
                  <a:cubicBezTo>
                    <a:pt x="288" y="259"/>
                    <a:pt x="285" y="259"/>
                    <a:pt x="282" y="258"/>
                  </a:cubicBezTo>
                  <a:cubicBezTo>
                    <a:pt x="276" y="259"/>
                    <a:pt x="270" y="258"/>
                    <a:pt x="264" y="258"/>
                  </a:cubicBezTo>
                  <a:cubicBezTo>
                    <a:pt x="263" y="259"/>
                    <a:pt x="264" y="260"/>
                    <a:pt x="262" y="261"/>
                  </a:cubicBezTo>
                  <a:cubicBezTo>
                    <a:pt x="261" y="261"/>
                    <a:pt x="260" y="260"/>
                    <a:pt x="260" y="258"/>
                  </a:cubicBezTo>
                  <a:cubicBezTo>
                    <a:pt x="250" y="258"/>
                    <a:pt x="240" y="258"/>
                    <a:pt x="229" y="258"/>
                  </a:cubicBezTo>
                  <a:cubicBezTo>
                    <a:pt x="228" y="259"/>
                    <a:pt x="228" y="260"/>
                    <a:pt x="228" y="261"/>
                  </a:cubicBezTo>
                  <a:cubicBezTo>
                    <a:pt x="226" y="261"/>
                    <a:pt x="226" y="259"/>
                    <a:pt x="226" y="259"/>
                  </a:cubicBezTo>
                  <a:cubicBezTo>
                    <a:pt x="216" y="259"/>
                    <a:pt x="202" y="259"/>
                    <a:pt x="192" y="258"/>
                  </a:cubicBezTo>
                  <a:cubicBezTo>
                    <a:pt x="191" y="258"/>
                    <a:pt x="191" y="260"/>
                    <a:pt x="190" y="260"/>
                  </a:cubicBezTo>
                  <a:cubicBezTo>
                    <a:pt x="190" y="257"/>
                    <a:pt x="185" y="259"/>
                    <a:pt x="184" y="258"/>
                  </a:cubicBezTo>
                  <a:cubicBezTo>
                    <a:pt x="182" y="258"/>
                    <a:pt x="183" y="260"/>
                    <a:pt x="181" y="260"/>
                  </a:cubicBezTo>
                  <a:cubicBezTo>
                    <a:pt x="180" y="260"/>
                    <a:pt x="182" y="259"/>
                    <a:pt x="182" y="258"/>
                  </a:cubicBezTo>
                  <a:cubicBezTo>
                    <a:pt x="177" y="258"/>
                    <a:pt x="171" y="256"/>
                    <a:pt x="166" y="258"/>
                  </a:cubicBezTo>
                  <a:cubicBezTo>
                    <a:pt x="161" y="256"/>
                    <a:pt x="156" y="257"/>
                    <a:pt x="151" y="257"/>
                  </a:cubicBezTo>
                  <a:cubicBezTo>
                    <a:pt x="146" y="257"/>
                    <a:pt x="142" y="256"/>
                    <a:pt x="139" y="258"/>
                  </a:cubicBezTo>
                  <a:cubicBezTo>
                    <a:pt x="135" y="255"/>
                    <a:pt x="130" y="257"/>
                    <a:pt x="126" y="256"/>
                  </a:cubicBezTo>
                  <a:cubicBezTo>
                    <a:pt x="126" y="256"/>
                    <a:pt x="125" y="255"/>
                    <a:pt x="124" y="255"/>
                  </a:cubicBezTo>
                  <a:cubicBezTo>
                    <a:pt x="122" y="255"/>
                    <a:pt x="120" y="256"/>
                    <a:pt x="117" y="256"/>
                  </a:cubicBezTo>
                  <a:cubicBezTo>
                    <a:pt x="116" y="256"/>
                    <a:pt x="114" y="255"/>
                    <a:pt x="111" y="256"/>
                  </a:cubicBezTo>
                  <a:cubicBezTo>
                    <a:pt x="110" y="256"/>
                    <a:pt x="110" y="257"/>
                    <a:pt x="108" y="257"/>
                  </a:cubicBezTo>
                  <a:cubicBezTo>
                    <a:pt x="107" y="257"/>
                    <a:pt x="108" y="257"/>
                    <a:pt x="108" y="256"/>
                  </a:cubicBezTo>
                  <a:cubicBezTo>
                    <a:pt x="104" y="256"/>
                    <a:pt x="100" y="256"/>
                    <a:pt x="97" y="257"/>
                  </a:cubicBezTo>
                  <a:cubicBezTo>
                    <a:pt x="90" y="257"/>
                    <a:pt x="82" y="258"/>
                    <a:pt x="75" y="257"/>
                  </a:cubicBezTo>
                  <a:cubicBezTo>
                    <a:pt x="72" y="257"/>
                    <a:pt x="68" y="255"/>
                    <a:pt x="64" y="257"/>
                  </a:cubicBezTo>
                  <a:cubicBezTo>
                    <a:pt x="64" y="256"/>
                    <a:pt x="64" y="256"/>
                    <a:pt x="64" y="255"/>
                  </a:cubicBezTo>
                  <a:cubicBezTo>
                    <a:pt x="64" y="256"/>
                    <a:pt x="63" y="255"/>
                    <a:pt x="61" y="255"/>
                  </a:cubicBezTo>
                  <a:cubicBezTo>
                    <a:pt x="61" y="255"/>
                    <a:pt x="60" y="256"/>
                    <a:pt x="59" y="256"/>
                  </a:cubicBezTo>
                  <a:cubicBezTo>
                    <a:pt x="56" y="256"/>
                    <a:pt x="49" y="257"/>
                    <a:pt x="46" y="256"/>
                  </a:cubicBezTo>
                  <a:cubicBezTo>
                    <a:pt x="45" y="256"/>
                    <a:pt x="41" y="256"/>
                    <a:pt x="41" y="258"/>
                  </a:cubicBezTo>
                  <a:close/>
                  <a:moveTo>
                    <a:pt x="243" y="4"/>
                  </a:moveTo>
                  <a:cubicBezTo>
                    <a:pt x="236" y="12"/>
                    <a:pt x="229" y="20"/>
                    <a:pt x="224" y="32"/>
                  </a:cubicBezTo>
                  <a:cubicBezTo>
                    <a:pt x="222" y="32"/>
                    <a:pt x="222" y="34"/>
                    <a:pt x="221" y="36"/>
                  </a:cubicBezTo>
                  <a:cubicBezTo>
                    <a:pt x="222" y="36"/>
                    <a:pt x="222" y="37"/>
                    <a:pt x="222" y="38"/>
                  </a:cubicBezTo>
                  <a:cubicBezTo>
                    <a:pt x="231" y="27"/>
                    <a:pt x="238" y="15"/>
                    <a:pt x="247" y="4"/>
                  </a:cubicBezTo>
                  <a:cubicBezTo>
                    <a:pt x="245" y="5"/>
                    <a:pt x="244" y="4"/>
                    <a:pt x="243" y="4"/>
                  </a:cubicBezTo>
                  <a:close/>
                  <a:moveTo>
                    <a:pt x="248" y="6"/>
                  </a:moveTo>
                  <a:cubicBezTo>
                    <a:pt x="248" y="8"/>
                    <a:pt x="246" y="8"/>
                    <a:pt x="246" y="9"/>
                  </a:cubicBezTo>
                  <a:cubicBezTo>
                    <a:pt x="238" y="17"/>
                    <a:pt x="233" y="29"/>
                    <a:pt x="225" y="38"/>
                  </a:cubicBezTo>
                  <a:cubicBezTo>
                    <a:pt x="225" y="39"/>
                    <a:pt x="226" y="39"/>
                    <a:pt x="226" y="41"/>
                  </a:cubicBezTo>
                  <a:cubicBezTo>
                    <a:pt x="225" y="41"/>
                    <a:pt x="224" y="42"/>
                    <a:pt x="223" y="42"/>
                  </a:cubicBezTo>
                  <a:cubicBezTo>
                    <a:pt x="222" y="43"/>
                    <a:pt x="222" y="46"/>
                    <a:pt x="222" y="47"/>
                  </a:cubicBezTo>
                  <a:cubicBezTo>
                    <a:pt x="223" y="47"/>
                    <a:pt x="224" y="46"/>
                    <a:pt x="225" y="45"/>
                  </a:cubicBezTo>
                  <a:cubicBezTo>
                    <a:pt x="234" y="31"/>
                    <a:pt x="245" y="19"/>
                    <a:pt x="254" y="5"/>
                  </a:cubicBezTo>
                  <a:cubicBezTo>
                    <a:pt x="251" y="3"/>
                    <a:pt x="250" y="6"/>
                    <a:pt x="248" y="6"/>
                  </a:cubicBezTo>
                  <a:close/>
                  <a:moveTo>
                    <a:pt x="223" y="6"/>
                  </a:moveTo>
                  <a:cubicBezTo>
                    <a:pt x="222" y="9"/>
                    <a:pt x="221" y="12"/>
                    <a:pt x="222" y="16"/>
                  </a:cubicBezTo>
                  <a:cubicBezTo>
                    <a:pt x="225" y="13"/>
                    <a:pt x="228" y="9"/>
                    <a:pt x="231" y="5"/>
                  </a:cubicBezTo>
                  <a:cubicBezTo>
                    <a:pt x="228" y="5"/>
                    <a:pt x="225" y="4"/>
                    <a:pt x="223" y="6"/>
                  </a:cubicBezTo>
                  <a:close/>
                  <a:moveTo>
                    <a:pt x="233" y="5"/>
                  </a:moveTo>
                  <a:cubicBezTo>
                    <a:pt x="229" y="11"/>
                    <a:pt x="224" y="16"/>
                    <a:pt x="221" y="23"/>
                  </a:cubicBezTo>
                  <a:cubicBezTo>
                    <a:pt x="222" y="24"/>
                    <a:pt x="221" y="27"/>
                    <a:pt x="223" y="28"/>
                  </a:cubicBezTo>
                  <a:cubicBezTo>
                    <a:pt x="227" y="21"/>
                    <a:pt x="231" y="14"/>
                    <a:pt x="237" y="9"/>
                  </a:cubicBezTo>
                  <a:cubicBezTo>
                    <a:pt x="236" y="7"/>
                    <a:pt x="238" y="7"/>
                    <a:pt x="238" y="5"/>
                  </a:cubicBezTo>
                  <a:cubicBezTo>
                    <a:pt x="236" y="5"/>
                    <a:pt x="235" y="5"/>
                    <a:pt x="233" y="5"/>
                  </a:cubicBezTo>
                  <a:close/>
                  <a:moveTo>
                    <a:pt x="254" y="10"/>
                  </a:moveTo>
                  <a:cubicBezTo>
                    <a:pt x="254" y="11"/>
                    <a:pt x="253" y="10"/>
                    <a:pt x="253" y="10"/>
                  </a:cubicBezTo>
                  <a:cubicBezTo>
                    <a:pt x="249" y="16"/>
                    <a:pt x="245" y="22"/>
                    <a:pt x="241" y="28"/>
                  </a:cubicBezTo>
                  <a:cubicBezTo>
                    <a:pt x="238" y="33"/>
                    <a:pt x="233" y="36"/>
                    <a:pt x="230" y="40"/>
                  </a:cubicBezTo>
                  <a:cubicBezTo>
                    <a:pt x="229" y="42"/>
                    <a:pt x="228" y="45"/>
                    <a:pt x="227" y="47"/>
                  </a:cubicBezTo>
                  <a:cubicBezTo>
                    <a:pt x="224" y="51"/>
                    <a:pt x="221" y="53"/>
                    <a:pt x="223" y="58"/>
                  </a:cubicBezTo>
                  <a:cubicBezTo>
                    <a:pt x="226" y="57"/>
                    <a:pt x="226" y="53"/>
                    <a:pt x="229" y="52"/>
                  </a:cubicBezTo>
                  <a:cubicBezTo>
                    <a:pt x="231" y="44"/>
                    <a:pt x="238" y="40"/>
                    <a:pt x="241" y="33"/>
                  </a:cubicBezTo>
                  <a:cubicBezTo>
                    <a:pt x="246" y="28"/>
                    <a:pt x="250" y="22"/>
                    <a:pt x="255" y="16"/>
                  </a:cubicBezTo>
                  <a:cubicBezTo>
                    <a:pt x="255" y="14"/>
                    <a:pt x="254" y="12"/>
                    <a:pt x="255" y="10"/>
                  </a:cubicBezTo>
                  <a:cubicBezTo>
                    <a:pt x="254" y="10"/>
                    <a:pt x="254" y="10"/>
                    <a:pt x="254" y="10"/>
                  </a:cubicBezTo>
                  <a:close/>
                  <a:moveTo>
                    <a:pt x="254" y="21"/>
                  </a:moveTo>
                  <a:cubicBezTo>
                    <a:pt x="244" y="33"/>
                    <a:pt x="236" y="46"/>
                    <a:pt x="226" y="57"/>
                  </a:cubicBezTo>
                  <a:cubicBezTo>
                    <a:pt x="226" y="59"/>
                    <a:pt x="225" y="59"/>
                    <a:pt x="225" y="61"/>
                  </a:cubicBezTo>
                  <a:cubicBezTo>
                    <a:pt x="224" y="61"/>
                    <a:pt x="223" y="62"/>
                    <a:pt x="223" y="62"/>
                  </a:cubicBezTo>
                  <a:cubicBezTo>
                    <a:pt x="223" y="65"/>
                    <a:pt x="222" y="69"/>
                    <a:pt x="223" y="70"/>
                  </a:cubicBezTo>
                  <a:cubicBezTo>
                    <a:pt x="232" y="61"/>
                    <a:pt x="238" y="48"/>
                    <a:pt x="247" y="39"/>
                  </a:cubicBezTo>
                  <a:cubicBezTo>
                    <a:pt x="248" y="32"/>
                    <a:pt x="258" y="28"/>
                    <a:pt x="254" y="21"/>
                  </a:cubicBezTo>
                  <a:cubicBezTo>
                    <a:pt x="254" y="21"/>
                    <a:pt x="254" y="21"/>
                    <a:pt x="254" y="21"/>
                  </a:cubicBezTo>
                  <a:close/>
                  <a:moveTo>
                    <a:pt x="232" y="68"/>
                  </a:moveTo>
                  <a:cubicBezTo>
                    <a:pt x="232" y="68"/>
                    <a:pt x="232" y="67"/>
                    <a:pt x="232" y="67"/>
                  </a:cubicBezTo>
                  <a:cubicBezTo>
                    <a:pt x="233" y="66"/>
                    <a:pt x="234" y="66"/>
                    <a:pt x="234" y="65"/>
                  </a:cubicBezTo>
                  <a:cubicBezTo>
                    <a:pt x="237" y="61"/>
                    <a:pt x="239" y="57"/>
                    <a:pt x="242" y="53"/>
                  </a:cubicBezTo>
                  <a:cubicBezTo>
                    <a:pt x="245" y="49"/>
                    <a:pt x="249" y="46"/>
                    <a:pt x="252" y="42"/>
                  </a:cubicBezTo>
                  <a:cubicBezTo>
                    <a:pt x="254" y="39"/>
                    <a:pt x="257" y="35"/>
                    <a:pt x="255" y="31"/>
                  </a:cubicBezTo>
                  <a:cubicBezTo>
                    <a:pt x="251" y="34"/>
                    <a:pt x="249" y="39"/>
                    <a:pt x="245" y="42"/>
                  </a:cubicBezTo>
                  <a:cubicBezTo>
                    <a:pt x="244" y="46"/>
                    <a:pt x="241" y="49"/>
                    <a:pt x="238" y="52"/>
                  </a:cubicBezTo>
                  <a:cubicBezTo>
                    <a:pt x="236" y="57"/>
                    <a:pt x="232" y="60"/>
                    <a:pt x="230" y="65"/>
                  </a:cubicBezTo>
                  <a:cubicBezTo>
                    <a:pt x="229" y="65"/>
                    <a:pt x="229" y="68"/>
                    <a:pt x="228" y="67"/>
                  </a:cubicBezTo>
                  <a:cubicBezTo>
                    <a:pt x="227" y="72"/>
                    <a:pt x="221" y="76"/>
                    <a:pt x="223" y="80"/>
                  </a:cubicBezTo>
                  <a:cubicBezTo>
                    <a:pt x="225" y="76"/>
                    <a:pt x="229" y="72"/>
                    <a:pt x="232" y="68"/>
                  </a:cubicBezTo>
                  <a:close/>
                  <a:moveTo>
                    <a:pt x="239" y="61"/>
                  </a:moveTo>
                  <a:cubicBezTo>
                    <a:pt x="234" y="68"/>
                    <a:pt x="229" y="75"/>
                    <a:pt x="225" y="82"/>
                  </a:cubicBezTo>
                  <a:cubicBezTo>
                    <a:pt x="224" y="82"/>
                    <a:pt x="225" y="83"/>
                    <a:pt x="225" y="84"/>
                  </a:cubicBezTo>
                  <a:cubicBezTo>
                    <a:pt x="224" y="85"/>
                    <a:pt x="223" y="85"/>
                    <a:pt x="223" y="86"/>
                  </a:cubicBezTo>
                  <a:cubicBezTo>
                    <a:pt x="223" y="87"/>
                    <a:pt x="224" y="88"/>
                    <a:pt x="223" y="89"/>
                  </a:cubicBezTo>
                  <a:cubicBezTo>
                    <a:pt x="235" y="76"/>
                    <a:pt x="245" y="61"/>
                    <a:pt x="256" y="47"/>
                  </a:cubicBezTo>
                  <a:cubicBezTo>
                    <a:pt x="256" y="45"/>
                    <a:pt x="257" y="42"/>
                    <a:pt x="255" y="41"/>
                  </a:cubicBezTo>
                  <a:cubicBezTo>
                    <a:pt x="250" y="47"/>
                    <a:pt x="244" y="54"/>
                    <a:pt x="239" y="61"/>
                  </a:cubicBezTo>
                  <a:close/>
                  <a:moveTo>
                    <a:pt x="164" y="42"/>
                  </a:moveTo>
                  <a:cubicBezTo>
                    <a:pt x="164" y="45"/>
                    <a:pt x="163" y="49"/>
                    <a:pt x="164" y="51"/>
                  </a:cubicBezTo>
                  <a:cubicBezTo>
                    <a:pt x="166" y="48"/>
                    <a:pt x="169" y="45"/>
                    <a:pt x="170" y="42"/>
                  </a:cubicBezTo>
                  <a:cubicBezTo>
                    <a:pt x="169" y="42"/>
                    <a:pt x="167" y="42"/>
                    <a:pt x="164" y="42"/>
                  </a:cubicBezTo>
                  <a:close/>
                  <a:moveTo>
                    <a:pt x="172" y="42"/>
                  </a:moveTo>
                  <a:cubicBezTo>
                    <a:pt x="170" y="48"/>
                    <a:pt x="162" y="52"/>
                    <a:pt x="164" y="61"/>
                  </a:cubicBezTo>
                  <a:cubicBezTo>
                    <a:pt x="168" y="55"/>
                    <a:pt x="172" y="48"/>
                    <a:pt x="176" y="42"/>
                  </a:cubicBezTo>
                  <a:cubicBezTo>
                    <a:pt x="174" y="42"/>
                    <a:pt x="174" y="42"/>
                    <a:pt x="172" y="42"/>
                  </a:cubicBezTo>
                  <a:close/>
                  <a:moveTo>
                    <a:pt x="180" y="42"/>
                  </a:moveTo>
                  <a:cubicBezTo>
                    <a:pt x="176" y="46"/>
                    <a:pt x="171" y="49"/>
                    <a:pt x="170" y="56"/>
                  </a:cubicBezTo>
                  <a:cubicBezTo>
                    <a:pt x="166" y="57"/>
                    <a:pt x="168" y="62"/>
                    <a:pt x="164" y="63"/>
                  </a:cubicBezTo>
                  <a:cubicBezTo>
                    <a:pt x="165" y="65"/>
                    <a:pt x="163" y="69"/>
                    <a:pt x="164" y="73"/>
                  </a:cubicBezTo>
                  <a:cubicBezTo>
                    <a:pt x="167" y="72"/>
                    <a:pt x="167" y="68"/>
                    <a:pt x="168" y="66"/>
                  </a:cubicBezTo>
                  <a:cubicBezTo>
                    <a:pt x="170" y="64"/>
                    <a:pt x="172" y="62"/>
                    <a:pt x="174" y="59"/>
                  </a:cubicBezTo>
                  <a:cubicBezTo>
                    <a:pt x="175" y="57"/>
                    <a:pt x="176" y="55"/>
                    <a:pt x="177" y="53"/>
                  </a:cubicBezTo>
                  <a:cubicBezTo>
                    <a:pt x="177" y="53"/>
                    <a:pt x="178" y="54"/>
                    <a:pt x="178" y="54"/>
                  </a:cubicBezTo>
                  <a:cubicBezTo>
                    <a:pt x="180" y="50"/>
                    <a:pt x="182" y="46"/>
                    <a:pt x="185" y="43"/>
                  </a:cubicBezTo>
                  <a:cubicBezTo>
                    <a:pt x="183" y="42"/>
                    <a:pt x="181" y="43"/>
                    <a:pt x="180" y="42"/>
                  </a:cubicBezTo>
                  <a:close/>
                  <a:moveTo>
                    <a:pt x="187" y="44"/>
                  </a:moveTo>
                  <a:cubicBezTo>
                    <a:pt x="180" y="54"/>
                    <a:pt x="171" y="62"/>
                    <a:pt x="166" y="76"/>
                  </a:cubicBezTo>
                  <a:cubicBezTo>
                    <a:pt x="165" y="76"/>
                    <a:pt x="165" y="77"/>
                    <a:pt x="164" y="78"/>
                  </a:cubicBezTo>
                  <a:cubicBezTo>
                    <a:pt x="164" y="80"/>
                    <a:pt x="164" y="81"/>
                    <a:pt x="164" y="83"/>
                  </a:cubicBezTo>
                  <a:cubicBezTo>
                    <a:pt x="167" y="83"/>
                    <a:pt x="168" y="78"/>
                    <a:pt x="170" y="77"/>
                  </a:cubicBezTo>
                  <a:cubicBezTo>
                    <a:pt x="176" y="64"/>
                    <a:pt x="185" y="55"/>
                    <a:pt x="191" y="43"/>
                  </a:cubicBezTo>
                  <a:cubicBezTo>
                    <a:pt x="190" y="43"/>
                    <a:pt x="189" y="43"/>
                    <a:pt x="187" y="44"/>
                  </a:cubicBezTo>
                  <a:close/>
                  <a:moveTo>
                    <a:pt x="165" y="86"/>
                  </a:moveTo>
                  <a:cubicBezTo>
                    <a:pt x="165" y="89"/>
                    <a:pt x="164" y="91"/>
                    <a:pt x="165" y="94"/>
                  </a:cubicBezTo>
                  <a:cubicBezTo>
                    <a:pt x="169" y="90"/>
                    <a:pt x="172" y="85"/>
                    <a:pt x="174" y="80"/>
                  </a:cubicBezTo>
                  <a:cubicBezTo>
                    <a:pt x="177" y="78"/>
                    <a:pt x="177" y="75"/>
                    <a:pt x="179" y="73"/>
                  </a:cubicBezTo>
                  <a:cubicBezTo>
                    <a:pt x="180" y="71"/>
                    <a:pt x="182" y="70"/>
                    <a:pt x="183" y="68"/>
                  </a:cubicBezTo>
                  <a:cubicBezTo>
                    <a:pt x="184" y="67"/>
                    <a:pt x="184" y="65"/>
                    <a:pt x="186" y="63"/>
                  </a:cubicBezTo>
                  <a:cubicBezTo>
                    <a:pt x="188" y="58"/>
                    <a:pt x="196" y="51"/>
                    <a:pt x="193" y="46"/>
                  </a:cubicBezTo>
                  <a:cubicBezTo>
                    <a:pt x="182" y="58"/>
                    <a:pt x="174" y="73"/>
                    <a:pt x="165" y="86"/>
                  </a:cubicBezTo>
                  <a:close/>
                  <a:moveTo>
                    <a:pt x="251" y="56"/>
                  </a:moveTo>
                  <a:cubicBezTo>
                    <a:pt x="250" y="58"/>
                    <a:pt x="248" y="60"/>
                    <a:pt x="246" y="62"/>
                  </a:cubicBezTo>
                  <a:cubicBezTo>
                    <a:pt x="246" y="63"/>
                    <a:pt x="245" y="64"/>
                    <a:pt x="245" y="64"/>
                  </a:cubicBezTo>
                  <a:cubicBezTo>
                    <a:pt x="245" y="64"/>
                    <a:pt x="244" y="64"/>
                    <a:pt x="244" y="64"/>
                  </a:cubicBezTo>
                  <a:cubicBezTo>
                    <a:pt x="244" y="65"/>
                    <a:pt x="243" y="67"/>
                    <a:pt x="243" y="67"/>
                  </a:cubicBezTo>
                  <a:cubicBezTo>
                    <a:pt x="240" y="71"/>
                    <a:pt x="237" y="75"/>
                    <a:pt x="234" y="78"/>
                  </a:cubicBezTo>
                  <a:cubicBezTo>
                    <a:pt x="231" y="83"/>
                    <a:pt x="227" y="87"/>
                    <a:pt x="225" y="92"/>
                  </a:cubicBezTo>
                  <a:cubicBezTo>
                    <a:pt x="224" y="92"/>
                    <a:pt x="223" y="93"/>
                    <a:pt x="223" y="93"/>
                  </a:cubicBezTo>
                  <a:cubicBezTo>
                    <a:pt x="224" y="95"/>
                    <a:pt x="223" y="99"/>
                    <a:pt x="224" y="100"/>
                  </a:cubicBezTo>
                  <a:cubicBezTo>
                    <a:pt x="229" y="96"/>
                    <a:pt x="231" y="90"/>
                    <a:pt x="235" y="86"/>
                  </a:cubicBezTo>
                  <a:cubicBezTo>
                    <a:pt x="242" y="76"/>
                    <a:pt x="250" y="67"/>
                    <a:pt x="256" y="57"/>
                  </a:cubicBezTo>
                  <a:cubicBezTo>
                    <a:pt x="256" y="55"/>
                    <a:pt x="256" y="53"/>
                    <a:pt x="256" y="52"/>
                  </a:cubicBezTo>
                  <a:cubicBezTo>
                    <a:pt x="256" y="52"/>
                    <a:pt x="254" y="51"/>
                    <a:pt x="254" y="52"/>
                  </a:cubicBezTo>
                  <a:cubicBezTo>
                    <a:pt x="255" y="53"/>
                    <a:pt x="252" y="55"/>
                    <a:pt x="251" y="56"/>
                  </a:cubicBezTo>
                  <a:close/>
                  <a:moveTo>
                    <a:pt x="173" y="84"/>
                  </a:moveTo>
                  <a:cubicBezTo>
                    <a:pt x="173" y="85"/>
                    <a:pt x="173" y="85"/>
                    <a:pt x="173" y="86"/>
                  </a:cubicBezTo>
                  <a:cubicBezTo>
                    <a:pt x="172" y="87"/>
                    <a:pt x="171" y="89"/>
                    <a:pt x="170" y="91"/>
                  </a:cubicBezTo>
                  <a:cubicBezTo>
                    <a:pt x="170" y="90"/>
                    <a:pt x="170" y="92"/>
                    <a:pt x="169" y="92"/>
                  </a:cubicBezTo>
                  <a:cubicBezTo>
                    <a:pt x="169" y="93"/>
                    <a:pt x="168" y="93"/>
                    <a:pt x="168" y="93"/>
                  </a:cubicBezTo>
                  <a:cubicBezTo>
                    <a:pt x="168" y="98"/>
                    <a:pt x="163" y="100"/>
                    <a:pt x="165" y="105"/>
                  </a:cubicBezTo>
                  <a:cubicBezTo>
                    <a:pt x="176" y="91"/>
                    <a:pt x="185" y="75"/>
                    <a:pt x="195" y="61"/>
                  </a:cubicBezTo>
                  <a:cubicBezTo>
                    <a:pt x="194" y="59"/>
                    <a:pt x="195" y="55"/>
                    <a:pt x="194" y="54"/>
                  </a:cubicBezTo>
                  <a:cubicBezTo>
                    <a:pt x="187" y="64"/>
                    <a:pt x="181" y="75"/>
                    <a:pt x="173" y="84"/>
                  </a:cubicBezTo>
                  <a:close/>
                  <a:moveTo>
                    <a:pt x="241" y="80"/>
                  </a:moveTo>
                  <a:cubicBezTo>
                    <a:pt x="237" y="86"/>
                    <a:pt x="232" y="94"/>
                    <a:pt x="227" y="100"/>
                  </a:cubicBezTo>
                  <a:cubicBezTo>
                    <a:pt x="226" y="101"/>
                    <a:pt x="227" y="101"/>
                    <a:pt x="227" y="103"/>
                  </a:cubicBezTo>
                  <a:cubicBezTo>
                    <a:pt x="225" y="103"/>
                    <a:pt x="225" y="103"/>
                    <a:pt x="224" y="103"/>
                  </a:cubicBezTo>
                  <a:cubicBezTo>
                    <a:pt x="224" y="105"/>
                    <a:pt x="224" y="107"/>
                    <a:pt x="224" y="109"/>
                  </a:cubicBezTo>
                  <a:cubicBezTo>
                    <a:pt x="227" y="108"/>
                    <a:pt x="226" y="106"/>
                    <a:pt x="228" y="104"/>
                  </a:cubicBezTo>
                  <a:cubicBezTo>
                    <a:pt x="231" y="100"/>
                    <a:pt x="236" y="96"/>
                    <a:pt x="240" y="90"/>
                  </a:cubicBezTo>
                  <a:cubicBezTo>
                    <a:pt x="243" y="87"/>
                    <a:pt x="246" y="83"/>
                    <a:pt x="249" y="79"/>
                  </a:cubicBezTo>
                  <a:cubicBezTo>
                    <a:pt x="252" y="74"/>
                    <a:pt x="259" y="66"/>
                    <a:pt x="256" y="62"/>
                  </a:cubicBezTo>
                  <a:cubicBezTo>
                    <a:pt x="251" y="68"/>
                    <a:pt x="247" y="75"/>
                    <a:pt x="241" y="80"/>
                  </a:cubicBezTo>
                  <a:close/>
                  <a:moveTo>
                    <a:pt x="186" y="79"/>
                  </a:moveTo>
                  <a:cubicBezTo>
                    <a:pt x="184" y="81"/>
                    <a:pt x="181" y="83"/>
                    <a:pt x="181" y="86"/>
                  </a:cubicBezTo>
                  <a:cubicBezTo>
                    <a:pt x="179" y="88"/>
                    <a:pt x="177" y="90"/>
                    <a:pt x="177" y="93"/>
                  </a:cubicBezTo>
                  <a:cubicBezTo>
                    <a:pt x="172" y="96"/>
                    <a:pt x="170" y="102"/>
                    <a:pt x="166" y="106"/>
                  </a:cubicBezTo>
                  <a:cubicBezTo>
                    <a:pt x="166" y="108"/>
                    <a:pt x="166" y="109"/>
                    <a:pt x="167" y="110"/>
                  </a:cubicBezTo>
                  <a:cubicBezTo>
                    <a:pt x="165" y="111"/>
                    <a:pt x="165" y="113"/>
                    <a:pt x="165" y="115"/>
                  </a:cubicBezTo>
                  <a:cubicBezTo>
                    <a:pt x="170" y="112"/>
                    <a:pt x="171" y="105"/>
                    <a:pt x="176" y="102"/>
                  </a:cubicBezTo>
                  <a:cubicBezTo>
                    <a:pt x="182" y="91"/>
                    <a:pt x="189" y="82"/>
                    <a:pt x="196" y="73"/>
                  </a:cubicBezTo>
                  <a:cubicBezTo>
                    <a:pt x="196" y="70"/>
                    <a:pt x="196" y="68"/>
                    <a:pt x="196" y="66"/>
                  </a:cubicBezTo>
                  <a:cubicBezTo>
                    <a:pt x="196" y="66"/>
                    <a:pt x="195" y="66"/>
                    <a:pt x="195" y="66"/>
                  </a:cubicBezTo>
                  <a:cubicBezTo>
                    <a:pt x="192" y="70"/>
                    <a:pt x="187" y="73"/>
                    <a:pt x="186" y="79"/>
                  </a:cubicBezTo>
                  <a:close/>
                  <a:moveTo>
                    <a:pt x="234" y="99"/>
                  </a:moveTo>
                  <a:cubicBezTo>
                    <a:pt x="231" y="104"/>
                    <a:pt x="228" y="108"/>
                    <a:pt x="225" y="113"/>
                  </a:cubicBezTo>
                  <a:cubicBezTo>
                    <a:pt x="225" y="114"/>
                    <a:pt x="224" y="117"/>
                    <a:pt x="225" y="118"/>
                  </a:cubicBezTo>
                  <a:cubicBezTo>
                    <a:pt x="234" y="108"/>
                    <a:pt x="241" y="96"/>
                    <a:pt x="251" y="86"/>
                  </a:cubicBezTo>
                  <a:cubicBezTo>
                    <a:pt x="252" y="81"/>
                    <a:pt x="259" y="77"/>
                    <a:pt x="257" y="72"/>
                  </a:cubicBezTo>
                  <a:cubicBezTo>
                    <a:pt x="249" y="81"/>
                    <a:pt x="243" y="91"/>
                    <a:pt x="234" y="99"/>
                  </a:cubicBezTo>
                  <a:close/>
                  <a:moveTo>
                    <a:pt x="195" y="77"/>
                  </a:moveTo>
                  <a:cubicBezTo>
                    <a:pt x="192" y="80"/>
                    <a:pt x="191" y="83"/>
                    <a:pt x="188" y="86"/>
                  </a:cubicBezTo>
                  <a:cubicBezTo>
                    <a:pt x="187" y="87"/>
                    <a:pt x="186" y="88"/>
                    <a:pt x="186" y="90"/>
                  </a:cubicBezTo>
                  <a:cubicBezTo>
                    <a:pt x="185" y="91"/>
                    <a:pt x="184" y="93"/>
                    <a:pt x="183" y="94"/>
                  </a:cubicBezTo>
                  <a:cubicBezTo>
                    <a:pt x="183" y="94"/>
                    <a:pt x="182" y="94"/>
                    <a:pt x="182" y="95"/>
                  </a:cubicBezTo>
                  <a:cubicBezTo>
                    <a:pt x="181" y="95"/>
                    <a:pt x="181" y="96"/>
                    <a:pt x="181" y="97"/>
                  </a:cubicBezTo>
                  <a:cubicBezTo>
                    <a:pt x="179" y="101"/>
                    <a:pt x="175" y="104"/>
                    <a:pt x="174" y="108"/>
                  </a:cubicBezTo>
                  <a:cubicBezTo>
                    <a:pt x="170" y="110"/>
                    <a:pt x="171" y="117"/>
                    <a:pt x="165" y="119"/>
                  </a:cubicBezTo>
                  <a:cubicBezTo>
                    <a:pt x="166" y="121"/>
                    <a:pt x="166" y="123"/>
                    <a:pt x="166" y="126"/>
                  </a:cubicBezTo>
                  <a:cubicBezTo>
                    <a:pt x="170" y="124"/>
                    <a:pt x="171" y="119"/>
                    <a:pt x="174" y="116"/>
                  </a:cubicBezTo>
                  <a:cubicBezTo>
                    <a:pt x="176" y="112"/>
                    <a:pt x="180" y="109"/>
                    <a:pt x="181" y="105"/>
                  </a:cubicBezTo>
                  <a:cubicBezTo>
                    <a:pt x="183" y="104"/>
                    <a:pt x="185" y="102"/>
                    <a:pt x="186" y="99"/>
                  </a:cubicBezTo>
                  <a:cubicBezTo>
                    <a:pt x="187" y="98"/>
                    <a:pt x="189" y="96"/>
                    <a:pt x="191" y="94"/>
                  </a:cubicBezTo>
                  <a:cubicBezTo>
                    <a:pt x="194" y="89"/>
                    <a:pt x="198" y="84"/>
                    <a:pt x="196" y="77"/>
                  </a:cubicBezTo>
                  <a:cubicBezTo>
                    <a:pt x="196" y="77"/>
                    <a:pt x="195" y="77"/>
                    <a:pt x="195" y="77"/>
                  </a:cubicBezTo>
                  <a:close/>
                  <a:moveTo>
                    <a:pt x="226" y="120"/>
                  </a:moveTo>
                  <a:cubicBezTo>
                    <a:pt x="226" y="123"/>
                    <a:pt x="224" y="124"/>
                    <a:pt x="225" y="128"/>
                  </a:cubicBezTo>
                  <a:cubicBezTo>
                    <a:pt x="231" y="123"/>
                    <a:pt x="235" y="115"/>
                    <a:pt x="241" y="110"/>
                  </a:cubicBezTo>
                  <a:cubicBezTo>
                    <a:pt x="245" y="103"/>
                    <a:pt x="251" y="98"/>
                    <a:pt x="255" y="91"/>
                  </a:cubicBezTo>
                  <a:cubicBezTo>
                    <a:pt x="256" y="91"/>
                    <a:pt x="256" y="90"/>
                    <a:pt x="257" y="91"/>
                  </a:cubicBezTo>
                  <a:cubicBezTo>
                    <a:pt x="257" y="88"/>
                    <a:pt x="257" y="84"/>
                    <a:pt x="257" y="82"/>
                  </a:cubicBezTo>
                  <a:cubicBezTo>
                    <a:pt x="246" y="94"/>
                    <a:pt x="236" y="107"/>
                    <a:pt x="226" y="120"/>
                  </a:cubicBezTo>
                  <a:close/>
                  <a:moveTo>
                    <a:pt x="103" y="96"/>
                  </a:moveTo>
                  <a:cubicBezTo>
                    <a:pt x="102" y="99"/>
                    <a:pt x="104" y="101"/>
                    <a:pt x="104" y="104"/>
                  </a:cubicBezTo>
                  <a:cubicBezTo>
                    <a:pt x="109" y="97"/>
                    <a:pt x="115" y="91"/>
                    <a:pt x="120" y="84"/>
                  </a:cubicBezTo>
                  <a:cubicBezTo>
                    <a:pt x="110" y="82"/>
                    <a:pt x="109" y="92"/>
                    <a:pt x="103" y="96"/>
                  </a:cubicBezTo>
                  <a:close/>
                  <a:moveTo>
                    <a:pt x="121" y="86"/>
                  </a:moveTo>
                  <a:cubicBezTo>
                    <a:pt x="118" y="90"/>
                    <a:pt x="115" y="94"/>
                    <a:pt x="111" y="98"/>
                  </a:cubicBezTo>
                  <a:cubicBezTo>
                    <a:pt x="111" y="99"/>
                    <a:pt x="109" y="100"/>
                    <a:pt x="108" y="101"/>
                  </a:cubicBezTo>
                  <a:cubicBezTo>
                    <a:pt x="108" y="101"/>
                    <a:pt x="109" y="102"/>
                    <a:pt x="108" y="102"/>
                  </a:cubicBezTo>
                  <a:cubicBezTo>
                    <a:pt x="105" y="106"/>
                    <a:pt x="102" y="110"/>
                    <a:pt x="104" y="115"/>
                  </a:cubicBezTo>
                  <a:cubicBezTo>
                    <a:pt x="108" y="112"/>
                    <a:pt x="110" y="107"/>
                    <a:pt x="113" y="103"/>
                  </a:cubicBezTo>
                  <a:cubicBezTo>
                    <a:pt x="118" y="97"/>
                    <a:pt x="125" y="90"/>
                    <a:pt x="129" y="84"/>
                  </a:cubicBezTo>
                  <a:cubicBezTo>
                    <a:pt x="125" y="82"/>
                    <a:pt x="123" y="84"/>
                    <a:pt x="121" y="86"/>
                  </a:cubicBezTo>
                  <a:close/>
                  <a:moveTo>
                    <a:pt x="103" y="85"/>
                  </a:moveTo>
                  <a:cubicBezTo>
                    <a:pt x="103" y="88"/>
                    <a:pt x="102" y="90"/>
                    <a:pt x="104" y="93"/>
                  </a:cubicBezTo>
                  <a:cubicBezTo>
                    <a:pt x="105" y="90"/>
                    <a:pt x="108" y="88"/>
                    <a:pt x="110" y="85"/>
                  </a:cubicBezTo>
                  <a:cubicBezTo>
                    <a:pt x="108" y="84"/>
                    <a:pt x="105" y="84"/>
                    <a:pt x="103" y="85"/>
                  </a:cubicBezTo>
                  <a:close/>
                  <a:moveTo>
                    <a:pt x="133" y="84"/>
                  </a:moveTo>
                  <a:cubicBezTo>
                    <a:pt x="122" y="95"/>
                    <a:pt x="113" y="108"/>
                    <a:pt x="103" y="120"/>
                  </a:cubicBezTo>
                  <a:cubicBezTo>
                    <a:pt x="104" y="123"/>
                    <a:pt x="103" y="124"/>
                    <a:pt x="104" y="127"/>
                  </a:cubicBezTo>
                  <a:cubicBezTo>
                    <a:pt x="110" y="122"/>
                    <a:pt x="113" y="114"/>
                    <a:pt x="119" y="109"/>
                  </a:cubicBezTo>
                  <a:cubicBezTo>
                    <a:pt x="120" y="107"/>
                    <a:pt x="121" y="104"/>
                    <a:pt x="123" y="104"/>
                  </a:cubicBezTo>
                  <a:cubicBezTo>
                    <a:pt x="122" y="103"/>
                    <a:pt x="123" y="104"/>
                    <a:pt x="123" y="102"/>
                  </a:cubicBezTo>
                  <a:cubicBezTo>
                    <a:pt x="127" y="97"/>
                    <a:pt x="133" y="92"/>
                    <a:pt x="135" y="85"/>
                  </a:cubicBezTo>
                  <a:cubicBezTo>
                    <a:pt x="134" y="84"/>
                    <a:pt x="134" y="84"/>
                    <a:pt x="133" y="84"/>
                  </a:cubicBezTo>
                  <a:close/>
                  <a:moveTo>
                    <a:pt x="188" y="100"/>
                  </a:moveTo>
                  <a:cubicBezTo>
                    <a:pt x="187" y="100"/>
                    <a:pt x="188" y="101"/>
                    <a:pt x="187" y="102"/>
                  </a:cubicBezTo>
                  <a:cubicBezTo>
                    <a:pt x="187" y="102"/>
                    <a:pt x="186" y="102"/>
                    <a:pt x="185" y="103"/>
                  </a:cubicBezTo>
                  <a:cubicBezTo>
                    <a:pt x="185" y="104"/>
                    <a:pt x="185" y="105"/>
                    <a:pt x="184" y="105"/>
                  </a:cubicBezTo>
                  <a:cubicBezTo>
                    <a:pt x="184" y="106"/>
                    <a:pt x="183" y="106"/>
                    <a:pt x="183" y="106"/>
                  </a:cubicBezTo>
                  <a:cubicBezTo>
                    <a:pt x="181" y="107"/>
                    <a:pt x="181" y="110"/>
                    <a:pt x="180" y="112"/>
                  </a:cubicBezTo>
                  <a:cubicBezTo>
                    <a:pt x="180" y="112"/>
                    <a:pt x="179" y="112"/>
                    <a:pt x="178" y="112"/>
                  </a:cubicBezTo>
                  <a:cubicBezTo>
                    <a:pt x="178" y="113"/>
                    <a:pt x="178" y="114"/>
                    <a:pt x="177" y="115"/>
                  </a:cubicBezTo>
                  <a:cubicBezTo>
                    <a:pt x="176" y="116"/>
                    <a:pt x="175" y="117"/>
                    <a:pt x="175" y="117"/>
                  </a:cubicBezTo>
                  <a:cubicBezTo>
                    <a:pt x="174" y="118"/>
                    <a:pt x="175" y="119"/>
                    <a:pt x="174" y="120"/>
                  </a:cubicBezTo>
                  <a:cubicBezTo>
                    <a:pt x="174" y="120"/>
                    <a:pt x="173" y="119"/>
                    <a:pt x="173" y="120"/>
                  </a:cubicBezTo>
                  <a:cubicBezTo>
                    <a:pt x="173" y="121"/>
                    <a:pt x="173" y="122"/>
                    <a:pt x="172" y="122"/>
                  </a:cubicBezTo>
                  <a:cubicBezTo>
                    <a:pt x="172" y="123"/>
                    <a:pt x="171" y="121"/>
                    <a:pt x="171" y="123"/>
                  </a:cubicBezTo>
                  <a:cubicBezTo>
                    <a:pt x="171" y="127"/>
                    <a:pt x="165" y="131"/>
                    <a:pt x="166" y="137"/>
                  </a:cubicBezTo>
                  <a:cubicBezTo>
                    <a:pt x="168" y="136"/>
                    <a:pt x="169" y="134"/>
                    <a:pt x="170" y="133"/>
                  </a:cubicBezTo>
                  <a:cubicBezTo>
                    <a:pt x="172" y="129"/>
                    <a:pt x="174" y="126"/>
                    <a:pt x="177" y="123"/>
                  </a:cubicBezTo>
                  <a:cubicBezTo>
                    <a:pt x="181" y="117"/>
                    <a:pt x="185" y="111"/>
                    <a:pt x="190" y="105"/>
                  </a:cubicBezTo>
                  <a:cubicBezTo>
                    <a:pt x="193" y="101"/>
                    <a:pt x="198" y="96"/>
                    <a:pt x="196" y="89"/>
                  </a:cubicBezTo>
                  <a:cubicBezTo>
                    <a:pt x="196" y="89"/>
                    <a:pt x="195" y="89"/>
                    <a:pt x="195" y="89"/>
                  </a:cubicBezTo>
                  <a:cubicBezTo>
                    <a:pt x="194" y="94"/>
                    <a:pt x="190" y="97"/>
                    <a:pt x="188" y="100"/>
                  </a:cubicBezTo>
                  <a:close/>
                  <a:moveTo>
                    <a:pt x="106" y="130"/>
                  </a:moveTo>
                  <a:cubicBezTo>
                    <a:pt x="106" y="131"/>
                    <a:pt x="105" y="131"/>
                    <a:pt x="104" y="132"/>
                  </a:cubicBezTo>
                  <a:cubicBezTo>
                    <a:pt x="104" y="133"/>
                    <a:pt x="103" y="135"/>
                    <a:pt x="104" y="137"/>
                  </a:cubicBezTo>
                  <a:cubicBezTo>
                    <a:pt x="107" y="135"/>
                    <a:pt x="108" y="132"/>
                    <a:pt x="110" y="130"/>
                  </a:cubicBezTo>
                  <a:cubicBezTo>
                    <a:pt x="119" y="120"/>
                    <a:pt x="127" y="110"/>
                    <a:pt x="135" y="99"/>
                  </a:cubicBezTo>
                  <a:cubicBezTo>
                    <a:pt x="134" y="96"/>
                    <a:pt x="136" y="94"/>
                    <a:pt x="134" y="92"/>
                  </a:cubicBezTo>
                  <a:cubicBezTo>
                    <a:pt x="125" y="105"/>
                    <a:pt x="114" y="115"/>
                    <a:pt x="106" y="130"/>
                  </a:cubicBezTo>
                  <a:close/>
                  <a:moveTo>
                    <a:pt x="257" y="95"/>
                  </a:moveTo>
                  <a:cubicBezTo>
                    <a:pt x="251" y="99"/>
                    <a:pt x="248" y="105"/>
                    <a:pt x="242" y="110"/>
                  </a:cubicBezTo>
                  <a:cubicBezTo>
                    <a:pt x="242" y="110"/>
                    <a:pt x="242" y="111"/>
                    <a:pt x="242" y="111"/>
                  </a:cubicBezTo>
                  <a:cubicBezTo>
                    <a:pt x="242" y="111"/>
                    <a:pt x="241" y="112"/>
                    <a:pt x="241" y="112"/>
                  </a:cubicBezTo>
                  <a:cubicBezTo>
                    <a:pt x="239" y="116"/>
                    <a:pt x="236" y="119"/>
                    <a:pt x="233" y="123"/>
                  </a:cubicBezTo>
                  <a:cubicBezTo>
                    <a:pt x="230" y="125"/>
                    <a:pt x="225" y="131"/>
                    <a:pt x="225" y="134"/>
                  </a:cubicBezTo>
                  <a:cubicBezTo>
                    <a:pt x="224" y="139"/>
                    <a:pt x="226" y="145"/>
                    <a:pt x="226" y="150"/>
                  </a:cubicBezTo>
                  <a:cubicBezTo>
                    <a:pt x="236" y="141"/>
                    <a:pt x="243" y="129"/>
                    <a:pt x="253" y="120"/>
                  </a:cubicBezTo>
                  <a:cubicBezTo>
                    <a:pt x="255" y="116"/>
                    <a:pt x="259" y="113"/>
                    <a:pt x="258" y="108"/>
                  </a:cubicBezTo>
                  <a:cubicBezTo>
                    <a:pt x="252" y="111"/>
                    <a:pt x="249" y="118"/>
                    <a:pt x="245" y="121"/>
                  </a:cubicBezTo>
                  <a:cubicBezTo>
                    <a:pt x="245" y="123"/>
                    <a:pt x="243" y="125"/>
                    <a:pt x="242" y="126"/>
                  </a:cubicBezTo>
                  <a:cubicBezTo>
                    <a:pt x="240" y="129"/>
                    <a:pt x="239" y="132"/>
                    <a:pt x="236" y="134"/>
                  </a:cubicBezTo>
                  <a:cubicBezTo>
                    <a:pt x="236" y="135"/>
                    <a:pt x="234" y="138"/>
                    <a:pt x="232" y="139"/>
                  </a:cubicBezTo>
                  <a:cubicBezTo>
                    <a:pt x="230" y="142"/>
                    <a:pt x="230" y="145"/>
                    <a:pt x="227" y="145"/>
                  </a:cubicBezTo>
                  <a:cubicBezTo>
                    <a:pt x="226" y="143"/>
                    <a:pt x="229" y="140"/>
                    <a:pt x="231" y="137"/>
                  </a:cubicBezTo>
                  <a:cubicBezTo>
                    <a:pt x="240" y="126"/>
                    <a:pt x="250" y="113"/>
                    <a:pt x="257" y="102"/>
                  </a:cubicBezTo>
                  <a:cubicBezTo>
                    <a:pt x="257" y="99"/>
                    <a:pt x="258" y="97"/>
                    <a:pt x="258" y="95"/>
                  </a:cubicBezTo>
                  <a:cubicBezTo>
                    <a:pt x="257" y="95"/>
                    <a:pt x="257" y="95"/>
                    <a:pt x="257" y="95"/>
                  </a:cubicBezTo>
                  <a:close/>
                  <a:moveTo>
                    <a:pt x="195" y="100"/>
                  </a:moveTo>
                  <a:cubicBezTo>
                    <a:pt x="195" y="101"/>
                    <a:pt x="194" y="102"/>
                    <a:pt x="194" y="103"/>
                  </a:cubicBezTo>
                  <a:cubicBezTo>
                    <a:pt x="189" y="107"/>
                    <a:pt x="186" y="114"/>
                    <a:pt x="181" y="119"/>
                  </a:cubicBezTo>
                  <a:cubicBezTo>
                    <a:pt x="182" y="120"/>
                    <a:pt x="180" y="120"/>
                    <a:pt x="181" y="121"/>
                  </a:cubicBezTo>
                  <a:cubicBezTo>
                    <a:pt x="177" y="125"/>
                    <a:pt x="173" y="130"/>
                    <a:pt x="171" y="135"/>
                  </a:cubicBezTo>
                  <a:cubicBezTo>
                    <a:pt x="168" y="138"/>
                    <a:pt x="165" y="144"/>
                    <a:pt x="168" y="148"/>
                  </a:cubicBezTo>
                  <a:cubicBezTo>
                    <a:pt x="175" y="137"/>
                    <a:pt x="183" y="126"/>
                    <a:pt x="191" y="115"/>
                  </a:cubicBezTo>
                  <a:cubicBezTo>
                    <a:pt x="194" y="110"/>
                    <a:pt x="198" y="106"/>
                    <a:pt x="197" y="100"/>
                  </a:cubicBezTo>
                  <a:cubicBezTo>
                    <a:pt x="196" y="101"/>
                    <a:pt x="196" y="100"/>
                    <a:pt x="195" y="100"/>
                  </a:cubicBezTo>
                  <a:close/>
                  <a:moveTo>
                    <a:pt x="119" y="124"/>
                  </a:moveTo>
                  <a:cubicBezTo>
                    <a:pt x="117" y="126"/>
                    <a:pt x="115" y="128"/>
                    <a:pt x="112" y="131"/>
                  </a:cubicBezTo>
                  <a:cubicBezTo>
                    <a:pt x="111" y="133"/>
                    <a:pt x="110" y="135"/>
                    <a:pt x="108" y="137"/>
                  </a:cubicBezTo>
                  <a:cubicBezTo>
                    <a:pt x="106" y="139"/>
                    <a:pt x="104" y="141"/>
                    <a:pt x="105" y="143"/>
                  </a:cubicBezTo>
                  <a:cubicBezTo>
                    <a:pt x="102" y="146"/>
                    <a:pt x="103" y="153"/>
                    <a:pt x="105" y="157"/>
                  </a:cubicBezTo>
                  <a:cubicBezTo>
                    <a:pt x="106" y="154"/>
                    <a:pt x="109" y="152"/>
                    <a:pt x="111" y="150"/>
                  </a:cubicBezTo>
                  <a:cubicBezTo>
                    <a:pt x="115" y="146"/>
                    <a:pt x="119" y="140"/>
                    <a:pt x="122" y="135"/>
                  </a:cubicBezTo>
                  <a:cubicBezTo>
                    <a:pt x="124" y="134"/>
                    <a:pt x="125" y="131"/>
                    <a:pt x="126" y="130"/>
                  </a:cubicBezTo>
                  <a:cubicBezTo>
                    <a:pt x="126" y="130"/>
                    <a:pt x="127" y="130"/>
                    <a:pt x="128" y="129"/>
                  </a:cubicBezTo>
                  <a:cubicBezTo>
                    <a:pt x="128" y="129"/>
                    <a:pt x="128" y="128"/>
                    <a:pt x="128" y="128"/>
                  </a:cubicBezTo>
                  <a:cubicBezTo>
                    <a:pt x="130" y="124"/>
                    <a:pt x="138" y="119"/>
                    <a:pt x="135" y="116"/>
                  </a:cubicBezTo>
                  <a:cubicBezTo>
                    <a:pt x="126" y="127"/>
                    <a:pt x="117" y="137"/>
                    <a:pt x="109" y="148"/>
                  </a:cubicBezTo>
                  <a:cubicBezTo>
                    <a:pt x="109" y="150"/>
                    <a:pt x="108" y="150"/>
                    <a:pt x="108" y="151"/>
                  </a:cubicBezTo>
                  <a:cubicBezTo>
                    <a:pt x="107" y="151"/>
                    <a:pt x="106" y="152"/>
                    <a:pt x="105" y="152"/>
                  </a:cubicBezTo>
                  <a:cubicBezTo>
                    <a:pt x="104" y="150"/>
                    <a:pt x="107" y="146"/>
                    <a:pt x="109" y="144"/>
                  </a:cubicBezTo>
                  <a:cubicBezTo>
                    <a:pt x="111" y="141"/>
                    <a:pt x="116" y="137"/>
                    <a:pt x="118" y="135"/>
                  </a:cubicBezTo>
                  <a:cubicBezTo>
                    <a:pt x="120" y="130"/>
                    <a:pt x="124" y="127"/>
                    <a:pt x="127" y="123"/>
                  </a:cubicBezTo>
                  <a:cubicBezTo>
                    <a:pt x="129" y="121"/>
                    <a:pt x="130" y="119"/>
                    <a:pt x="131" y="117"/>
                  </a:cubicBezTo>
                  <a:cubicBezTo>
                    <a:pt x="135" y="113"/>
                    <a:pt x="137" y="110"/>
                    <a:pt x="134" y="105"/>
                  </a:cubicBezTo>
                  <a:cubicBezTo>
                    <a:pt x="129" y="110"/>
                    <a:pt x="124" y="118"/>
                    <a:pt x="119" y="124"/>
                  </a:cubicBezTo>
                  <a:close/>
                  <a:moveTo>
                    <a:pt x="167" y="155"/>
                  </a:moveTo>
                  <a:cubicBezTo>
                    <a:pt x="167" y="156"/>
                    <a:pt x="167" y="157"/>
                    <a:pt x="167" y="159"/>
                  </a:cubicBezTo>
                  <a:cubicBezTo>
                    <a:pt x="170" y="158"/>
                    <a:pt x="171" y="154"/>
                    <a:pt x="174" y="152"/>
                  </a:cubicBezTo>
                  <a:cubicBezTo>
                    <a:pt x="178" y="142"/>
                    <a:pt x="186" y="135"/>
                    <a:pt x="191" y="126"/>
                  </a:cubicBezTo>
                  <a:cubicBezTo>
                    <a:pt x="193" y="124"/>
                    <a:pt x="194" y="122"/>
                    <a:pt x="195" y="119"/>
                  </a:cubicBezTo>
                  <a:cubicBezTo>
                    <a:pt x="196" y="118"/>
                    <a:pt x="197" y="119"/>
                    <a:pt x="198" y="117"/>
                  </a:cubicBezTo>
                  <a:cubicBezTo>
                    <a:pt x="197" y="116"/>
                    <a:pt x="198" y="112"/>
                    <a:pt x="197" y="111"/>
                  </a:cubicBezTo>
                  <a:cubicBezTo>
                    <a:pt x="186" y="124"/>
                    <a:pt x="174" y="140"/>
                    <a:pt x="167" y="155"/>
                  </a:cubicBezTo>
                  <a:close/>
                  <a:moveTo>
                    <a:pt x="230" y="153"/>
                  </a:moveTo>
                  <a:cubicBezTo>
                    <a:pt x="236" y="147"/>
                    <a:pt x="243" y="141"/>
                    <a:pt x="248" y="135"/>
                  </a:cubicBezTo>
                  <a:cubicBezTo>
                    <a:pt x="253" y="129"/>
                    <a:pt x="259" y="124"/>
                    <a:pt x="258" y="117"/>
                  </a:cubicBezTo>
                  <a:cubicBezTo>
                    <a:pt x="258" y="117"/>
                    <a:pt x="258" y="117"/>
                    <a:pt x="258" y="117"/>
                  </a:cubicBezTo>
                  <a:cubicBezTo>
                    <a:pt x="254" y="120"/>
                    <a:pt x="252" y="125"/>
                    <a:pt x="247" y="128"/>
                  </a:cubicBezTo>
                  <a:cubicBezTo>
                    <a:pt x="248" y="129"/>
                    <a:pt x="247" y="129"/>
                    <a:pt x="247" y="130"/>
                  </a:cubicBezTo>
                  <a:cubicBezTo>
                    <a:pt x="243" y="132"/>
                    <a:pt x="241" y="137"/>
                    <a:pt x="238" y="138"/>
                  </a:cubicBezTo>
                  <a:cubicBezTo>
                    <a:pt x="238" y="141"/>
                    <a:pt x="237" y="142"/>
                    <a:pt x="235" y="143"/>
                  </a:cubicBezTo>
                  <a:cubicBezTo>
                    <a:pt x="232" y="149"/>
                    <a:pt x="224" y="151"/>
                    <a:pt x="226" y="159"/>
                  </a:cubicBezTo>
                  <a:cubicBezTo>
                    <a:pt x="229" y="158"/>
                    <a:pt x="229" y="156"/>
                    <a:pt x="230" y="153"/>
                  </a:cubicBezTo>
                  <a:close/>
                  <a:moveTo>
                    <a:pt x="194" y="125"/>
                  </a:moveTo>
                  <a:cubicBezTo>
                    <a:pt x="194" y="126"/>
                    <a:pt x="193" y="126"/>
                    <a:pt x="193" y="127"/>
                  </a:cubicBezTo>
                  <a:cubicBezTo>
                    <a:pt x="186" y="135"/>
                    <a:pt x="180" y="145"/>
                    <a:pt x="173" y="154"/>
                  </a:cubicBezTo>
                  <a:cubicBezTo>
                    <a:pt x="173" y="156"/>
                    <a:pt x="172" y="157"/>
                    <a:pt x="170" y="158"/>
                  </a:cubicBezTo>
                  <a:cubicBezTo>
                    <a:pt x="170" y="162"/>
                    <a:pt x="167" y="164"/>
                    <a:pt x="167" y="170"/>
                  </a:cubicBezTo>
                  <a:cubicBezTo>
                    <a:pt x="179" y="158"/>
                    <a:pt x="188" y="144"/>
                    <a:pt x="198" y="130"/>
                  </a:cubicBezTo>
                  <a:cubicBezTo>
                    <a:pt x="197" y="128"/>
                    <a:pt x="198" y="123"/>
                    <a:pt x="197" y="122"/>
                  </a:cubicBezTo>
                  <a:cubicBezTo>
                    <a:pt x="196" y="123"/>
                    <a:pt x="195" y="125"/>
                    <a:pt x="194" y="125"/>
                  </a:cubicBezTo>
                  <a:close/>
                  <a:moveTo>
                    <a:pt x="135" y="123"/>
                  </a:moveTo>
                  <a:cubicBezTo>
                    <a:pt x="127" y="130"/>
                    <a:pt x="123" y="140"/>
                    <a:pt x="115" y="147"/>
                  </a:cubicBezTo>
                  <a:cubicBezTo>
                    <a:pt x="113" y="152"/>
                    <a:pt x="108" y="154"/>
                    <a:pt x="107" y="160"/>
                  </a:cubicBezTo>
                  <a:cubicBezTo>
                    <a:pt x="106" y="160"/>
                    <a:pt x="105" y="160"/>
                    <a:pt x="104" y="161"/>
                  </a:cubicBezTo>
                  <a:cubicBezTo>
                    <a:pt x="104" y="163"/>
                    <a:pt x="104" y="164"/>
                    <a:pt x="104" y="167"/>
                  </a:cubicBezTo>
                  <a:cubicBezTo>
                    <a:pt x="108" y="164"/>
                    <a:pt x="109" y="159"/>
                    <a:pt x="114" y="156"/>
                  </a:cubicBezTo>
                  <a:cubicBezTo>
                    <a:pt x="118" y="149"/>
                    <a:pt x="124" y="144"/>
                    <a:pt x="129" y="137"/>
                  </a:cubicBezTo>
                  <a:cubicBezTo>
                    <a:pt x="132" y="133"/>
                    <a:pt x="136" y="128"/>
                    <a:pt x="136" y="124"/>
                  </a:cubicBezTo>
                  <a:cubicBezTo>
                    <a:pt x="136" y="123"/>
                    <a:pt x="136" y="123"/>
                    <a:pt x="135" y="123"/>
                  </a:cubicBezTo>
                  <a:close/>
                  <a:moveTo>
                    <a:pt x="258" y="127"/>
                  </a:moveTo>
                  <a:cubicBezTo>
                    <a:pt x="253" y="130"/>
                    <a:pt x="251" y="136"/>
                    <a:pt x="246" y="138"/>
                  </a:cubicBezTo>
                  <a:cubicBezTo>
                    <a:pt x="246" y="141"/>
                    <a:pt x="243" y="142"/>
                    <a:pt x="242" y="145"/>
                  </a:cubicBezTo>
                  <a:cubicBezTo>
                    <a:pt x="241" y="145"/>
                    <a:pt x="240" y="146"/>
                    <a:pt x="239" y="146"/>
                  </a:cubicBezTo>
                  <a:cubicBezTo>
                    <a:pt x="239" y="147"/>
                    <a:pt x="238" y="147"/>
                    <a:pt x="239" y="148"/>
                  </a:cubicBezTo>
                  <a:cubicBezTo>
                    <a:pt x="234" y="152"/>
                    <a:pt x="231" y="158"/>
                    <a:pt x="226" y="163"/>
                  </a:cubicBezTo>
                  <a:cubicBezTo>
                    <a:pt x="226" y="165"/>
                    <a:pt x="225" y="167"/>
                    <a:pt x="226" y="168"/>
                  </a:cubicBezTo>
                  <a:cubicBezTo>
                    <a:pt x="237" y="156"/>
                    <a:pt x="248" y="144"/>
                    <a:pt x="258" y="132"/>
                  </a:cubicBezTo>
                  <a:cubicBezTo>
                    <a:pt x="259" y="130"/>
                    <a:pt x="259" y="129"/>
                    <a:pt x="259" y="126"/>
                  </a:cubicBezTo>
                  <a:cubicBezTo>
                    <a:pt x="259" y="126"/>
                    <a:pt x="258" y="126"/>
                    <a:pt x="258" y="126"/>
                  </a:cubicBezTo>
                  <a:cubicBezTo>
                    <a:pt x="258" y="126"/>
                    <a:pt x="258" y="127"/>
                    <a:pt x="258" y="127"/>
                  </a:cubicBezTo>
                  <a:close/>
                  <a:moveTo>
                    <a:pt x="135" y="132"/>
                  </a:moveTo>
                  <a:cubicBezTo>
                    <a:pt x="127" y="143"/>
                    <a:pt x="119" y="154"/>
                    <a:pt x="109" y="163"/>
                  </a:cubicBezTo>
                  <a:cubicBezTo>
                    <a:pt x="110" y="165"/>
                    <a:pt x="106" y="167"/>
                    <a:pt x="107" y="169"/>
                  </a:cubicBezTo>
                  <a:cubicBezTo>
                    <a:pt x="106" y="170"/>
                    <a:pt x="105" y="170"/>
                    <a:pt x="104" y="172"/>
                  </a:cubicBezTo>
                  <a:cubicBezTo>
                    <a:pt x="105" y="172"/>
                    <a:pt x="104" y="175"/>
                    <a:pt x="105" y="176"/>
                  </a:cubicBezTo>
                  <a:cubicBezTo>
                    <a:pt x="107" y="176"/>
                    <a:pt x="109" y="175"/>
                    <a:pt x="109" y="172"/>
                  </a:cubicBezTo>
                  <a:cubicBezTo>
                    <a:pt x="112" y="171"/>
                    <a:pt x="113" y="168"/>
                    <a:pt x="115" y="166"/>
                  </a:cubicBezTo>
                  <a:cubicBezTo>
                    <a:pt x="116" y="163"/>
                    <a:pt x="119" y="161"/>
                    <a:pt x="121" y="158"/>
                  </a:cubicBezTo>
                  <a:cubicBezTo>
                    <a:pt x="127" y="151"/>
                    <a:pt x="132" y="144"/>
                    <a:pt x="137" y="137"/>
                  </a:cubicBezTo>
                  <a:cubicBezTo>
                    <a:pt x="137" y="135"/>
                    <a:pt x="137" y="134"/>
                    <a:pt x="137" y="132"/>
                  </a:cubicBezTo>
                  <a:cubicBezTo>
                    <a:pt x="136" y="132"/>
                    <a:pt x="136" y="132"/>
                    <a:pt x="135" y="132"/>
                  </a:cubicBezTo>
                  <a:close/>
                  <a:moveTo>
                    <a:pt x="238" y="157"/>
                  </a:moveTo>
                  <a:cubicBezTo>
                    <a:pt x="238" y="157"/>
                    <a:pt x="238" y="158"/>
                    <a:pt x="238" y="158"/>
                  </a:cubicBezTo>
                  <a:cubicBezTo>
                    <a:pt x="237" y="159"/>
                    <a:pt x="237" y="160"/>
                    <a:pt x="235" y="160"/>
                  </a:cubicBezTo>
                  <a:cubicBezTo>
                    <a:pt x="233" y="165"/>
                    <a:pt x="228" y="168"/>
                    <a:pt x="226" y="174"/>
                  </a:cubicBezTo>
                  <a:cubicBezTo>
                    <a:pt x="228" y="174"/>
                    <a:pt x="226" y="177"/>
                    <a:pt x="227" y="178"/>
                  </a:cubicBezTo>
                  <a:cubicBezTo>
                    <a:pt x="237" y="165"/>
                    <a:pt x="250" y="153"/>
                    <a:pt x="259" y="140"/>
                  </a:cubicBezTo>
                  <a:cubicBezTo>
                    <a:pt x="259" y="138"/>
                    <a:pt x="259" y="136"/>
                    <a:pt x="259" y="135"/>
                  </a:cubicBezTo>
                  <a:cubicBezTo>
                    <a:pt x="251" y="142"/>
                    <a:pt x="246" y="150"/>
                    <a:pt x="238" y="157"/>
                  </a:cubicBezTo>
                  <a:close/>
                  <a:moveTo>
                    <a:pt x="183" y="154"/>
                  </a:moveTo>
                  <a:cubicBezTo>
                    <a:pt x="181" y="155"/>
                    <a:pt x="181" y="159"/>
                    <a:pt x="178" y="159"/>
                  </a:cubicBezTo>
                  <a:cubicBezTo>
                    <a:pt x="176" y="164"/>
                    <a:pt x="172" y="166"/>
                    <a:pt x="169" y="171"/>
                  </a:cubicBezTo>
                  <a:cubicBezTo>
                    <a:pt x="170" y="174"/>
                    <a:pt x="167" y="175"/>
                    <a:pt x="167" y="179"/>
                  </a:cubicBezTo>
                  <a:cubicBezTo>
                    <a:pt x="171" y="175"/>
                    <a:pt x="175" y="171"/>
                    <a:pt x="178" y="167"/>
                  </a:cubicBezTo>
                  <a:cubicBezTo>
                    <a:pt x="183" y="161"/>
                    <a:pt x="188" y="154"/>
                    <a:pt x="193" y="148"/>
                  </a:cubicBezTo>
                  <a:cubicBezTo>
                    <a:pt x="196" y="144"/>
                    <a:pt x="200" y="141"/>
                    <a:pt x="197" y="136"/>
                  </a:cubicBezTo>
                  <a:cubicBezTo>
                    <a:pt x="192" y="141"/>
                    <a:pt x="187" y="147"/>
                    <a:pt x="183" y="154"/>
                  </a:cubicBezTo>
                  <a:close/>
                  <a:moveTo>
                    <a:pt x="59" y="136"/>
                  </a:moveTo>
                  <a:cubicBezTo>
                    <a:pt x="52" y="142"/>
                    <a:pt x="47" y="149"/>
                    <a:pt x="41" y="156"/>
                  </a:cubicBezTo>
                  <a:cubicBezTo>
                    <a:pt x="42" y="159"/>
                    <a:pt x="40" y="161"/>
                    <a:pt x="41" y="163"/>
                  </a:cubicBezTo>
                  <a:cubicBezTo>
                    <a:pt x="48" y="154"/>
                    <a:pt x="55" y="145"/>
                    <a:pt x="63" y="136"/>
                  </a:cubicBezTo>
                  <a:cubicBezTo>
                    <a:pt x="62" y="136"/>
                    <a:pt x="60" y="137"/>
                    <a:pt x="59" y="136"/>
                  </a:cubicBezTo>
                  <a:close/>
                  <a:moveTo>
                    <a:pt x="40" y="148"/>
                  </a:moveTo>
                  <a:cubicBezTo>
                    <a:pt x="41" y="149"/>
                    <a:pt x="41" y="151"/>
                    <a:pt x="41" y="152"/>
                  </a:cubicBezTo>
                  <a:cubicBezTo>
                    <a:pt x="46" y="147"/>
                    <a:pt x="50" y="142"/>
                    <a:pt x="54" y="137"/>
                  </a:cubicBezTo>
                  <a:cubicBezTo>
                    <a:pt x="52" y="137"/>
                    <a:pt x="51" y="136"/>
                    <a:pt x="50" y="137"/>
                  </a:cubicBezTo>
                  <a:cubicBezTo>
                    <a:pt x="47" y="140"/>
                    <a:pt x="43" y="144"/>
                    <a:pt x="40" y="148"/>
                  </a:cubicBezTo>
                  <a:close/>
                  <a:moveTo>
                    <a:pt x="66" y="137"/>
                  </a:moveTo>
                  <a:cubicBezTo>
                    <a:pt x="62" y="140"/>
                    <a:pt x="60" y="144"/>
                    <a:pt x="56" y="148"/>
                  </a:cubicBezTo>
                  <a:cubicBezTo>
                    <a:pt x="54" y="151"/>
                    <a:pt x="51" y="153"/>
                    <a:pt x="50" y="155"/>
                  </a:cubicBezTo>
                  <a:cubicBezTo>
                    <a:pt x="48" y="157"/>
                    <a:pt x="47" y="159"/>
                    <a:pt x="46" y="162"/>
                  </a:cubicBezTo>
                  <a:cubicBezTo>
                    <a:pt x="43" y="165"/>
                    <a:pt x="40" y="167"/>
                    <a:pt x="41" y="172"/>
                  </a:cubicBezTo>
                  <a:cubicBezTo>
                    <a:pt x="48" y="166"/>
                    <a:pt x="52" y="159"/>
                    <a:pt x="58" y="153"/>
                  </a:cubicBezTo>
                  <a:cubicBezTo>
                    <a:pt x="61" y="149"/>
                    <a:pt x="64" y="146"/>
                    <a:pt x="68" y="142"/>
                  </a:cubicBezTo>
                  <a:cubicBezTo>
                    <a:pt x="68" y="139"/>
                    <a:pt x="71" y="139"/>
                    <a:pt x="70" y="136"/>
                  </a:cubicBezTo>
                  <a:cubicBezTo>
                    <a:pt x="69" y="136"/>
                    <a:pt x="68" y="137"/>
                    <a:pt x="66" y="137"/>
                  </a:cubicBezTo>
                  <a:close/>
                  <a:moveTo>
                    <a:pt x="39" y="137"/>
                  </a:moveTo>
                  <a:cubicBezTo>
                    <a:pt x="39" y="139"/>
                    <a:pt x="40" y="142"/>
                    <a:pt x="41" y="144"/>
                  </a:cubicBezTo>
                  <a:cubicBezTo>
                    <a:pt x="42" y="142"/>
                    <a:pt x="45" y="140"/>
                    <a:pt x="46" y="137"/>
                  </a:cubicBezTo>
                  <a:cubicBezTo>
                    <a:pt x="44" y="136"/>
                    <a:pt x="41" y="137"/>
                    <a:pt x="39" y="137"/>
                  </a:cubicBezTo>
                  <a:close/>
                  <a:moveTo>
                    <a:pt x="71" y="141"/>
                  </a:moveTo>
                  <a:cubicBezTo>
                    <a:pt x="67" y="145"/>
                    <a:pt x="64" y="150"/>
                    <a:pt x="60" y="153"/>
                  </a:cubicBezTo>
                  <a:cubicBezTo>
                    <a:pt x="55" y="162"/>
                    <a:pt x="48" y="166"/>
                    <a:pt x="44" y="175"/>
                  </a:cubicBezTo>
                  <a:cubicBezTo>
                    <a:pt x="43" y="176"/>
                    <a:pt x="42" y="176"/>
                    <a:pt x="41" y="176"/>
                  </a:cubicBezTo>
                  <a:cubicBezTo>
                    <a:pt x="42" y="179"/>
                    <a:pt x="41" y="180"/>
                    <a:pt x="42" y="182"/>
                  </a:cubicBezTo>
                  <a:cubicBezTo>
                    <a:pt x="44" y="180"/>
                    <a:pt x="47" y="178"/>
                    <a:pt x="48" y="174"/>
                  </a:cubicBezTo>
                  <a:cubicBezTo>
                    <a:pt x="54" y="171"/>
                    <a:pt x="56" y="164"/>
                    <a:pt x="61" y="161"/>
                  </a:cubicBezTo>
                  <a:cubicBezTo>
                    <a:pt x="63" y="156"/>
                    <a:pt x="68" y="154"/>
                    <a:pt x="69" y="149"/>
                  </a:cubicBezTo>
                  <a:cubicBezTo>
                    <a:pt x="70" y="149"/>
                    <a:pt x="71" y="148"/>
                    <a:pt x="72" y="148"/>
                  </a:cubicBezTo>
                  <a:cubicBezTo>
                    <a:pt x="73" y="146"/>
                    <a:pt x="72" y="143"/>
                    <a:pt x="72" y="141"/>
                  </a:cubicBezTo>
                  <a:cubicBezTo>
                    <a:pt x="71" y="141"/>
                    <a:pt x="71" y="141"/>
                    <a:pt x="71" y="141"/>
                  </a:cubicBezTo>
                  <a:close/>
                  <a:moveTo>
                    <a:pt x="110" y="183"/>
                  </a:moveTo>
                  <a:cubicBezTo>
                    <a:pt x="112" y="179"/>
                    <a:pt x="115" y="176"/>
                    <a:pt x="118" y="172"/>
                  </a:cubicBezTo>
                  <a:cubicBezTo>
                    <a:pt x="122" y="167"/>
                    <a:pt x="127" y="161"/>
                    <a:pt x="131" y="156"/>
                  </a:cubicBezTo>
                  <a:cubicBezTo>
                    <a:pt x="132" y="154"/>
                    <a:pt x="133" y="152"/>
                    <a:pt x="134" y="151"/>
                  </a:cubicBezTo>
                  <a:cubicBezTo>
                    <a:pt x="136" y="148"/>
                    <a:pt x="139" y="145"/>
                    <a:pt x="136" y="143"/>
                  </a:cubicBezTo>
                  <a:cubicBezTo>
                    <a:pt x="136" y="144"/>
                    <a:pt x="134" y="144"/>
                    <a:pt x="133" y="145"/>
                  </a:cubicBezTo>
                  <a:cubicBezTo>
                    <a:pt x="128" y="155"/>
                    <a:pt x="119" y="161"/>
                    <a:pt x="115" y="171"/>
                  </a:cubicBezTo>
                  <a:cubicBezTo>
                    <a:pt x="111" y="173"/>
                    <a:pt x="109" y="178"/>
                    <a:pt x="106" y="180"/>
                  </a:cubicBezTo>
                  <a:cubicBezTo>
                    <a:pt x="106" y="182"/>
                    <a:pt x="105" y="186"/>
                    <a:pt x="106" y="188"/>
                  </a:cubicBezTo>
                  <a:cubicBezTo>
                    <a:pt x="107" y="186"/>
                    <a:pt x="108" y="184"/>
                    <a:pt x="110" y="183"/>
                  </a:cubicBezTo>
                  <a:close/>
                  <a:moveTo>
                    <a:pt x="189" y="157"/>
                  </a:moveTo>
                  <a:cubicBezTo>
                    <a:pt x="184" y="161"/>
                    <a:pt x="180" y="166"/>
                    <a:pt x="177" y="172"/>
                  </a:cubicBezTo>
                  <a:cubicBezTo>
                    <a:pt x="173" y="173"/>
                    <a:pt x="171" y="177"/>
                    <a:pt x="170" y="180"/>
                  </a:cubicBezTo>
                  <a:cubicBezTo>
                    <a:pt x="169" y="180"/>
                    <a:pt x="169" y="180"/>
                    <a:pt x="168" y="181"/>
                  </a:cubicBezTo>
                  <a:cubicBezTo>
                    <a:pt x="167" y="184"/>
                    <a:pt x="167" y="186"/>
                    <a:pt x="167" y="189"/>
                  </a:cubicBezTo>
                  <a:cubicBezTo>
                    <a:pt x="175" y="183"/>
                    <a:pt x="179" y="174"/>
                    <a:pt x="185" y="167"/>
                  </a:cubicBezTo>
                  <a:cubicBezTo>
                    <a:pt x="190" y="162"/>
                    <a:pt x="193" y="155"/>
                    <a:pt x="198" y="150"/>
                  </a:cubicBezTo>
                  <a:cubicBezTo>
                    <a:pt x="197" y="149"/>
                    <a:pt x="198" y="147"/>
                    <a:pt x="198" y="146"/>
                  </a:cubicBezTo>
                  <a:cubicBezTo>
                    <a:pt x="198" y="145"/>
                    <a:pt x="198" y="145"/>
                    <a:pt x="197" y="145"/>
                  </a:cubicBezTo>
                  <a:cubicBezTo>
                    <a:pt x="194" y="149"/>
                    <a:pt x="191" y="152"/>
                    <a:pt x="189" y="157"/>
                  </a:cubicBezTo>
                  <a:close/>
                  <a:moveTo>
                    <a:pt x="227" y="183"/>
                  </a:moveTo>
                  <a:cubicBezTo>
                    <a:pt x="227" y="187"/>
                    <a:pt x="227" y="188"/>
                    <a:pt x="227" y="191"/>
                  </a:cubicBezTo>
                  <a:cubicBezTo>
                    <a:pt x="228" y="191"/>
                    <a:pt x="229" y="189"/>
                    <a:pt x="229" y="187"/>
                  </a:cubicBezTo>
                  <a:cubicBezTo>
                    <a:pt x="233" y="185"/>
                    <a:pt x="236" y="179"/>
                    <a:pt x="239" y="178"/>
                  </a:cubicBezTo>
                  <a:cubicBezTo>
                    <a:pt x="238" y="175"/>
                    <a:pt x="240" y="175"/>
                    <a:pt x="241" y="174"/>
                  </a:cubicBezTo>
                  <a:cubicBezTo>
                    <a:pt x="244" y="171"/>
                    <a:pt x="248" y="165"/>
                    <a:pt x="251" y="162"/>
                  </a:cubicBezTo>
                  <a:cubicBezTo>
                    <a:pt x="254" y="158"/>
                    <a:pt x="262" y="153"/>
                    <a:pt x="259" y="146"/>
                  </a:cubicBezTo>
                  <a:cubicBezTo>
                    <a:pt x="246" y="157"/>
                    <a:pt x="237" y="170"/>
                    <a:pt x="227" y="183"/>
                  </a:cubicBezTo>
                  <a:close/>
                  <a:moveTo>
                    <a:pt x="41" y="187"/>
                  </a:moveTo>
                  <a:cubicBezTo>
                    <a:pt x="42" y="189"/>
                    <a:pt x="42" y="189"/>
                    <a:pt x="41" y="191"/>
                  </a:cubicBezTo>
                  <a:cubicBezTo>
                    <a:pt x="44" y="191"/>
                    <a:pt x="43" y="188"/>
                    <a:pt x="45" y="188"/>
                  </a:cubicBezTo>
                  <a:cubicBezTo>
                    <a:pt x="52" y="177"/>
                    <a:pt x="62" y="169"/>
                    <a:pt x="70" y="159"/>
                  </a:cubicBezTo>
                  <a:cubicBezTo>
                    <a:pt x="70" y="157"/>
                    <a:pt x="71" y="156"/>
                    <a:pt x="72" y="155"/>
                  </a:cubicBezTo>
                  <a:cubicBezTo>
                    <a:pt x="72" y="154"/>
                    <a:pt x="73" y="151"/>
                    <a:pt x="71" y="151"/>
                  </a:cubicBezTo>
                  <a:cubicBezTo>
                    <a:pt x="61" y="163"/>
                    <a:pt x="51" y="175"/>
                    <a:pt x="41" y="187"/>
                  </a:cubicBezTo>
                  <a:close/>
                  <a:moveTo>
                    <a:pt x="130" y="159"/>
                  </a:moveTo>
                  <a:cubicBezTo>
                    <a:pt x="128" y="164"/>
                    <a:pt x="123" y="166"/>
                    <a:pt x="122" y="171"/>
                  </a:cubicBezTo>
                  <a:cubicBezTo>
                    <a:pt x="117" y="175"/>
                    <a:pt x="115" y="182"/>
                    <a:pt x="109" y="186"/>
                  </a:cubicBezTo>
                  <a:cubicBezTo>
                    <a:pt x="109" y="189"/>
                    <a:pt x="108" y="191"/>
                    <a:pt x="105" y="192"/>
                  </a:cubicBezTo>
                  <a:cubicBezTo>
                    <a:pt x="106" y="194"/>
                    <a:pt x="106" y="195"/>
                    <a:pt x="106" y="196"/>
                  </a:cubicBezTo>
                  <a:cubicBezTo>
                    <a:pt x="109" y="196"/>
                    <a:pt x="110" y="193"/>
                    <a:pt x="111" y="191"/>
                  </a:cubicBezTo>
                  <a:cubicBezTo>
                    <a:pt x="115" y="187"/>
                    <a:pt x="118" y="182"/>
                    <a:pt x="122" y="178"/>
                  </a:cubicBezTo>
                  <a:cubicBezTo>
                    <a:pt x="124" y="174"/>
                    <a:pt x="127" y="170"/>
                    <a:pt x="130" y="167"/>
                  </a:cubicBezTo>
                  <a:cubicBezTo>
                    <a:pt x="134" y="163"/>
                    <a:pt x="138" y="159"/>
                    <a:pt x="137" y="153"/>
                  </a:cubicBezTo>
                  <a:cubicBezTo>
                    <a:pt x="136" y="153"/>
                    <a:pt x="136" y="152"/>
                    <a:pt x="136" y="152"/>
                  </a:cubicBezTo>
                  <a:cubicBezTo>
                    <a:pt x="134" y="155"/>
                    <a:pt x="133" y="158"/>
                    <a:pt x="130" y="159"/>
                  </a:cubicBezTo>
                  <a:close/>
                  <a:moveTo>
                    <a:pt x="188" y="167"/>
                  </a:moveTo>
                  <a:cubicBezTo>
                    <a:pt x="186" y="168"/>
                    <a:pt x="185" y="168"/>
                    <a:pt x="185" y="170"/>
                  </a:cubicBezTo>
                  <a:cubicBezTo>
                    <a:pt x="184" y="170"/>
                    <a:pt x="184" y="171"/>
                    <a:pt x="183" y="171"/>
                  </a:cubicBezTo>
                  <a:cubicBezTo>
                    <a:pt x="180" y="177"/>
                    <a:pt x="176" y="183"/>
                    <a:pt x="172" y="189"/>
                  </a:cubicBezTo>
                  <a:cubicBezTo>
                    <a:pt x="171" y="189"/>
                    <a:pt x="171" y="189"/>
                    <a:pt x="170" y="189"/>
                  </a:cubicBezTo>
                  <a:cubicBezTo>
                    <a:pt x="169" y="192"/>
                    <a:pt x="166" y="194"/>
                    <a:pt x="167" y="200"/>
                  </a:cubicBezTo>
                  <a:cubicBezTo>
                    <a:pt x="170" y="200"/>
                    <a:pt x="170" y="196"/>
                    <a:pt x="172" y="196"/>
                  </a:cubicBezTo>
                  <a:cubicBezTo>
                    <a:pt x="180" y="185"/>
                    <a:pt x="188" y="174"/>
                    <a:pt x="196" y="163"/>
                  </a:cubicBezTo>
                  <a:cubicBezTo>
                    <a:pt x="196" y="163"/>
                    <a:pt x="197" y="163"/>
                    <a:pt x="198" y="163"/>
                  </a:cubicBezTo>
                  <a:cubicBezTo>
                    <a:pt x="198" y="159"/>
                    <a:pt x="199" y="157"/>
                    <a:pt x="198" y="155"/>
                  </a:cubicBezTo>
                  <a:cubicBezTo>
                    <a:pt x="194" y="158"/>
                    <a:pt x="190" y="162"/>
                    <a:pt x="188" y="167"/>
                  </a:cubicBezTo>
                  <a:close/>
                  <a:moveTo>
                    <a:pt x="250" y="165"/>
                  </a:moveTo>
                  <a:cubicBezTo>
                    <a:pt x="249" y="167"/>
                    <a:pt x="246" y="169"/>
                    <a:pt x="245" y="171"/>
                  </a:cubicBezTo>
                  <a:cubicBezTo>
                    <a:pt x="241" y="175"/>
                    <a:pt x="239" y="179"/>
                    <a:pt x="236" y="183"/>
                  </a:cubicBezTo>
                  <a:cubicBezTo>
                    <a:pt x="233" y="186"/>
                    <a:pt x="230" y="189"/>
                    <a:pt x="229" y="194"/>
                  </a:cubicBezTo>
                  <a:cubicBezTo>
                    <a:pt x="229" y="194"/>
                    <a:pt x="228" y="195"/>
                    <a:pt x="227" y="195"/>
                  </a:cubicBezTo>
                  <a:cubicBezTo>
                    <a:pt x="228" y="197"/>
                    <a:pt x="227" y="199"/>
                    <a:pt x="228" y="201"/>
                  </a:cubicBezTo>
                  <a:cubicBezTo>
                    <a:pt x="239" y="189"/>
                    <a:pt x="249" y="174"/>
                    <a:pt x="260" y="162"/>
                  </a:cubicBezTo>
                  <a:cubicBezTo>
                    <a:pt x="260" y="160"/>
                    <a:pt x="261" y="157"/>
                    <a:pt x="259" y="156"/>
                  </a:cubicBezTo>
                  <a:cubicBezTo>
                    <a:pt x="257" y="159"/>
                    <a:pt x="254" y="163"/>
                    <a:pt x="250" y="165"/>
                  </a:cubicBezTo>
                  <a:close/>
                  <a:moveTo>
                    <a:pt x="45" y="193"/>
                  </a:moveTo>
                  <a:cubicBezTo>
                    <a:pt x="45" y="193"/>
                    <a:pt x="43" y="193"/>
                    <a:pt x="43" y="194"/>
                  </a:cubicBezTo>
                  <a:cubicBezTo>
                    <a:pt x="43" y="194"/>
                    <a:pt x="43" y="196"/>
                    <a:pt x="41" y="196"/>
                  </a:cubicBezTo>
                  <a:cubicBezTo>
                    <a:pt x="42" y="198"/>
                    <a:pt x="41" y="200"/>
                    <a:pt x="42" y="201"/>
                  </a:cubicBezTo>
                  <a:cubicBezTo>
                    <a:pt x="52" y="189"/>
                    <a:pt x="63" y="178"/>
                    <a:pt x="72" y="166"/>
                  </a:cubicBezTo>
                  <a:cubicBezTo>
                    <a:pt x="72" y="163"/>
                    <a:pt x="72" y="161"/>
                    <a:pt x="72" y="160"/>
                  </a:cubicBezTo>
                  <a:cubicBezTo>
                    <a:pt x="63" y="171"/>
                    <a:pt x="52" y="180"/>
                    <a:pt x="45" y="193"/>
                  </a:cubicBezTo>
                  <a:close/>
                  <a:moveTo>
                    <a:pt x="136" y="163"/>
                  </a:moveTo>
                  <a:cubicBezTo>
                    <a:pt x="134" y="166"/>
                    <a:pt x="132" y="168"/>
                    <a:pt x="129" y="170"/>
                  </a:cubicBezTo>
                  <a:cubicBezTo>
                    <a:pt x="129" y="172"/>
                    <a:pt x="128" y="173"/>
                    <a:pt x="127" y="173"/>
                  </a:cubicBezTo>
                  <a:cubicBezTo>
                    <a:pt x="126" y="176"/>
                    <a:pt x="124" y="177"/>
                    <a:pt x="122" y="179"/>
                  </a:cubicBezTo>
                  <a:cubicBezTo>
                    <a:pt x="120" y="185"/>
                    <a:pt x="113" y="190"/>
                    <a:pt x="110" y="197"/>
                  </a:cubicBezTo>
                  <a:cubicBezTo>
                    <a:pt x="108" y="198"/>
                    <a:pt x="106" y="201"/>
                    <a:pt x="107" y="203"/>
                  </a:cubicBezTo>
                  <a:cubicBezTo>
                    <a:pt x="109" y="202"/>
                    <a:pt x="110" y="200"/>
                    <a:pt x="111" y="198"/>
                  </a:cubicBezTo>
                  <a:cubicBezTo>
                    <a:pt x="121" y="188"/>
                    <a:pt x="128" y="177"/>
                    <a:pt x="137" y="168"/>
                  </a:cubicBezTo>
                  <a:cubicBezTo>
                    <a:pt x="137" y="166"/>
                    <a:pt x="138" y="164"/>
                    <a:pt x="136" y="163"/>
                  </a:cubicBezTo>
                  <a:close/>
                  <a:moveTo>
                    <a:pt x="188" y="177"/>
                  </a:moveTo>
                  <a:cubicBezTo>
                    <a:pt x="188" y="178"/>
                    <a:pt x="187" y="178"/>
                    <a:pt x="187" y="179"/>
                  </a:cubicBezTo>
                  <a:cubicBezTo>
                    <a:pt x="185" y="179"/>
                    <a:pt x="186" y="181"/>
                    <a:pt x="185" y="182"/>
                  </a:cubicBezTo>
                  <a:cubicBezTo>
                    <a:pt x="184" y="183"/>
                    <a:pt x="183" y="183"/>
                    <a:pt x="182" y="184"/>
                  </a:cubicBezTo>
                  <a:cubicBezTo>
                    <a:pt x="182" y="185"/>
                    <a:pt x="182" y="186"/>
                    <a:pt x="182" y="186"/>
                  </a:cubicBezTo>
                  <a:cubicBezTo>
                    <a:pt x="181" y="187"/>
                    <a:pt x="179" y="188"/>
                    <a:pt x="179" y="189"/>
                  </a:cubicBezTo>
                  <a:cubicBezTo>
                    <a:pt x="179" y="189"/>
                    <a:pt x="179" y="190"/>
                    <a:pt x="179" y="190"/>
                  </a:cubicBezTo>
                  <a:cubicBezTo>
                    <a:pt x="178" y="191"/>
                    <a:pt x="177" y="191"/>
                    <a:pt x="177" y="192"/>
                  </a:cubicBezTo>
                  <a:cubicBezTo>
                    <a:pt x="176" y="192"/>
                    <a:pt x="177" y="193"/>
                    <a:pt x="177" y="193"/>
                  </a:cubicBezTo>
                  <a:cubicBezTo>
                    <a:pt x="176" y="193"/>
                    <a:pt x="175" y="193"/>
                    <a:pt x="175" y="194"/>
                  </a:cubicBezTo>
                  <a:cubicBezTo>
                    <a:pt x="174" y="195"/>
                    <a:pt x="174" y="196"/>
                    <a:pt x="174" y="197"/>
                  </a:cubicBezTo>
                  <a:cubicBezTo>
                    <a:pt x="170" y="202"/>
                    <a:pt x="165" y="205"/>
                    <a:pt x="168" y="211"/>
                  </a:cubicBezTo>
                  <a:cubicBezTo>
                    <a:pt x="174" y="206"/>
                    <a:pt x="178" y="197"/>
                    <a:pt x="184" y="191"/>
                  </a:cubicBezTo>
                  <a:cubicBezTo>
                    <a:pt x="184" y="190"/>
                    <a:pt x="186" y="190"/>
                    <a:pt x="186" y="189"/>
                  </a:cubicBezTo>
                  <a:cubicBezTo>
                    <a:pt x="186" y="189"/>
                    <a:pt x="186" y="188"/>
                    <a:pt x="186" y="187"/>
                  </a:cubicBezTo>
                  <a:cubicBezTo>
                    <a:pt x="190" y="181"/>
                    <a:pt x="200" y="176"/>
                    <a:pt x="199" y="166"/>
                  </a:cubicBezTo>
                  <a:cubicBezTo>
                    <a:pt x="198" y="166"/>
                    <a:pt x="198" y="166"/>
                    <a:pt x="198" y="166"/>
                  </a:cubicBezTo>
                  <a:cubicBezTo>
                    <a:pt x="194" y="169"/>
                    <a:pt x="192" y="174"/>
                    <a:pt x="188" y="177"/>
                  </a:cubicBezTo>
                  <a:close/>
                  <a:moveTo>
                    <a:pt x="246" y="182"/>
                  </a:moveTo>
                  <a:cubicBezTo>
                    <a:pt x="245" y="183"/>
                    <a:pt x="244" y="183"/>
                    <a:pt x="244" y="184"/>
                  </a:cubicBezTo>
                  <a:cubicBezTo>
                    <a:pt x="243" y="184"/>
                    <a:pt x="243" y="186"/>
                    <a:pt x="243" y="186"/>
                  </a:cubicBezTo>
                  <a:cubicBezTo>
                    <a:pt x="241" y="190"/>
                    <a:pt x="237" y="191"/>
                    <a:pt x="235" y="194"/>
                  </a:cubicBezTo>
                  <a:cubicBezTo>
                    <a:pt x="235" y="195"/>
                    <a:pt x="235" y="196"/>
                    <a:pt x="234" y="196"/>
                  </a:cubicBezTo>
                  <a:cubicBezTo>
                    <a:pt x="233" y="198"/>
                    <a:pt x="230" y="200"/>
                    <a:pt x="229" y="203"/>
                  </a:cubicBezTo>
                  <a:cubicBezTo>
                    <a:pt x="228" y="203"/>
                    <a:pt x="230" y="203"/>
                    <a:pt x="229" y="204"/>
                  </a:cubicBezTo>
                  <a:cubicBezTo>
                    <a:pt x="229" y="205"/>
                    <a:pt x="228" y="205"/>
                    <a:pt x="227" y="206"/>
                  </a:cubicBezTo>
                  <a:cubicBezTo>
                    <a:pt x="228" y="208"/>
                    <a:pt x="228" y="211"/>
                    <a:pt x="228" y="213"/>
                  </a:cubicBezTo>
                  <a:cubicBezTo>
                    <a:pt x="235" y="207"/>
                    <a:pt x="239" y="198"/>
                    <a:pt x="247" y="192"/>
                  </a:cubicBezTo>
                  <a:cubicBezTo>
                    <a:pt x="250" y="186"/>
                    <a:pt x="255" y="182"/>
                    <a:pt x="259" y="176"/>
                  </a:cubicBezTo>
                  <a:cubicBezTo>
                    <a:pt x="260" y="176"/>
                    <a:pt x="261" y="178"/>
                    <a:pt x="261" y="177"/>
                  </a:cubicBezTo>
                  <a:cubicBezTo>
                    <a:pt x="260" y="174"/>
                    <a:pt x="262" y="168"/>
                    <a:pt x="260" y="166"/>
                  </a:cubicBezTo>
                  <a:cubicBezTo>
                    <a:pt x="255" y="171"/>
                    <a:pt x="250" y="176"/>
                    <a:pt x="246" y="182"/>
                  </a:cubicBezTo>
                  <a:close/>
                  <a:moveTo>
                    <a:pt x="70" y="173"/>
                  </a:moveTo>
                  <a:cubicBezTo>
                    <a:pt x="69" y="173"/>
                    <a:pt x="68" y="174"/>
                    <a:pt x="67" y="174"/>
                  </a:cubicBezTo>
                  <a:cubicBezTo>
                    <a:pt x="67" y="175"/>
                    <a:pt x="67" y="175"/>
                    <a:pt x="67" y="176"/>
                  </a:cubicBezTo>
                  <a:cubicBezTo>
                    <a:pt x="66" y="178"/>
                    <a:pt x="63" y="180"/>
                    <a:pt x="61" y="182"/>
                  </a:cubicBezTo>
                  <a:cubicBezTo>
                    <a:pt x="58" y="186"/>
                    <a:pt x="55" y="190"/>
                    <a:pt x="51" y="194"/>
                  </a:cubicBezTo>
                  <a:cubicBezTo>
                    <a:pt x="49" y="196"/>
                    <a:pt x="47" y="198"/>
                    <a:pt x="46" y="200"/>
                  </a:cubicBezTo>
                  <a:cubicBezTo>
                    <a:pt x="45" y="201"/>
                    <a:pt x="45" y="202"/>
                    <a:pt x="45" y="203"/>
                  </a:cubicBezTo>
                  <a:cubicBezTo>
                    <a:pt x="44" y="204"/>
                    <a:pt x="43" y="204"/>
                    <a:pt x="42" y="205"/>
                  </a:cubicBezTo>
                  <a:cubicBezTo>
                    <a:pt x="41" y="207"/>
                    <a:pt x="42" y="209"/>
                    <a:pt x="42" y="211"/>
                  </a:cubicBezTo>
                  <a:cubicBezTo>
                    <a:pt x="54" y="201"/>
                    <a:pt x="63" y="188"/>
                    <a:pt x="73" y="176"/>
                  </a:cubicBezTo>
                  <a:cubicBezTo>
                    <a:pt x="73" y="174"/>
                    <a:pt x="73" y="172"/>
                    <a:pt x="72" y="170"/>
                  </a:cubicBezTo>
                  <a:cubicBezTo>
                    <a:pt x="71" y="171"/>
                    <a:pt x="71" y="172"/>
                    <a:pt x="70" y="173"/>
                  </a:cubicBezTo>
                  <a:close/>
                  <a:moveTo>
                    <a:pt x="114" y="198"/>
                  </a:moveTo>
                  <a:cubicBezTo>
                    <a:pt x="114" y="199"/>
                    <a:pt x="110" y="203"/>
                    <a:pt x="109" y="207"/>
                  </a:cubicBezTo>
                  <a:cubicBezTo>
                    <a:pt x="107" y="208"/>
                    <a:pt x="105" y="210"/>
                    <a:pt x="107" y="214"/>
                  </a:cubicBezTo>
                  <a:cubicBezTo>
                    <a:pt x="117" y="201"/>
                    <a:pt x="128" y="188"/>
                    <a:pt x="138" y="174"/>
                  </a:cubicBezTo>
                  <a:cubicBezTo>
                    <a:pt x="138" y="174"/>
                    <a:pt x="138" y="172"/>
                    <a:pt x="137" y="172"/>
                  </a:cubicBezTo>
                  <a:cubicBezTo>
                    <a:pt x="128" y="179"/>
                    <a:pt x="123" y="189"/>
                    <a:pt x="114" y="198"/>
                  </a:cubicBezTo>
                  <a:close/>
                  <a:moveTo>
                    <a:pt x="168" y="214"/>
                  </a:moveTo>
                  <a:cubicBezTo>
                    <a:pt x="169" y="215"/>
                    <a:pt x="169" y="216"/>
                    <a:pt x="169" y="217"/>
                  </a:cubicBezTo>
                  <a:cubicBezTo>
                    <a:pt x="167" y="217"/>
                    <a:pt x="168" y="219"/>
                    <a:pt x="168" y="221"/>
                  </a:cubicBezTo>
                  <a:cubicBezTo>
                    <a:pt x="172" y="218"/>
                    <a:pt x="176" y="213"/>
                    <a:pt x="179" y="207"/>
                  </a:cubicBezTo>
                  <a:cubicBezTo>
                    <a:pt x="184" y="202"/>
                    <a:pt x="189" y="196"/>
                    <a:pt x="193" y="191"/>
                  </a:cubicBezTo>
                  <a:cubicBezTo>
                    <a:pt x="196" y="187"/>
                    <a:pt x="201" y="182"/>
                    <a:pt x="198" y="177"/>
                  </a:cubicBezTo>
                  <a:cubicBezTo>
                    <a:pt x="192" y="181"/>
                    <a:pt x="189" y="188"/>
                    <a:pt x="184" y="193"/>
                  </a:cubicBezTo>
                  <a:cubicBezTo>
                    <a:pt x="180" y="200"/>
                    <a:pt x="173" y="207"/>
                    <a:pt x="168" y="214"/>
                  </a:cubicBezTo>
                  <a:close/>
                  <a:moveTo>
                    <a:pt x="228" y="217"/>
                  </a:moveTo>
                  <a:cubicBezTo>
                    <a:pt x="228" y="219"/>
                    <a:pt x="227" y="221"/>
                    <a:pt x="228" y="224"/>
                  </a:cubicBezTo>
                  <a:cubicBezTo>
                    <a:pt x="234" y="216"/>
                    <a:pt x="240" y="209"/>
                    <a:pt x="247" y="203"/>
                  </a:cubicBezTo>
                  <a:cubicBezTo>
                    <a:pt x="248" y="201"/>
                    <a:pt x="249" y="199"/>
                    <a:pt x="251" y="198"/>
                  </a:cubicBezTo>
                  <a:cubicBezTo>
                    <a:pt x="255" y="193"/>
                    <a:pt x="263" y="187"/>
                    <a:pt x="260" y="179"/>
                  </a:cubicBezTo>
                  <a:cubicBezTo>
                    <a:pt x="249" y="192"/>
                    <a:pt x="237" y="202"/>
                    <a:pt x="228" y="217"/>
                  </a:cubicBezTo>
                  <a:close/>
                  <a:moveTo>
                    <a:pt x="137" y="180"/>
                  </a:moveTo>
                  <a:cubicBezTo>
                    <a:pt x="132" y="185"/>
                    <a:pt x="127" y="193"/>
                    <a:pt x="121" y="199"/>
                  </a:cubicBezTo>
                  <a:cubicBezTo>
                    <a:pt x="120" y="201"/>
                    <a:pt x="117" y="205"/>
                    <a:pt x="114" y="206"/>
                  </a:cubicBezTo>
                  <a:cubicBezTo>
                    <a:pt x="113" y="210"/>
                    <a:pt x="109" y="214"/>
                    <a:pt x="107" y="218"/>
                  </a:cubicBezTo>
                  <a:cubicBezTo>
                    <a:pt x="107" y="218"/>
                    <a:pt x="106" y="218"/>
                    <a:pt x="106" y="218"/>
                  </a:cubicBezTo>
                  <a:cubicBezTo>
                    <a:pt x="106" y="220"/>
                    <a:pt x="106" y="221"/>
                    <a:pt x="106" y="223"/>
                  </a:cubicBezTo>
                  <a:cubicBezTo>
                    <a:pt x="118" y="211"/>
                    <a:pt x="128" y="198"/>
                    <a:pt x="138" y="185"/>
                  </a:cubicBezTo>
                  <a:cubicBezTo>
                    <a:pt x="138" y="183"/>
                    <a:pt x="139" y="182"/>
                    <a:pt x="139" y="180"/>
                  </a:cubicBezTo>
                  <a:cubicBezTo>
                    <a:pt x="138" y="180"/>
                    <a:pt x="138" y="180"/>
                    <a:pt x="137" y="180"/>
                  </a:cubicBezTo>
                  <a:close/>
                  <a:moveTo>
                    <a:pt x="60" y="195"/>
                  </a:moveTo>
                  <a:cubicBezTo>
                    <a:pt x="55" y="203"/>
                    <a:pt x="49" y="207"/>
                    <a:pt x="44" y="214"/>
                  </a:cubicBezTo>
                  <a:cubicBezTo>
                    <a:pt x="44" y="214"/>
                    <a:pt x="42" y="214"/>
                    <a:pt x="43" y="215"/>
                  </a:cubicBezTo>
                  <a:cubicBezTo>
                    <a:pt x="42" y="216"/>
                    <a:pt x="43" y="219"/>
                    <a:pt x="42" y="220"/>
                  </a:cubicBezTo>
                  <a:cubicBezTo>
                    <a:pt x="49" y="213"/>
                    <a:pt x="57" y="205"/>
                    <a:pt x="64" y="197"/>
                  </a:cubicBezTo>
                  <a:cubicBezTo>
                    <a:pt x="67" y="193"/>
                    <a:pt x="70" y="189"/>
                    <a:pt x="73" y="185"/>
                  </a:cubicBezTo>
                  <a:cubicBezTo>
                    <a:pt x="73" y="184"/>
                    <a:pt x="73" y="182"/>
                    <a:pt x="73" y="181"/>
                  </a:cubicBezTo>
                  <a:cubicBezTo>
                    <a:pt x="73" y="181"/>
                    <a:pt x="73" y="181"/>
                    <a:pt x="72" y="181"/>
                  </a:cubicBezTo>
                  <a:cubicBezTo>
                    <a:pt x="68" y="185"/>
                    <a:pt x="65" y="191"/>
                    <a:pt x="60" y="195"/>
                  </a:cubicBezTo>
                  <a:close/>
                  <a:moveTo>
                    <a:pt x="197" y="190"/>
                  </a:moveTo>
                  <a:cubicBezTo>
                    <a:pt x="191" y="195"/>
                    <a:pt x="188" y="201"/>
                    <a:pt x="182" y="207"/>
                  </a:cubicBezTo>
                  <a:cubicBezTo>
                    <a:pt x="182" y="207"/>
                    <a:pt x="182" y="207"/>
                    <a:pt x="182" y="208"/>
                  </a:cubicBezTo>
                  <a:cubicBezTo>
                    <a:pt x="181" y="208"/>
                    <a:pt x="180" y="210"/>
                    <a:pt x="180" y="211"/>
                  </a:cubicBezTo>
                  <a:cubicBezTo>
                    <a:pt x="176" y="213"/>
                    <a:pt x="177" y="217"/>
                    <a:pt x="173" y="218"/>
                  </a:cubicBezTo>
                  <a:cubicBezTo>
                    <a:pt x="174" y="222"/>
                    <a:pt x="170" y="224"/>
                    <a:pt x="168" y="222"/>
                  </a:cubicBezTo>
                  <a:cubicBezTo>
                    <a:pt x="168" y="228"/>
                    <a:pt x="168" y="233"/>
                    <a:pt x="169" y="239"/>
                  </a:cubicBezTo>
                  <a:cubicBezTo>
                    <a:pt x="179" y="229"/>
                    <a:pt x="189" y="218"/>
                    <a:pt x="197" y="205"/>
                  </a:cubicBezTo>
                  <a:cubicBezTo>
                    <a:pt x="198" y="205"/>
                    <a:pt x="198" y="204"/>
                    <a:pt x="199" y="205"/>
                  </a:cubicBezTo>
                  <a:cubicBezTo>
                    <a:pt x="199" y="202"/>
                    <a:pt x="200" y="199"/>
                    <a:pt x="199" y="197"/>
                  </a:cubicBezTo>
                  <a:cubicBezTo>
                    <a:pt x="198" y="198"/>
                    <a:pt x="198" y="198"/>
                    <a:pt x="197" y="198"/>
                  </a:cubicBezTo>
                  <a:cubicBezTo>
                    <a:pt x="194" y="205"/>
                    <a:pt x="188" y="208"/>
                    <a:pt x="185" y="215"/>
                  </a:cubicBezTo>
                  <a:cubicBezTo>
                    <a:pt x="180" y="218"/>
                    <a:pt x="178" y="224"/>
                    <a:pt x="173" y="227"/>
                  </a:cubicBezTo>
                  <a:cubicBezTo>
                    <a:pt x="173" y="229"/>
                    <a:pt x="173" y="229"/>
                    <a:pt x="173" y="230"/>
                  </a:cubicBezTo>
                  <a:cubicBezTo>
                    <a:pt x="172" y="230"/>
                    <a:pt x="171" y="232"/>
                    <a:pt x="170" y="232"/>
                  </a:cubicBezTo>
                  <a:cubicBezTo>
                    <a:pt x="170" y="231"/>
                    <a:pt x="170" y="231"/>
                    <a:pt x="169" y="230"/>
                  </a:cubicBezTo>
                  <a:cubicBezTo>
                    <a:pt x="178" y="217"/>
                    <a:pt x="189" y="207"/>
                    <a:pt x="198" y="195"/>
                  </a:cubicBezTo>
                  <a:cubicBezTo>
                    <a:pt x="198" y="196"/>
                    <a:pt x="200" y="191"/>
                    <a:pt x="199" y="188"/>
                  </a:cubicBezTo>
                  <a:cubicBezTo>
                    <a:pt x="198" y="188"/>
                    <a:pt x="198" y="188"/>
                    <a:pt x="197" y="188"/>
                  </a:cubicBezTo>
                  <a:cubicBezTo>
                    <a:pt x="197" y="189"/>
                    <a:pt x="197" y="189"/>
                    <a:pt x="197" y="190"/>
                  </a:cubicBezTo>
                  <a:close/>
                  <a:moveTo>
                    <a:pt x="63" y="199"/>
                  </a:moveTo>
                  <a:cubicBezTo>
                    <a:pt x="63" y="200"/>
                    <a:pt x="63" y="201"/>
                    <a:pt x="62" y="201"/>
                  </a:cubicBezTo>
                  <a:cubicBezTo>
                    <a:pt x="58" y="207"/>
                    <a:pt x="51" y="213"/>
                    <a:pt x="47" y="218"/>
                  </a:cubicBezTo>
                  <a:cubicBezTo>
                    <a:pt x="47" y="219"/>
                    <a:pt x="47" y="220"/>
                    <a:pt x="47" y="220"/>
                  </a:cubicBezTo>
                  <a:cubicBezTo>
                    <a:pt x="46" y="221"/>
                    <a:pt x="44" y="222"/>
                    <a:pt x="43" y="224"/>
                  </a:cubicBezTo>
                  <a:cubicBezTo>
                    <a:pt x="43" y="224"/>
                    <a:pt x="42" y="227"/>
                    <a:pt x="42" y="227"/>
                  </a:cubicBezTo>
                  <a:cubicBezTo>
                    <a:pt x="42" y="227"/>
                    <a:pt x="43" y="229"/>
                    <a:pt x="42" y="229"/>
                  </a:cubicBezTo>
                  <a:cubicBezTo>
                    <a:pt x="44" y="227"/>
                    <a:pt x="46" y="225"/>
                    <a:pt x="49" y="223"/>
                  </a:cubicBezTo>
                  <a:cubicBezTo>
                    <a:pt x="51" y="221"/>
                    <a:pt x="52" y="218"/>
                    <a:pt x="54" y="216"/>
                  </a:cubicBezTo>
                  <a:cubicBezTo>
                    <a:pt x="54" y="216"/>
                    <a:pt x="55" y="216"/>
                    <a:pt x="56" y="215"/>
                  </a:cubicBezTo>
                  <a:cubicBezTo>
                    <a:pt x="57" y="214"/>
                    <a:pt x="58" y="212"/>
                    <a:pt x="59" y="211"/>
                  </a:cubicBezTo>
                  <a:cubicBezTo>
                    <a:pt x="61" y="208"/>
                    <a:pt x="63" y="207"/>
                    <a:pt x="66" y="204"/>
                  </a:cubicBezTo>
                  <a:cubicBezTo>
                    <a:pt x="69" y="200"/>
                    <a:pt x="75" y="193"/>
                    <a:pt x="72" y="190"/>
                  </a:cubicBezTo>
                  <a:cubicBezTo>
                    <a:pt x="70" y="193"/>
                    <a:pt x="66" y="196"/>
                    <a:pt x="63" y="199"/>
                  </a:cubicBezTo>
                  <a:close/>
                  <a:moveTo>
                    <a:pt x="237" y="215"/>
                  </a:moveTo>
                  <a:cubicBezTo>
                    <a:pt x="236" y="215"/>
                    <a:pt x="237" y="216"/>
                    <a:pt x="236" y="217"/>
                  </a:cubicBezTo>
                  <a:cubicBezTo>
                    <a:pt x="235" y="218"/>
                    <a:pt x="232" y="219"/>
                    <a:pt x="233" y="221"/>
                  </a:cubicBezTo>
                  <a:cubicBezTo>
                    <a:pt x="230" y="222"/>
                    <a:pt x="230" y="226"/>
                    <a:pt x="228" y="227"/>
                  </a:cubicBezTo>
                  <a:cubicBezTo>
                    <a:pt x="228" y="230"/>
                    <a:pt x="229" y="233"/>
                    <a:pt x="229" y="236"/>
                  </a:cubicBezTo>
                  <a:cubicBezTo>
                    <a:pt x="233" y="235"/>
                    <a:pt x="233" y="231"/>
                    <a:pt x="236" y="230"/>
                  </a:cubicBezTo>
                  <a:cubicBezTo>
                    <a:pt x="235" y="228"/>
                    <a:pt x="239" y="224"/>
                    <a:pt x="240" y="224"/>
                  </a:cubicBezTo>
                  <a:cubicBezTo>
                    <a:pt x="241" y="221"/>
                    <a:pt x="243" y="220"/>
                    <a:pt x="244" y="218"/>
                  </a:cubicBezTo>
                  <a:cubicBezTo>
                    <a:pt x="244" y="218"/>
                    <a:pt x="244" y="218"/>
                    <a:pt x="244" y="217"/>
                  </a:cubicBezTo>
                  <a:cubicBezTo>
                    <a:pt x="249" y="213"/>
                    <a:pt x="253" y="208"/>
                    <a:pt x="256" y="203"/>
                  </a:cubicBezTo>
                  <a:cubicBezTo>
                    <a:pt x="259" y="200"/>
                    <a:pt x="263" y="197"/>
                    <a:pt x="261" y="190"/>
                  </a:cubicBezTo>
                  <a:cubicBezTo>
                    <a:pt x="255" y="195"/>
                    <a:pt x="250" y="201"/>
                    <a:pt x="245" y="206"/>
                  </a:cubicBezTo>
                  <a:cubicBezTo>
                    <a:pt x="245" y="206"/>
                    <a:pt x="246" y="206"/>
                    <a:pt x="245" y="205"/>
                  </a:cubicBezTo>
                  <a:cubicBezTo>
                    <a:pt x="245" y="206"/>
                    <a:pt x="245" y="207"/>
                    <a:pt x="244" y="207"/>
                  </a:cubicBezTo>
                  <a:cubicBezTo>
                    <a:pt x="244" y="207"/>
                    <a:pt x="245" y="207"/>
                    <a:pt x="244" y="206"/>
                  </a:cubicBezTo>
                  <a:cubicBezTo>
                    <a:pt x="244" y="207"/>
                    <a:pt x="242" y="207"/>
                    <a:pt x="242" y="208"/>
                  </a:cubicBezTo>
                  <a:cubicBezTo>
                    <a:pt x="243" y="209"/>
                    <a:pt x="243" y="208"/>
                    <a:pt x="244" y="208"/>
                  </a:cubicBezTo>
                  <a:cubicBezTo>
                    <a:pt x="243" y="211"/>
                    <a:pt x="239" y="212"/>
                    <a:pt x="237" y="215"/>
                  </a:cubicBezTo>
                  <a:close/>
                  <a:moveTo>
                    <a:pt x="129" y="199"/>
                  </a:moveTo>
                  <a:cubicBezTo>
                    <a:pt x="127" y="204"/>
                    <a:pt x="122" y="206"/>
                    <a:pt x="120" y="211"/>
                  </a:cubicBezTo>
                  <a:cubicBezTo>
                    <a:pt x="120" y="211"/>
                    <a:pt x="119" y="211"/>
                    <a:pt x="119" y="211"/>
                  </a:cubicBezTo>
                  <a:cubicBezTo>
                    <a:pt x="118" y="214"/>
                    <a:pt x="115" y="215"/>
                    <a:pt x="114" y="218"/>
                  </a:cubicBezTo>
                  <a:cubicBezTo>
                    <a:pt x="114" y="218"/>
                    <a:pt x="114" y="218"/>
                    <a:pt x="113" y="218"/>
                  </a:cubicBezTo>
                  <a:cubicBezTo>
                    <a:pt x="114" y="219"/>
                    <a:pt x="113" y="219"/>
                    <a:pt x="112" y="220"/>
                  </a:cubicBezTo>
                  <a:cubicBezTo>
                    <a:pt x="110" y="222"/>
                    <a:pt x="109" y="227"/>
                    <a:pt x="106" y="227"/>
                  </a:cubicBezTo>
                  <a:cubicBezTo>
                    <a:pt x="107" y="230"/>
                    <a:pt x="105" y="231"/>
                    <a:pt x="107" y="232"/>
                  </a:cubicBezTo>
                  <a:cubicBezTo>
                    <a:pt x="116" y="220"/>
                    <a:pt x="127" y="211"/>
                    <a:pt x="135" y="198"/>
                  </a:cubicBezTo>
                  <a:cubicBezTo>
                    <a:pt x="137" y="198"/>
                    <a:pt x="137" y="197"/>
                    <a:pt x="138" y="196"/>
                  </a:cubicBezTo>
                  <a:cubicBezTo>
                    <a:pt x="138" y="194"/>
                    <a:pt x="139" y="191"/>
                    <a:pt x="137" y="190"/>
                  </a:cubicBezTo>
                  <a:cubicBezTo>
                    <a:pt x="134" y="193"/>
                    <a:pt x="133" y="197"/>
                    <a:pt x="129" y="199"/>
                  </a:cubicBezTo>
                  <a:close/>
                  <a:moveTo>
                    <a:pt x="120" y="219"/>
                  </a:moveTo>
                  <a:cubicBezTo>
                    <a:pt x="118" y="227"/>
                    <a:pt x="105" y="230"/>
                    <a:pt x="106" y="242"/>
                  </a:cubicBezTo>
                  <a:cubicBezTo>
                    <a:pt x="111" y="237"/>
                    <a:pt x="116" y="232"/>
                    <a:pt x="120" y="226"/>
                  </a:cubicBezTo>
                  <a:cubicBezTo>
                    <a:pt x="127" y="221"/>
                    <a:pt x="130" y="213"/>
                    <a:pt x="137" y="208"/>
                  </a:cubicBezTo>
                  <a:cubicBezTo>
                    <a:pt x="138" y="204"/>
                    <a:pt x="139" y="202"/>
                    <a:pt x="138" y="199"/>
                  </a:cubicBezTo>
                  <a:cubicBezTo>
                    <a:pt x="132" y="206"/>
                    <a:pt x="127" y="213"/>
                    <a:pt x="120" y="219"/>
                  </a:cubicBezTo>
                  <a:close/>
                  <a:moveTo>
                    <a:pt x="73" y="199"/>
                  </a:moveTo>
                  <a:cubicBezTo>
                    <a:pt x="69" y="202"/>
                    <a:pt x="66" y="206"/>
                    <a:pt x="62" y="211"/>
                  </a:cubicBezTo>
                  <a:cubicBezTo>
                    <a:pt x="58" y="215"/>
                    <a:pt x="55" y="219"/>
                    <a:pt x="52" y="222"/>
                  </a:cubicBezTo>
                  <a:cubicBezTo>
                    <a:pt x="49" y="227"/>
                    <a:pt x="42" y="231"/>
                    <a:pt x="42" y="237"/>
                  </a:cubicBezTo>
                  <a:cubicBezTo>
                    <a:pt x="48" y="233"/>
                    <a:pt x="53" y="226"/>
                    <a:pt x="58" y="221"/>
                  </a:cubicBezTo>
                  <a:cubicBezTo>
                    <a:pt x="63" y="215"/>
                    <a:pt x="70" y="211"/>
                    <a:pt x="73" y="205"/>
                  </a:cubicBezTo>
                  <a:cubicBezTo>
                    <a:pt x="73" y="204"/>
                    <a:pt x="73" y="204"/>
                    <a:pt x="73" y="204"/>
                  </a:cubicBezTo>
                  <a:cubicBezTo>
                    <a:pt x="73" y="202"/>
                    <a:pt x="73" y="201"/>
                    <a:pt x="74" y="199"/>
                  </a:cubicBezTo>
                  <a:cubicBezTo>
                    <a:pt x="73" y="199"/>
                    <a:pt x="73" y="199"/>
                    <a:pt x="73" y="199"/>
                  </a:cubicBezTo>
                  <a:close/>
                  <a:moveTo>
                    <a:pt x="242" y="232"/>
                  </a:moveTo>
                  <a:cubicBezTo>
                    <a:pt x="239" y="234"/>
                    <a:pt x="239" y="237"/>
                    <a:pt x="237" y="238"/>
                  </a:cubicBezTo>
                  <a:cubicBezTo>
                    <a:pt x="235" y="243"/>
                    <a:pt x="229" y="245"/>
                    <a:pt x="229" y="252"/>
                  </a:cubicBezTo>
                  <a:cubicBezTo>
                    <a:pt x="235" y="246"/>
                    <a:pt x="243" y="237"/>
                    <a:pt x="249" y="230"/>
                  </a:cubicBezTo>
                  <a:cubicBezTo>
                    <a:pt x="250" y="229"/>
                    <a:pt x="253" y="226"/>
                    <a:pt x="253" y="227"/>
                  </a:cubicBezTo>
                  <a:cubicBezTo>
                    <a:pt x="255" y="221"/>
                    <a:pt x="263" y="220"/>
                    <a:pt x="261" y="210"/>
                  </a:cubicBezTo>
                  <a:cubicBezTo>
                    <a:pt x="255" y="216"/>
                    <a:pt x="250" y="225"/>
                    <a:pt x="244" y="229"/>
                  </a:cubicBezTo>
                  <a:cubicBezTo>
                    <a:pt x="244" y="229"/>
                    <a:pt x="244" y="230"/>
                    <a:pt x="244" y="230"/>
                  </a:cubicBezTo>
                  <a:cubicBezTo>
                    <a:pt x="244" y="230"/>
                    <a:pt x="243" y="230"/>
                    <a:pt x="242" y="230"/>
                  </a:cubicBezTo>
                  <a:cubicBezTo>
                    <a:pt x="242" y="231"/>
                    <a:pt x="243" y="231"/>
                    <a:pt x="242" y="232"/>
                  </a:cubicBezTo>
                  <a:close/>
                  <a:moveTo>
                    <a:pt x="239" y="235"/>
                  </a:moveTo>
                  <a:cubicBezTo>
                    <a:pt x="242" y="229"/>
                    <a:pt x="247" y="225"/>
                    <a:pt x="251" y="220"/>
                  </a:cubicBezTo>
                  <a:cubicBezTo>
                    <a:pt x="251" y="221"/>
                    <a:pt x="251" y="221"/>
                    <a:pt x="251" y="220"/>
                  </a:cubicBezTo>
                  <a:cubicBezTo>
                    <a:pt x="253" y="217"/>
                    <a:pt x="257" y="213"/>
                    <a:pt x="259" y="209"/>
                  </a:cubicBezTo>
                  <a:cubicBezTo>
                    <a:pt x="260" y="208"/>
                    <a:pt x="260" y="208"/>
                    <a:pt x="261" y="208"/>
                  </a:cubicBezTo>
                  <a:cubicBezTo>
                    <a:pt x="262" y="206"/>
                    <a:pt x="261" y="203"/>
                    <a:pt x="261" y="200"/>
                  </a:cubicBezTo>
                  <a:cubicBezTo>
                    <a:pt x="255" y="205"/>
                    <a:pt x="251" y="212"/>
                    <a:pt x="246" y="218"/>
                  </a:cubicBezTo>
                  <a:cubicBezTo>
                    <a:pt x="245" y="218"/>
                    <a:pt x="245" y="217"/>
                    <a:pt x="245" y="217"/>
                  </a:cubicBezTo>
                  <a:cubicBezTo>
                    <a:pt x="245" y="218"/>
                    <a:pt x="245" y="218"/>
                    <a:pt x="245" y="219"/>
                  </a:cubicBezTo>
                  <a:cubicBezTo>
                    <a:pt x="240" y="225"/>
                    <a:pt x="235" y="232"/>
                    <a:pt x="230" y="238"/>
                  </a:cubicBezTo>
                  <a:cubicBezTo>
                    <a:pt x="229" y="238"/>
                    <a:pt x="229" y="237"/>
                    <a:pt x="228" y="237"/>
                  </a:cubicBezTo>
                  <a:cubicBezTo>
                    <a:pt x="229" y="240"/>
                    <a:pt x="228" y="242"/>
                    <a:pt x="229" y="245"/>
                  </a:cubicBezTo>
                  <a:cubicBezTo>
                    <a:pt x="233" y="243"/>
                    <a:pt x="234" y="237"/>
                    <a:pt x="239" y="235"/>
                  </a:cubicBezTo>
                  <a:close/>
                  <a:moveTo>
                    <a:pt x="174" y="244"/>
                  </a:moveTo>
                  <a:cubicBezTo>
                    <a:pt x="174" y="244"/>
                    <a:pt x="174" y="244"/>
                    <a:pt x="174" y="244"/>
                  </a:cubicBezTo>
                  <a:cubicBezTo>
                    <a:pt x="183" y="235"/>
                    <a:pt x="191" y="224"/>
                    <a:pt x="200" y="214"/>
                  </a:cubicBezTo>
                  <a:cubicBezTo>
                    <a:pt x="199" y="212"/>
                    <a:pt x="199" y="211"/>
                    <a:pt x="199" y="208"/>
                  </a:cubicBezTo>
                  <a:cubicBezTo>
                    <a:pt x="192" y="215"/>
                    <a:pt x="187" y="225"/>
                    <a:pt x="179" y="230"/>
                  </a:cubicBezTo>
                  <a:cubicBezTo>
                    <a:pt x="178" y="235"/>
                    <a:pt x="172" y="237"/>
                    <a:pt x="170" y="243"/>
                  </a:cubicBezTo>
                  <a:cubicBezTo>
                    <a:pt x="168" y="243"/>
                    <a:pt x="167" y="249"/>
                    <a:pt x="168" y="250"/>
                  </a:cubicBezTo>
                  <a:cubicBezTo>
                    <a:pt x="170" y="248"/>
                    <a:pt x="173" y="245"/>
                    <a:pt x="174" y="244"/>
                  </a:cubicBezTo>
                  <a:close/>
                  <a:moveTo>
                    <a:pt x="45" y="238"/>
                  </a:moveTo>
                  <a:cubicBezTo>
                    <a:pt x="45" y="239"/>
                    <a:pt x="46" y="239"/>
                    <a:pt x="45" y="240"/>
                  </a:cubicBezTo>
                  <a:cubicBezTo>
                    <a:pt x="45" y="241"/>
                    <a:pt x="43" y="241"/>
                    <a:pt x="42" y="241"/>
                  </a:cubicBezTo>
                  <a:cubicBezTo>
                    <a:pt x="43" y="244"/>
                    <a:pt x="43" y="246"/>
                    <a:pt x="42" y="249"/>
                  </a:cubicBezTo>
                  <a:cubicBezTo>
                    <a:pt x="54" y="237"/>
                    <a:pt x="62" y="225"/>
                    <a:pt x="74" y="215"/>
                  </a:cubicBezTo>
                  <a:cubicBezTo>
                    <a:pt x="73" y="213"/>
                    <a:pt x="74" y="210"/>
                    <a:pt x="72" y="210"/>
                  </a:cubicBezTo>
                  <a:cubicBezTo>
                    <a:pt x="63" y="219"/>
                    <a:pt x="55" y="229"/>
                    <a:pt x="45" y="238"/>
                  </a:cubicBezTo>
                  <a:close/>
                  <a:moveTo>
                    <a:pt x="116" y="233"/>
                  </a:moveTo>
                  <a:cubicBezTo>
                    <a:pt x="116" y="235"/>
                    <a:pt x="113" y="238"/>
                    <a:pt x="112" y="239"/>
                  </a:cubicBezTo>
                  <a:cubicBezTo>
                    <a:pt x="111" y="241"/>
                    <a:pt x="110" y="245"/>
                    <a:pt x="107" y="245"/>
                  </a:cubicBezTo>
                  <a:cubicBezTo>
                    <a:pt x="107" y="246"/>
                    <a:pt x="107" y="248"/>
                    <a:pt x="107" y="249"/>
                  </a:cubicBezTo>
                  <a:cubicBezTo>
                    <a:pt x="116" y="239"/>
                    <a:pt x="124" y="231"/>
                    <a:pt x="132" y="221"/>
                  </a:cubicBezTo>
                  <a:cubicBezTo>
                    <a:pt x="135" y="220"/>
                    <a:pt x="135" y="217"/>
                    <a:pt x="138" y="216"/>
                  </a:cubicBezTo>
                  <a:cubicBezTo>
                    <a:pt x="138" y="214"/>
                    <a:pt x="138" y="213"/>
                    <a:pt x="137" y="211"/>
                  </a:cubicBezTo>
                  <a:cubicBezTo>
                    <a:pt x="133" y="213"/>
                    <a:pt x="132" y="219"/>
                    <a:pt x="127" y="221"/>
                  </a:cubicBezTo>
                  <a:cubicBezTo>
                    <a:pt x="127" y="223"/>
                    <a:pt x="127" y="224"/>
                    <a:pt x="124" y="224"/>
                  </a:cubicBezTo>
                  <a:cubicBezTo>
                    <a:pt x="125" y="226"/>
                    <a:pt x="123" y="228"/>
                    <a:pt x="121" y="228"/>
                  </a:cubicBezTo>
                  <a:cubicBezTo>
                    <a:pt x="122" y="229"/>
                    <a:pt x="120" y="231"/>
                    <a:pt x="118" y="230"/>
                  </a:cubicBezTo>
                  <a:cubicBezTo>
                    <a:pt x="118" y="233"/>
                    <a:pt x="117" y="232"/>
                    <a:pt x="116" y="233"/>
                  </a:cubicBezTo>
                  <a:close/>
                  <a:moveTo>
                    <a:pt x="66" y="225"/>
                  </a:moveTo>
                  <a:cubicBezTo>
                    <a:pt x="61" y="233"/>
                    <a:pt x="54" y="239"/>
                    <a:pt x="48" y="246"/>
                  </a:cubicBezTo>
                  <a:cubicBezTo>
                    <a:pt x="46" y="248"/>
                    <a:pt x="43" y="251"/>
                    <a:pt x="43" y="254"/>
                  </a:cubicBezTo>
                  <a:cubicBezTo>
                    <a:pt x="47" y="253"/>
                    <a:pt x="50" y="249"/>
                    <a:pt x="53" y="246"/>
                  </a:cubicBezTo>
                  <a:cubicBezTo>
                    <a:pt x="56" y="243"/>
                    <a:pt x="59" y="240"/>
                    <a:pt x="61" y="237"/>
                  </a:cubicBezTo>
                  <a:cubicBezTo>
                    <a:pt x="65" y="234"/>
                    <a:pt x="67" y="229"/>
                    <a:pt x="71" y="226"/>
                  </a:cubicBezTo>
                  <a:cubicBezTo>
                    <a:pt x="72" y="226"/>
                    <a:pt x="73" y="225"/>
                    <a:pt x="74" y="224"/>
                  </a:cubicBezTo>
                  <a:cubicBezTo>
                    <a:pt x="73" y="221"/>
                    <a:pt x="74" y="219"/>
                    <a:pt x="73" y="218"/>
                  </a:cubicBezTo>
                  <a:cubicBezTo>
                    <a:pt x="71" y="221"/>
                    <a:pt x="69" y="223"/>
                    <a:pt x="66" y="225"/>
                  </a:cubicBezTo>
                  <a:close/>
                  <a:moveTo>
                    <a:pt x="191" y="227"/>
                  </a:moveTo>
                  <a:cubicBezTo>
                    <a:pt x="190" y="230"/>
                    <a:pt x="187" y="233"/>
                    <a:pt x="184" y="235"/>
                  </a:cubicBezTo>
                  <a:cubicBezTo>
                    <a:pt x="184" y="236"/>
                    <a:pt x="184" y="236"/>
                    <a:pt x="184" y="237"/>
                  </a:cubicBezTo>
                  <a:cubicBezTo>
                    <a:pt x="182" y="240"/>
                    <a:pt x="178" y="241"/>
                    <a:pt x="176" y="245"/>
                  </a:cubicBezTo>
                  <a:cubicBezTo>
                    <a:pt x="174" y="247"/>
                    <a:pt x="173" y="251"/>
                    <a:pt x="170" y="251"/>
                  </a:cubicBezTo>
                  <a:cubicBezTo>
                    <a:pt x="171" y="252"/>
                    <a:pt x="169" y="253"/>
                    <a:pt x="168" y="255"/>
                  </a:cubicBezTo>
                  <a:cubicBezTo>
                    <a:pt x="169" y="255"/>
                    <a:pt x="170" y="255"/>
                    <a:pt x="170" y="255"/>
                  </a:cubicBezTo>
                  <a:cubicBezTo>
                    <a:pt x="174" y="250"/>
                    <a:pt x="177" y="246"/>
                    <a:pt x="182" y="242"/>
                  </a:cubicBezTo>
                  <a:cubicBezTo>
                    <a:pt x="188" y="236"/>
                    <a:pt x="194" y="229"/>
                    <a:pt x="199" y="223"/>
                  </a:cubicBezTo>
                  <a:cubicBezTo>
                    <a:pt x="199" y="221"/>
                    <a:pt x="200" y="220"/>
                    <a:pt x="199" y="219"/>
                  </a:cubicBezTo>
                  <a:cubicBezTo>
                    <a:pt x="196" y="221"/>
                    <a:pt x="194" y="225"/>
                    <a:pt x="191" y="227"/>
                  </a:cubicBezTo>
                  <a:close/>
                  <a:moveTo>
                    <a:pt x="127" y="229"/>
                  </a:moveTo>
                  <a:cubicBezTo>
                    <a:pt x="126" y="230"/>
                    <a:pt x="128" y="229"/>
                    <a:pt x="127" y="231"/>
                  </a:cubicBezTo>
                  <a:cubicBezTo>
                    <a:pt x="124" y="232"/>
                    <a:pt x="124" y="237"/>
                    <a:pt x="121" y="235"/>
                  </a:cubicBezTo>
                  <a:cubicBezTo>
                    <a:pt x="120" y="237"/>
                    <a:pt x="120" y="236"/>
                    <a:pt x="121" y="237"/>
                  </a:cubicBezTo>
                  <a:cubicBezTo>
                    <a:pt x="115" y="242"/>
                    <a:pt x="111" y="247"/>
                    <a:pt x="107" y="253"/>
                  </a:cubicBezTo>
                  <a:cubicBezTo>
                    <a:pt x="107" y="254"/>
                    <a:pt x="108" y="253"/>
                    <a:pt x="109" y="253"/>
                  </a:cubicBezTo>
                  <a:cubicBezTo>
                    <a:pt x="115" y="248"/>
                    <a:pt x="119" y="242"/>
                    <a:pt x="124" y="237"/>
                  </a:cubicBezTo>
                  <a:cubicBezTo>
                    <a:pt x="125" y="235"/>
                    <a:pt x="127" y="235"/>
                    <a:pt x="128" y="233"/>
                  </a:cubicBezTo>
                  <a:cubicBezTo>
                    <a:pt x="130" y="231"/>
                    <a:pt x="131" y="228"/>
                    <a:pt x="134" y="227"/>
                  </a:cubicBezTo>
                  <a:cubicBezTo>
                    <a:pt x="134" y="226"/>
                    <a:pt x="135" y="225"/>
                    <a:pt x="136" y="225"/>
                  </a:cubicBezTo>
                  <a:cubicBezTo>
                    <a:pt x="136" y="226"/>
                    <a:pt x="137" y="226"/>
                    <a:pt x="137" y="227"/>
                  </a:cubicBezTo>
                  <a:cubicBezTo>
                    <a:pt x="134" y="229"/>
                    <a:pt x="133" y="232"/>
                    <a:pt x="130" y="234"/>
                  </a:cubicBezTo>
                  <a:cubicBezTo>
                    <a:pt x="130" y="236"/>
                    <a:pt x="126" y="238"/>
                    <a:pt x="125" y="240"/>
                  </a:cubicBezTo>
                  <a:cubicBezTo>
                    <a:pt x="122" y="243"/>
                    <a:pt x="119" y="248"/>
                    <a:pt x="117" y="248"/>
                  </a:cubicBezTo>
                  <a:cubicBezTo>
                    <a:pt x="116" y="251"/>
                    <a:pt x="113" y="251"/>
                    <a:pt x="113" y="253"/>
                  </a:cubicBezTo>
                  <a:cubicBezTo>
                    <a:pt x="113" y="254"/>
                    <a:pt x="115" y="253"/>
                    <a:pt x="117" y="254"/>
                  </a:cubicBezTo>
                  <a:cubicBezTo>
                    <a:pt x="122" y="246"/>
                    <a:pt x="131" y="240"/>
                    <a:pt x="137" y="232"/>
                  </a:cubicBezTo>
                  <a:cubicBezTo>
                    <a:pt x="137" y="228"/>
                    <a:pt x="139" y="224"/>
                    <a:pt x="137" y="220"/>
                  </a:cubicBezTo>
                  <a:cubicBezTo>
                    <a:pt x="133" y="222"/>
                    <a:pt x="131" y="228"/>
                    <a:pt x="127" y="229"/>
                  </a:cubicBezTo>
                  <a:close/>
                  <a:moveTo>
                    <a:pt x="258" y="224"/>
                  </a:moveTo>
                  <a:cubicBezTo>
                    <a:pt x="247" y="234"/>
                    <a:pt x="238" y="245"/>
                    <a:pt x="229" y="256"/>
                  </a:cubicBezTo>
                  <a:cubicBezTo>
                    <a:pt x="231" y="257"/>
                    <a:pt x="232" y="256"/>
                    <a:pt x="234" y="256"/>
                  </a:cubicBezTo>
                  <a:cubicBezTo>
                    <a:pt x="234" y="256"/>
                    <a:pt x="234" y="255"/>
                    <a:pt x="234" y="254"/>
                  </a:cubicBezTo>
                  <a:cubicBezTo>
                    <a:pt x="242" y="247"/>
                    <a:pt x="249" y="238"/>
                    <a:pt x="257" y="231"/>
                  </a:cubicBezTo>
                  <a:cubicBezTo>
                    <a:pt x="257" y="229"/>
                    <a:pt x="259" y="228"/>
                    <a:pt x="261" y="228"/>
                  </a:cubicBezTo>
                  <a:cubicBezTo>
                    <a:pt x="261" y="224"/>
                    <a:pt x="262" y="224"/>
                    <a:pt x="261" y="221"/>
                  </a:cubicBezTo>
                  <a:cubicBezTo>
                    <a:pt x="259" y="221"/>
                    <a:pt x="259" y="224"/>
                    <a:pt x="258" y="224"/>
                  </a:cubicBezTo>
                  <a:cubicBezTo>
                    <a:pt x="258" y="224"/>
                    <a:pt x="258" y="224"/>
                    <a:pt x="258" y="224"/>
                  </a:cubicBezTo>
                  <a:close/>
                  <a:moveTo>
                    <a:pt x="192" y="233"/>
                  </a:moveTo>
                  <a:cubicBezTo>
                    <a:pt x="193" y="234"/>
                    <a:pt x="192" y="235"/>
                    <a:pt x="192" y="235"/>
                  </a:cubicBezTo>
                  <a:cubicBezTo>
                    <a:pt x="189" y="237"/>
                    <a:pt x="188" y="241"/>
                    <a:pt x="184" y="242"/>
                  </a:cubicBezTo>
                  <a:cubicBezTo>
                    <a:pt x="182" y="247"/>
                    <a:pt x="176" y="249"/>
                    <a:pt x="174" y="255"/>
                  </a:cubicBezTo>
                  <a:cubicBezTo>
                    <a:pt x="175" y="256"/>
                    <a:pt x="176" y="255"/>
                    <a:pt x="177" y="255"/>
                  </a:cubicBezTo>
                  <a:cubicBezTo>
                    <a:pt x="183" y="248"/>
                    <a:pt x="192" y="241"/>
                    <a:pt x="198" y="233"/>
                  </a:cubicBezTo>
                  <a:cubicBezTo>
                    <a:pt x="199" y="232"/>
                    <a:pt x="199" y="230"/>
                    <a:pt x="200" y="228"/>
                  </a:cubicBezTo>
                  <a:cubicBezTo>
                    <a:pt x="199" y="228"/>
                    <a:pt x="200" y="227"/>
                    <a:pt x="199" y="227"/>
                  </a:cubicBezTo>
                  <a:cubicBezTo>
                    <a:pt x="196" y="229"/>
                    <a:pt x="195" y="232"/>
                    <a:pt x="192" y="233"/>
                  </a:cubicBezTo>
                  <a:close/>
                  <a:moveTo>
                    <a:pt x="73" y="228"/>
                  </a:moveTo>
                  <a:cubicBezTo>
                    <a:pt x="65" y="237"/>
                    <a:pt x="58" y="244"/>
                    <a:pt x="50" y="253"/>
                  </a:cubicBezTo>
                  <a:cubicBezTo>
                    <a:pt x="56" y="252"/>
                    <a:pt x="59" y="243"/>
                    <a:pt x="65" y="241"/>
                  </a:cubicBezTo>
                  <a:cubicBezTo>
                    <a:pt x="67" y="236"/>
                    <a:pt x="71" y="233"/>
                    <a:pt x="74" y="231"/>
                  </a:cubicBezTo>
                  <a:cubicBezTo>
                    <a:pt x="74" y="230"/>
                    <a:pt x="74" y="229"/>
                    <a:pt x="74" y="228"/>
                  </a:cubicBezTo>
                  <a:cubicBezTo>
                    <a:pt x="73" y="228"/>
                    <a:pt x="73" y="228"/>
                    <a:pt x="73" y="228"/>
                  </a:cubicBezTo>
                  <a:close/>
                  <a:moveTo>
                    <a:pt x="243" y="252"/>
                  </a:moveTo>
                  <a:cubicBezTo>
                    <a:pt x="250" y="247"/>
                    <a:pt x="254" y="239"/>
                    <a:pt x="261" y="233"/>
                  </a:cubicBezTo>
                  <a:cubicBezTo>
                    <a:pt x="261" y="232"/>
                    <a:pt x="261" y="230"/>
                    <a:pt x="261" y="229"/>
                  </a:cubicBezTo>
                  <a:cubicBezTo>
                    <a:pt x="252" y="238"/>
                    <a:pt x="243" y="246"/>
                    <a:pt x="236" y="256"/>
                  </a:cubicBezTo>
                  <a:cubicBezTo>
                    <a:pt x="237" y="256"/>
                    <a:pt x="238" y="256"/>
                    <a:pt x="238" y="256"/>
                  </a:cubicBezTo>
                  <a:cubicBezTo>
                    <a:pt x="240" y="255"/>
                    <a:pt x="243" y="253"/>
                    <a:pt x="243" y="252"/>
                  </a:cubicBezTo>
                  <a:close/>
                  <a:moveTo>
                    <a:pt x="55" y="253"/>
                  </a:moveTo>
                  <a:cubicBezTo>
                    <a:pt x="56" y="254"/>
                    <a:pt x="58" y="253"/>
                    <a:pt x="60" y="253"/>
                  </a:cubicBezTo>
                  <a:cubicBezTo>
                    <a:pt x="64" y="248"/>
                    <a:pt x="69" y="243"/>
                    <a:pt x="74" y="239"/>
                  </a:cubicBezTo>
                  <a:cubicBezTo>
                    <a:pt x="73" y="237"/>
                    <a:pt x="75" y="235"/>
                    <a:pt x="73" y="235"/>
                  </a:cubicBezTo>
                  <a:cubicBezTo>
                    <a:pt x="67" y="241"/>
                    <a:pt x="61" y="247"/>
                    <a:pt x="55" y="253"/>
                  </a:cubicBezTo>
                  <a:close/>
                  <a:moveTo>
                    <a:pt x="196" y="238"/>
                  </a:moveTo>
                  <a:cubicBezTo>
                    <a:pt x="192" y="244"/>
                    <a:pt x="184" y="249"/>
                    <a:pt x="180" y="255"/>
                  </a:cubicBezTo>
                  <a:cubicBezTo>
                    <a:pt x="181" y="256"/>
                    <a:pt x="183" y="255"/>
                    <a:pt x="184" y="256"/>
                  </a:cubicBezTo>
                  <a:cubicBezTo>
                    <a:pt x="189" y="250"/>
                    <a:pt x="195" y="245"/>
                    <a:pt x="200" y="239"/>
                  </a:cubicBezTo>
                  <a:cubicBezTo>
                    <a:pt x="200" y="238"/>
                    <a:pt x="200" y="238"/>
                    <a:pt x="200" y="236"/>
                  </a:cubicBezTo>
                  <a:cubicBezTo>
                    <a:pt x="198" y="236"/>
                    <a:pt x="198" y="238"/>
                    <a:pt x="196" y="238"/>
                  </a:cubicBezTo>
                  <a:close/>
                  <a:moveTo>
                    <a:pt x="244" y="252"/>
                  </a:moveTo>
                  <a:cubicBezTo>
                    <a:pt x="243" y="254"/>
                    <a:pt x="242" y="254"/>
                    <a:pt x="241" y="256"/>
                  </a:cubicBezTo>
                  <a:cubicBezTo>
                    <a:pt x="249" y="256"/>
                    <a:pt x="253" y="256"/>
                    <a:pt x="261" y="256"/>
                  </a:cubicBezTo>
                  <a:cubicBezTo>
                    <a:pt x="261" y="254"/>
                    <a:pt x="262" y="251"/>
                    <a:pt x="260" y="249"/>
                  </a:cubicBezTo>
                  <a:cubicBezTo>
                    <a:pt x="259" y="250"/>
                    <a:pt x="256" y="256"/>
                    <a:pt x="253" y="254"/>
                  </a:cubicBezTo>
                  <a:cubicBezTo>
                    <a:pt x="256" y="251"/>
                    <a:pt x="258" y="249"/>
                    <a:pt x="261" y="246"/>
                  </a:cubicBezTo>
                  <a:cubicBezTo>
                    <a:pt x="261" y="245"/>
                    <a:pt x="261" y="244"/>
                    <a:pt x="261" y="243"/>
                  </a:cubicBezTo>
                  <a:cubicBezTo>
                    <a:pt x="257" y="248"/>
                    <a:pt x="252" y="252"/>
                    <a:pt x="247" y="255"/>
                  </a:cubicBezTo>
                  <a:cubicBezTo>
                    <a:pt x="246" y="255"/>
                    <a:pt x="246" y="255"/>
                    <a:pt x="246" y="254"/>
                  </a:cubicBezTo>
                  <a:cubicBezTo>
                    <a:pt x="251" y="251"/>
                    <a:pt x="256" y="246"/>
                    <a:pt x="260" y="241"/>
                  </a:cubicBezTo>
                  <a:cubicBezTo>
                    <a:pt x="261" y="241"/>
                    <a:pt x="260" y="243"/>
                    <a:pt x="261" y="243"/>
                  </a:cubicBezTo>
                  <a:cubicBezTo>
                    <a:pt x="261" y="241"/>
                    <a:pt x="262" y="237"/>
                    <a:pt x="260" y="237"/>
                  </a:cubicBezTo>
                  <a:cubicBezTo>
                    <a:pt x="255" y="242"/>
                    <a:pt x="249" y="250"/>
                    <a:pt x="244" y="252"/>
                  </a:cubicBezTo>
                  <a:close/>
                  <a:moveTo>
                    <a:pt x="119" y="253"/>
                  </a:moveTo>
                  <a:cubicBezTo>
                    <a:pt x="122" y="255"/>
                    <a:pt x="126" y="253"/>
                    <a:pt x="130" y="254"/>
                  </a:cubicBezTo>
                  <a:cubicBezTo>
                    <a:pt x="131" y="250"/>
                    <a:pt x="138" y="249"/>
                    <a:pt x="136" y="245"/>
                  </a:cubicBezTo>
                  <a:cubicBezTo>
                    <a:pt x="134" y="249"/>
                    <a:pt x="131" y="250"/>
                    <a:pt x="127" y="253"/>
                  </a:cubicBezTo>
                  <a:cubicBezTo>
                    <a:pt x="127" y="252"/>
                    <a:pt x="125" y="253"/>
                    <a:pt x="126" y="252"/>
                  </a:cubicBezTo>
                  <a:cubicBezTo>
                    <a:pt x="130" y="248"/>
                    <a:pt x="134" y="245"/>
                    <a:pt x="137" y="241"/>
                  </a:cubicBezTo>
                  <a:cubicBezTo>
                    <a:pt x="137" y="239"/>
                    <a:pt x="138" y="238"/>
                    <a:pt x="136" y="237"/>
                  </a:cubicBezTo>
                  <a:cubicBezTo>
                    <a:pt x="131" y="242"/>
                    <a:pt x="124" y="247"/>
                    <a:pt x="119" y="253"/>
                  </a:cubicBezTo>
                  <a:close/>
                  <a:moveTo>
                    <a:pt x="73" y="242"/>
                  </a:moveTo>
                  <a:cubicBezTo>
                    <a:pt x="70" y="247"/>
                    <a:pt x="66" y="249"/>
                    <a:pt x="63" y="253"/>
                  </a:cubicBezTo>
                  <a:cubicBezTo>
                    <a:pt x="68" y="255"/>
                    <a:pt x="70" y="248"/>
                    <a:pt x="74" y="248"/>
                  </a:cubicBezTo>
                  <a:cubicBezTo>
                    <a:pt x="73" y="247"/>
                    <a:pt x="75" y="244"/>
                    <a:pt x="74" y="242"/>
                  </a:cubicBezTo>
                  <a:cubicBezTo>
                    <a:pt x="74" y="242"/>
                    <a:pt x="73" y="242"/>
                    <a:pt x="73" y="242"/>
                  </a:cubicBezTo>
                  <a:close/>
                  <a:moveTo>
                    <a:pt x="190" y="253"/>
                  </a:moveTo>
                  <a:cubicBezTo>
                    <a:pt x="189" y="253"/>
                    <a:pt x="187" y="254"/>
                    <a:pt x="188" y="256"/>
                  </a:cubicBezTo>
                  <a:cubicBezTo>
                    <a:pt x="189" y="256"/>
                    <a:pt x="190" y="255"/>
                    <a:pt x="192" y="256"/>
                  </a:cubicBezTo>
                  <a:cubicBezTo>
                    <a:pt x="194" y="251"/>
                    <a:pt x="203" y="250"/>
                    <a:pt x="199" y="243"/>
                  </a:cubicBezTo>
                  <a:cubicBezTo>
                    <a:pt x="196" y="246"/>
                    <a:pt x="192" y="249"/>
                    <a:pt x="190" y="253"/>
                  </a:cubicBezTo>
                  <a:close/>
                  <a:moveTo>
                    <a:pt x="70" y="253"/>
                  </a:moveTo>
                  <a:cubicBezTo>
                    <a:pt x="72" y="254"/>
                    <a:pt x="73" y="254"/>
                    <a:pt x="74" y="254"/>
                  </a:cubicBezTo>
                  <a:cubicBezTo>
                    <a:pt x="74" y="253"/>
                    <a:pt x="74" y="251"/>
                    <a:pt x="74" y="250"/>
                  </a:cubicBezTo>
                  <a:cubicBezTo>
                    <a:pt x="72" y="251"/>
                    <a:pt x="71" y="252"/>
                    <a:pt x="70" y="253"/>
                  </a:cubicBezTo>
                  <a:close/>
                  <a:moveTo>
                    <a:pt x="132" y="254"/>
                  </a:moveTo>
                  <a:cubicBezTo>
                    <a:pt x="134" y="254"/>
                    <a:pt x="135" y="254"/>
                    <a:pt x="137" y="254"/>
                  </a:cubicBezTo>
                  <a:cubicBezTo>
                    <a:pt x="137" y="253"/>
                    <a:pt x="137" y="252"/>
                    <a:pt x="137" y="251"/>
                  </a:cubicBezTo>
                  <a:cubicBezTo>
                    <a:pt x="135" y="251"/>
                    <a:pt x="134" y="253"/>
                    <a:pt x="132" y="254"/>
                  </a:cubicBezTo>
                  <a:close/>
                  <a:moveTo>
                    <a:pt x="195" y="256"/>
                  </a:moveTo>
                  <a:cubicBezTo>
                    <a:pt x="197" y="256"/>
                    <a:pt x="198" y="256"/>
                    <a:pt x="200" y="256"/>
                  </a:cubicBezTo>
                  <a:cubicBezTo>
                    <a:pt x="201" y="255"/>
                    <a:pt x="200" y="254"/>
                    <a:pt x="200" y="252"/>
                  </a:cubicBezTo>
                  <a:cubicBezTo>
                    <a:pt x="197" y="253"/>
                    <a:pt x="196" y="254"/>
                    <a:pt x="195" y="25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6" name="chenying0907 6"/>
            <p:cNvSpPr>
              <a:spLocks/>
            </p:cNvSpPr>
            <p:nvPr/>
          </p:nvSpPr>
          <p:spPr bwMode="auto">
            <a:xfrm>
              <a:off x="4837" y="1302"/>
              <a:ext cx="1388" cy="1128"/>
            </a:xfrm>
            <a:custGeom>
              <a:avLst/>
              <a:gdLst>
                <a:gd name="T0" fmla="*/ 183 w 183"/>
                <a:gd name="T1" fmla="*/ 5 h 176"/>
                <a:gd name="T2" fmla="*/ 169 w 183"/>
                <a:gd name="T3" fmla="*/ 31 h 176"/>
                <a:gd name="T4" fmla="*/ 166 w 183"/>
                <a:gd name="T5" fmla="*/ 33 h 176"/>
                <a:gd name="T6" fmla="*/ 156 w 183"/>
                <a:gd name="T7" fmla="*/ 51 h 176"/>
                <a:gd name="T8" fmla="*/ 154 w 183"/>
                <a:gd name="T9" fmla="*/ 51 h 176"/>
                <a:gd name="T10" fmla="*/ 153 w 183"/>
                <a:gd name="T11" fmla="*/ 56 h 176"/>
                <a:gd name="T12" fmla="*/ 149 w 183"/>
                <a:gd name="T13" fmla="*/ 57 h 176"/>
                <a:gd name="T14" fmla="*/ 148 w 183"/>
                <a:gd name="T15" fmla="*/ 44 h 176"/>
                <a:gd name="T16" fmla="*/ 132 w 183"/>
                <a:gd name="T17" fmla="*/ 60 h 176"/>
                <a:gd name="T18" fmla="*/ 122 w 183"/>
                <a:gd name="T19" fmla="*/ 70 h 176"/>
                <a:gd name="T20" fmla="*/ 78 w 183"/>
                <a:gd name="T21" fmla="*/ 110 h 176"/>
                <a:gd name="T22" fmla="*/ 65 w 183"/>
                <a:gd name="T23" fmla="*/ 123 h 176"/>
                <a:gd name="T24" fmla="*/ 63 w 183"/>
                <a:gd name="T25" fmla="*/ 124 h 176"/>
                <a:gd name="T26" fmla="*/ 52 w 183"/>
                <a:gd name="T27" fmla="*/ 134 h 176"/>
                <a:gd name="T28" fmla="*/ 41 w 183"/>
                <a:gd name="T29" fmla="*/ 145 h 176"/>
                <a:gd name="T30" fmla="*/ 30 w 183"/>
                <a:gd name="T31" fmla="*/ 152 h 176"/>
                <a:gd name="T32" fmla="*/ 20 w 183"/>
                <a:gd name="T33" fmla="*/ 161 h 176"/>
                <a:gd name="T34" fmla="*/ 2 w 183"/>
                <a:gd name="T35" fmla="*/ 176 h 176"/>
                <a:gd name="T36" fmla="*/ 0 w 183"/>
                <a:gd name="T37" fmla="*/ 174 h 176"/>
                <a:gd name="T38" fmla="*/ 24 w 183"/>
                <a:gd name="T39" fmla="*/ 155 h 176"/>
                <a:gd name="T40" fmla="*/ 52 w 183"/>
                <a:gd name="T41" fmla="*/ 130 h 176"/>
                <a:gd name="T42" fmla="*/ 84 w 183"/>
                <a:gd name="T43" fmla="*/ 103 h 176"/>
                <a:gd name="T44" fmla="*/ 89 w 183"/>
                <a:gd name="T45" fmla="*/ 99 h 176"/>
                <a:gd name="T46" fmla="*/ 97 w 183"/>
                <a:gd name="T47" fmla="*/ 91 h 176"/>
                <a:gd name="T48" fmla="*/ 107 w 183"/>
                <a:gd name="T49" fmla="*/ 83 h 176"/>
                <a:gd name="T50" fmla="*/ 134 w 183"/>
                <a:gd name="T51" fmla="*/ 55 h 176"/>
                <a:gd name="T52" fmla="*/ 147 w 183"/>
                <a:gd name="T53" fmla="*/ 41 h 176"/>
                <a:gd name="T54" fmla="*/ 137 w 183"/>
                <a:gd name="T55" fmla="*/ 40 h 176"/>
                <a:gd name="T56" fmla="*/ 142 w 183"/>
                <a:gd name="T57" fmla="*/ 36 h 176"/>
                <a:gd name="T58" fmla="*/ 148 w 183"/>
                <a:gd name="T59" fmla="*/ 32 h 176"/>
                <a:gd name="T60" fmla="*/ 150 w 183"/>
                <a:gd name="T61" fmla="*/ 30 h 176"/>
                <a:gd name="T62" fmla="*/ 172 w 183"/>
                <a:gd name="T63" fmla="*/ 11 h 176"/>
                <a:gd name="T64" fmla="*/ 183 w 183"/>
                <a:gd name="T65" fmla="*/ 5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83" h="176">
                  <a:moveTo>
                    <a:pt x="183" y="5"/>
                  </a:moveTo>
                  <a:cubicBezTo>
                    <a:pt x="178" y="13"/>
                    <a:pt x="173" y="21"/>
                    <a:pt x="169" y="31"/>
                  </a:cubicBezTo>
                  <a:cubicBezTo>
                    <a:pt x="168" y="31"/>
                    <a:pt x="167" y="32"/>
                    <a:pt x="166" y="33"/>
                  </a:cubicBezTo>
                  <a:cubicBezTo>
                    <a:pt x="164" y="40"/>
                    <a:pt x="158" y="44"/>
                    <a:pt x="156" y="51"/>
                  </a:cubicBezTo>
                  <a:cubicBezTo>
                    <a:pt x="155" y="51"/>
                    <a:pt x="155" y="51"/>
                    <a:pt x="154" y="51"/>
                  </a:cubicBezTo>
                  <a:cubicBezTo>
                    <a:pt x="154" y="53"/>
                    <a:pt x="153" y="54"/>
                    <a:pt x="153" y="56"/>
                  </a:cubicBezTo>
                  <a:cubicBezTo>
                    <a:pt x="151" y="56"/>
                    <a:pt x="151" y="57"/>
                    <a:pt x="149" y="57"/>
                  </a:cubicBezTo>
                  <a:cubicBezTo>
                    <a:pt x="149" y="52"/>
                    <a:pt x="149" y="49"/>
                    <a:pt x="148" y="44"/>
                  </a:cubicBezTo>
                  <a:cubicBezTo>
                    <a:pt x="143" y="49"/>
                    <a:pt x="138" y="55"/>
                    <a:pt x="132" y="60"/>
                  </a:cubicBezTo>
                  <a:cubicBezTo>
                    <a:pt x="129" y="64"/>
                    <a:pt x="125" y="67"/>
                    <a:pt x="122" y="70"/>
                  </a:cubicBezTo>
                  <a:cubicBezTo>
                    <a:pt x="108" y="84"/>
                    <a:pt x="93" y="98"/>
                    <a:pt x="78" y="110"/>
                  </a:cubicBezTo>
                  <a:cubicBezTo>
                    <a:pt x="74" y="115"/>
                    <a:pt x="69" y="119"/>
                    <a:pt x="65" y="123"/>
                  </a:cubicBezTo>
                  <a:cubicBezTo>
                    <a:pt x="64" y="124"/>
                    <a:pt x="64" y="124"/>
                    <a:pt x="63" y="124"/>
                  </a:cubicBezTo>
                  <a:cubicBezTo>
                    <a:pt x="60" y="128"/>
                    <a:pt x="56" y="131"/>
                    <a:pt x="52" y="134"/>
                  </a:cubicBezTo>
                  <a:cubicBezTo>
                    <a:pt x="48" y="137"/>
                    <a:pt x="44" y="141"/>
                    <a:pt x="41" y="145"/>
                  </a:cubicBezTo>
                  <a:cubicBezTo>
                    <a:pt x="38" y="148"/>
                    <a:pt x="33" y="149"/>
                    <a:pt x="30" y="152"/>
                  </a:cubicBezTo>
                  <a:cubicBezTo>
                    <a:pt x="26" y="155"/>
                    <a:pt x="24" y="158"/>
                    <a:pt x="20" y="161"/>
                  </a:cubicBezTo>
                  <a:cubicBezTo>
                    <a:pt x="14" y="166"/>
                    <a:pt x="8" y="171"/>
                    <a:pt x="2" y="176"/>
                  </a:cubicBezTo>
                  <a:cubicBezTo>
                    <a:pt x="1" y="175"/>
                    <a:pt x="1" y="174"/>
                    <a:pt x="0" y="174"/>
                  </a:cubicBezTo>
                  <a:cubicBezTo>
                    <a:pt x="8" y="168"/>
                    <a:pt x="16" y="162"/>
                    <a:pt x="24" y="155"/>
                  </a:cubicBezTo>
                  <a:cubicBezTo>
                    <a:pt x="33" y="146"/>
                    <a:pt x="44" y="140"/>
                    <a:pt x="52" y="130"/>
                  </a:cubicBezTo>
                  <a:cubicBezTo>
                    <a:pt x="63" y="122"/>
                    <a:pt x="73" y="112"/>
                    <a:pt x="84" y="103"/>
                  </a:cubicBezTo>
                  <a:cubicBezTo>
                    <a:pt x="85" y="101"/>
                    <a:pt x="87" y="100"/>
                    <a:pt x="89" y="99"/>
                  </a:cubicBezTo>
                  <a:cubicBezTo>
                    <a:pt x="92" y="96"/>
                    <a:pt x="94" y="93"/>
                    <a:pt x="97" y="91"/>
                  </a:cubicBezTo>
                  <a:cubicBezTo>
                    <a:pt x="100" y="88"/>
                    <a:pt x="104" y="86"/>
                    <a:pt x="107" y="83"/>
                  </a:cubicBezTo>
                  <a:cubicBezTo>
                    <a:pt x="116" y="74"/>
                    <a:pt x="125" y="64"/>
                    <a:pt x="134" y="55"/>
                  </a:cubicBezTo>
                  <a:cubicBezTo>
                    <a:pt x="139" y="51"/>
                    <a:pt x="143" y="46"/>
                    <a:pt x="147" y="41"/>
                  </a:cubicBezTo>
                  <a:cubicBezTo>
                    <a:pt x="143" y="39"/>
                    <a:pt x="140" y="43"/>
                    <a:pt x="137" y="40"/>
                  </a:cubicBezTo>
                  <a:cubicBezTo>
                    <a:pt x="136" y="37"/>
                    <a:pt x="140" y="37"/>
                    <a:pt x="142" y="36"/>
                  </a:cubicBezTo>
                  <a:cubicBezTo>
                    <a:pt x="144" y="35"/>
                    <a:pt x="145" y="33"/>
                    <a:pt x="148" y="32"/>
                  </a:cubicBezTo>
                  <a:cubicBezTo>
                    <a:pt x="148" y="31"/>
                    <a:pt x="150" y="31"/>
                    <a:pt x="150" y="30"/>
                  </a:cubicBezTo>
                  <a:cubicBezTo>
                    <a:pt x="158" y="26"/>
                    <a:pt x="166" y="18"/>
                    <a:pt x="172" y="11"/>
                  </a:cubicBezTo>
                  <a:cubicBezTo>
                    <a:pt x="175" y="8"/>
                    <a:pt x="180" y="0"/>
                    <a:pt x="183" y="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  <a:round/>
              <a:headEnd/>
              <a:tailEnd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7" name="chenying0907 7"/>
            <p:cNvSpPr>
              <a:spLocks/>
            </p:cNvSpPr>
            <p:nvPr/>
          </p:nvSpPr>
          <p:spPr bwMode="auto">
            <a:xfrm>
              <a:off x="4496" y="2417"/>
              <a:ext cx="349" cy="186"/>
            </a:xfrm>
            <a:custGeom>
              <a:avLst/>
              <a:gdLst>
                <a:gd name="T0" fmla="*/ 45 w 46"/>
                <a:gd name="T1" fmla="*/ 0 h 29"/>
                <a:gd name="T2" fmla="*/ 46 w 46"/>
                <a:gd name="T3" fmla="*/ 2 h 29"/>
                <a:gd name="T4" fmla="*/ 28 w 46"/>
                <a:gd name="T5" fmla="*/ 15 h 29"/>
                <a:gd name="T6" fmla="*/ 0 w 46"/>
                <a:gd name="T7" fmla="*/ 29 h 29"/>
                <a:gd name="T8" fmla="*/ 5 w 46"/>
                <a:gd name="T9" fmla="*/ 25 h 29"/>
                <a:gd name="T10" fmla="*/ 39 w 46"/>
                <a:gd name="T11" fmla="*/ 4 h 29"/>
                <a:gd name="T12" fmla="*/ 45 w 46"/>
                <a:gd name="T13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29">
                  <a:moveTo>
                    <a:pt x="45" y="0"/>
                  </a:moveTo>
                  <a:cubicBezTo>
                    <a:pt x="46" y="0"/>
                    <a:pt x="45" y="2"/>
                    <a:pt x="46" y="2"/>
                  </a:cubicBezTo>
                  <a:cubicBezTo>
                    <a:pt x="41" y="7"/>
                    <a:pt x="33" y="10"/>
                    <a:pt x="28" y="15"/>
                  </a:cubicBezTo>
                  <a:cubicBezTo>
                    <a:pt x="18" y="19"/>
                    <a:pt x="11" y="26"/>
                    <a:pt x="0" y="29"/>
                  </a:cubicBezTo>
                  <a:cubicBezTo>
                    <a:pt x="0" y="26"/>
                    <a:pt x="3" y="25"/>
                    <a:pt x="5" y="25"/>
                  </a:cubicBezTo>
                  <a:cubicBezTo>
                    <a:pt x="17" y="18"/>
                    <a:pt x="29" y="12"/>
                    <a:pt x="39" y="4"/>
                  </a:cubicBezTo>
                  <a:cubicBezTo>
                    <a:pt x="42" y="3"/>
                    <a:pt x="43" y="2"/>
                    <a:pt x="45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  <a:round/>
              <a:headEnd/>
              <a:tailEnd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19" name="PA_椭圆 31"/>
          <p:cNvSpPr/>
          <p:nvPr>
            <p:custDataLst>
              <p:tags r:id="rId2"/>
            </p:custDataLst>
          </p:nvPr>
        </p:nvSpPr>
        <p:spPr>
          <a:xfrm>
            <a:off x="6062045" y="1848482"/>
            <a:ext cx="748444" cy="100658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>
                <a:lumMod val="75000"/>
                <a:lumOff val="25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21" name="PA_椭圆 31"/>
          <p:cNvSpPr/>
          <p:nvPr>
            <p:custDataLst>
              <p:tags r:id="rId3"/>
            </p:custDataLst>
          </p:nvPr>
        </p:nvSpPr>
        <p:spPr>
          <a:xfrm>
            <a:off x="6089035" y="3090450"/>
            <a:ext cx="748444" cy="100658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>
                <a:lumMod val="75000"/>
                <a:lumOff val="25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22" name="PA_文本框 21"/>
          <p:cNvSpPr txBox="1"/>
          <p:nvPr>
            <p:custDataLst>
              <p:tags r:id="rId4"/>
            </p:custDataLst>
          </p:nvPr>
        </p:nvSpPr>
        <p:spPr>
          <a:xfrm>
            <a:off x="6063147" y="213466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落落补 汤圆" pitchFamily="2" charset="-128"/>
                <a:sym typeface="Arial"/>
              </a:rPr>
              <a:t>前端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cs typeface="落落补 汤圆" pitchFamily="2" charset="-128"/>
              <a:sym typeface="Arial"/>
            </a:endParaRPr>
          </a:p>
        </p:txBody>
      </p:sp>
      <p:sp>
        <p:nvSpPr>
          <p:cNvPr id="23" name="PA_文本框 22"/>
          <p:cNvSpPr txBox="1"/>
          <p:nvPr>
            <p:custDataLst>
              <p:tags r:id="rId5"/>
            </p:custDataLst>
          </p:nvPr>
        </p:nvSpPr>
        <p:spPr>
          <a:xfrm>
            <a:off x="6075732" y="337857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落落补 汤圆" pitchFamily="2" charset="-128"/>
                <a:sym typeface="Arial"/>
              </a:rPr>
              <a:t>后台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cs typeface="落落补 汤圆" pitchFamily="2" charset="-128"/>
              <a:sym typeface="Arial"/>
            </a:endParaRPr>
          </a:p>
        </p:txBody>
      </p:sp>
      <p:sp>
        <p:nvSpPr>
          <p:cNvPr id="2" name="PA_矩形 1"/>
          <p:cNvSpPr/>
          <p:nvPr>
            <p:custDataLst>
              <p:tags r:id="rId6"/>
            </p:custDataLst>
          </p:nvPr>
        </p:nvSpPr>
        <p:spPr>
          <a:xfrm>
            <a:off x="7203490" y="2069215"/>
            <a:ext cx="32720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J</a:t>
            </a:r>
            <a:r>
              <a:rPr lang="en-US" altLang="zh-CN" sz="2400" smtClean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SP+CSS+JavaScript</a:t>
            </a:r>
            <a:endParaRPr lang="zh-CN" altLang="en-US" sz="2400" dirty="0">
              <a:latin typeface="Arial"/>
              <a:ea typeface="微软雅黑"/>
              <a:sym typeface="Arial"/>
            </a:endParaRPr>
          </a:p>
        </p:txBody>
      </p:sp>
      <p:sp>
        <p:nvSpPr>
          <p:cNvPr id="27" name="PA_矩形 26"/>
          <p:cNvSpPr/>
          <p:nvPr>
            <p:custDataLst>
              <p:tags r:id="rId7"/>
            </p:custDataLst>
          </p:nvPr>
        </p:nvSpPr>
        <p:spPr>
          <a:xfrm>
            <a:off x="7203490" y="3309328"/>
            <a:ext cx="49885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Servlet+Dao+Daoimpl+Bean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/</a:t>
            </a:r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rPr>
              <a:t>Entity+JDBC</a:t>
            </a:r>
            <a:endParaRPr lang="zh-CN" altLang="en-US" sz="2400" dirty="0">
              <a:latin typeface="Arial"/>
              <a:ea typeface="微软雅黑"/>
              <a:sym typeface="Arial"/>
            </a:endParaRPr>
          </a:p>
        </p:txBody>
      </p:sp>
      <p:sp>
        <p:nvSpPr>
          <p:cNvPr id="28" name="PA_椭圆 31"/>
          <p:cNvSpPr/>
          <p:nvPr>
            <p:custDataLst>
              <p:tags r:id="rId8"/>
            </p:custDataLst>
          </p:nvPr>
        </p:nvSpPr>
        <p:spPr>
          <a:xfrm>
            <a:off x="6089035" y="4488190"/>
            <a:ext cx="748444" cy="100658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>
                <a:lumMod val="75000"/>
                <a:lumOff val="25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29" name="PA_文本框 22"/>
          <p:cNvSpPr txBox="1"/>
          <p:nvPr>
            <p:custDataLst>
              <p:tags r:id="rId9"/>
            </p:custDataLst>
          </p:nvPr>
        </p:nvSpPr>
        <p:spPr>
          <a:xfrm>
            <a:off x="6037261" y="47763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落落补 汤圆" pitchFamily="2" charset="-128"/>
                <a:sym typeface="Arial"/>
              </a:rPr>
              <a:t>数据库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cs typeface="落落补 汤圆" pitchFamily="2" charset="-128"/>
              <a:sym typeface="Arial"/>
            </a:endParaRPr>
          </a:p>
        </p:txBody>
      </p:sp>
      <p:sp>
        <p:nvSpPr>
          <p:cNvPr id="30" name="PA_矩形 29"/>
          <p:cNvSpPr/>
          <p:nvPr>
            <p:custDataLst>
              <p:tags r:id="rId10"/>
            </p:custDataLst>
          </p:nvPr>
        </p:nvSpPr>
        <p:spPr>
          <a:xfrm>
            <a:off x="7203490" y="4707068"/>
            <a:ext cx="30326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MySQL</a:t>
            </a:r>
            <a:endParaRPr lang="zh-CN" altLang="en-US" sz="2400" dirty="0">
              <a:latin typeface="Arial"/>
              <a:ea typeface="微软雅黑"/>
              <a:sym typeface="Arial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05435" y="25967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核心技术特点</a:t>
            </a:r>
            <a:endParaRPr lang="zh-CN" altLang="en-US" sz="2800" kern="1200" dirty="0">
              <a:solidFill>
                <a:schemeClr val="tx1"/>
              </a:solidFill>
              <a:latin typeface="Arial"/>
              <a:ea typeface="微软雅黑"/>
              <a:cs typeface="方正苏新诗柳楷简体-yolan" panose="02000000000000000000" pitchFamily="2" charset="-122"/>
              <a:sym typeface="Arial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750677" y="326241"/>
            <a:ext cx="636853" cy="393183"/>
            <a:chOff x="3610120" y="261689"/>
            <a:chExt cx="636853" cy="393183"/>
          </a:xfrm>
        </p:grpSpPr>
        <p:pic>
          <p:nvPicPr>
            <p:cNvPr id="33" name="图片 32"/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9115">
              <a:off x="3830226" y="261689"/>
              <a:ext cx="416747" cy="246260"/>
            </a:xfrm>
            <a:prstGeom prst="rect">
              <a:avLst/>
            </a:prstGeom>
          </p:spPr>
        </p:pic>
        <p:sp>
          <p:nvSpPr>
            <p:cNvPr id="34" name="Freeform 249"/>
            <p:cNvSpPr>
              <a:spLocks noEditPoints="1"/>
            </p:cNvSpPr>
            <p:nvPr userDrawn="1"/>
          </p:nvSpPr>
          <p:spPr bwMode="auto">
            <a:xfrm rot="2431720" flipH="1">
              <a:off x="3610120" y="366070"/>
              <a:ext cx="211706" cy="288802"/>
            </a:xfrm>
            <a:custGeom>
              <a:avLst/>
              <a:gdLst>
                <a:gd name="T0" fmla="*/ 82 w 239"/>
                <a:gd name="T1" fmla="*/ 301 h 301"/>
                <a:gd name="T2" fmla="*/ 64 w 239"/>
                <a:gd name="T3" fmla="*/ 298 h 301"/>
                <a:gd name="T4" fmla="*/ 8 w 239"/>
                <a:gd name="T5" fmla="*/ 212 h 301"/>
                <a:gd name="T6" fmla="*/ 100 w 239"/>
                <a:gd name="T7" fmla="*/ 162 h 301"/>
                <a:gd name="T8" fmla="*/ 153 w 239"/>
                <a:gd name="T9" fmla="*/ 182 h 301"/>
                <a:gd name="T10" fmla="*/ 44 w 239"/>
                <a:gd name="T11" fmla="*/ 17 h 301"/>
                <a:gd name="T12" fmla="*/ 53 w 239"/>
                <a:gd name="T13" fmla="*/ 47 h 301"/>
                <a:gd name="T14" fmla="*/ 51 w 239"/>
                <a:gd name="T15" fmla="*/ 52 h 301"/>
                <a:gd name="T16" fmla="*/ 46 w 239"/>
                <a:gd name="T17" fmla="*/ 50 h 301"/>
                <a:gd name="T18" fmla="*/ 34 w 239"/>
                <a:gd name="T19" fmla="*/ 11 h 301"/>
                <a:gd name="T20" fmla="*/ 33 w 239"/>
                <a:gd name="T21" fmla="*/ 8 h 301"/>
                <a:gd name="T22" fmla="*/ 34 w 239"/>
                <a:gd name="T23" fmla="*/ 3 h 301"/>
                <a:gd name="T24" fmla="*/ 36 w 239"/>
                <a:gd name="T25" fmla="*/ 3 h 301"/>
                <a:gd name="T26" fmla="*/ 44 w 239"/>
                <a:gd name="T27" fmla="*/ 0 h 301"/>
                <a:gd name="T28" fmla="*/ 81 w 239"/>
                <a:gd name="T29" fmla="*/ 6 h 301"/>
                <a:gd name="T30" fmla="*/ 80 w 239"/>
                <a:gd name="T31" fmla="*/ 14 h 301"/>
                <a:gd name="T32" fmla="*/ 47 w 239"/>
                <a:gd name="T33" fmla="*/ 9 h 301"/>
                <a:gd name="T34" fmla="*/ 161 w 239"/>
                <a:gd name="T35" fmla="*/ 187 h 301"/>
                <a:gd name="T36" fmla="*/ 239 w 239"/>
                <a:gd name="T37" fmla="*/ 288 h 301"/>
                <a:gd name="T38" fmla="*/ 236 w 239"/>
                <a:gd name="T39" fmla="*/ 293 h 301"/>
                <a:gd name="T40" fmla="*/ 231 w 239"/>
                <a:gd name="T41" fmla="*/ 291 h 301"/>
                <a:gd name="T42" fmla="*/ 161 w 239"/>
                <a:gd name="T43" fmla="*/ 197 h 301"/>
                <a:gd name="T44" fmla="*/ 149 w 239"/>
                <a:gd name="T45" fmla="*/ 252 h 301"/>
                <a:gd name="T46" fmla="*/ 82 w 239"/>
                <a:gd name="T47" fmla="*/ 301 h 301"/>
                <a:gd name="T48" fmla="*/ 79 w 239"/>
                <a:gd name="T49" fmla="*/ 168 h 301"/>
                <a:gd name="T50" fmla="*/ 16 w 239"/>
                <a:gd name="T51" fmla="*/ 214 h 301"/>
                <a:gd name="T52" fmla="*/ 66 w 239"/>
                <a:gd name="T53" fmla="*/ 291 h 301"/>
                <a:gd name="T54" fmla="*/ 141 w 239"/>
                <a:gd name="T55" fmla="*/ 249 h 301"/>
                <a:gd name="T56" fmla="*/ 153 w 239"/>
                <a:gd name="T57" fmla="*/ 191 h 301"/>
                <a:gd name="T58" fmla="*/ 99 w 239"/>
                <a:gd name="T59" fmla="*/ 170 h 301"/>
                <a:gd name="T60" fmla="*/ 79 w 239"/>
                <a:gd name="T61" fmla="*/ 16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9" h="301">
                  <a:moveTo>
                    <a:pt x="82" y="301"/>
                  </a:moveTo>
                  <a:cubicBezTo>
                    <a:pt x="76" y="301"/>
                    <a:pt x="70" y="300"/>
                    <a:pt x="64" y="298"/>
                  </a:cubicBezTo>
                  <a:cubicBezTo>
                    <a:pt x="17" y="285"/>
                    <a:pt x="0" y="245"/>
                    <a:pt x="8" y="212"/>
                  </a:cubicBezTo>
                  <a:cubicBezTo>
                    <a:pt x="15" y="180"/>
                    <a:pt x="47" y="152"/>
                    <a:pt x="100" y="162"/>
                  </a:cubicBezTo>
                  <a:cubicBezTo>
                    <a:pt x="120" y="165"/>
                    <a:pt x="137" y="173"/>
                    <a:pt x="153" y="182"/>
                  </a:cubicBezTo>
                  <a:cubicBezTo>
                    <a:pt x="148" y="130"/>
                    <a:pt x="116" y="69"/>
                    <a:pt x="44" y="1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4" y="49"/>
                    <a:pt x="53" y="51"/>
                    <a:pt x="51" y="52"/>
                  </a:cubicBezTo>
                  <a:cubicBezTo>
                    <a:pt x="49" y="53"/>
                    <a:pt x="46" y="52"/>
                    <a:pt x="46" y="50"/>
                  </a:cubicBezTo>
                  <a:cubicBezTo>
                    <a:pt x="41" y="41"/>
                    <a:pt x="33" y="22"/>
                    <a:pt x="34" y="1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6"/>
                    <a:pt x="33" y="4"/>
                    <a:pt x="34" y="3"/>
                  </a:cubicBezTo>
                  <a:cubicBezTo>
                    <a:pt x="35" y="3"/>
                    <a:pt x="35" y="3"/>
                    <a:pt x="36" y="3"/>
                  </a:cubicBezTo>
                  <a:cubicBezTo>
                    <a:pt x="37" y="1"/>
                    <a:pt x="40" y="0"/>
                    <a:pt x="44" y="0"/>
                  </a:cubicBezTo>
                  <a:cubicBezTo>
                    <a:pt x="59" y="3"/>
                    <a:pt x="81" y="6"/>
                    <a:pt x="81" y="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62" y="11"/>
                    <a:pt x="47" y="9"/>
                  </a:cubicBezTo>
                  <a:cubicBezTo>
                    <a:pt x="125" y="66"/>
                    <a:pt x="158" y="131"/>
                    <a:pt x="161" y="187"/>
                  </a:cubicBezTo>
                  <a:cubicBezTo>
                    <a:pt x="217" y="225"/>
                    <a:pt x="238" y="287"/>
                    <a:pt x="239" y="288"/>
                  </a:cubicBezTo>
                  <a:cubicBezTo>
                    <a:pt x="239" y="290"/>
                    <a:pt x="238" y="293"/>
                    <a:pt x="236" y="293"/>
                  </a:cubicBezTo>
                  <a:cubicBezTo>
                    <a:pt x="234" y="294"/>
                    <a:pt x="232" y="293"/>
                    <a:pt x="231" y="291"/>
                  </a:cubicBezTo>
                  <a:cubicBezTo>
                    <a:pt x="231" y="290"/>
                    <a:pt x="211" y="233"/>
                    <a:pt x="161" y="197"/>
                  </a:cubicBezTo>
                  <a:cubicBezTo>
                    <a:pt x="161" y="217"/>
                    <a:pt x="156" y="236"/>
                    <a:pt x="149" y="252"/>
                  </a:cubicBezTo>
                  <a:cubicBezTo>
                    <a:pt x="134" y="283"/>
                    <a:pt x="109" y="301"/>
                    <a:pt x="82" y="301"/>
                  </a:cubicBezTo>
                  <a:close/>
                  <a:moveTo>
                    <a:pt x="79" y="168"/>
                  </a:moveTo>
                  <a:cubicBezTo>
                    <a:pt x="43" y="168"/>
                    <a:pt x="21" y="189"/>
                    <a:pt x="16" y="214"/>
                  </a:cubicBezTo>
                  <a:cubicBezTo>
                    <a:pt x="9" y="243"/>
                    <a:pt x="24" y="279"/>
                    <a:pt x="66" y="291"/>
                  </a:cubicBezTo>
                  <a:cubicBezTo>
                    <a:pt x="96" y="299"/>
                    <a:pt x="125" y="283"/>
                    <a:pt x="141" y="249"/>
                  </a:cubicBezTo>
                  <a:cubicBezTo>
                    <a:pt x="149" y="232"/>
                    <a:pt x="154" y="212"/>
                    <a:pt x="153" y="191"/>
                  </a:cubicBezTo>
                  <a:cubicBezTo>
                    <a:pt x="138" y="181"/>
                    <a:pt x="120" y="174"/>
                    <a:pt x="99" y="170"/>
                  </a:cubicBezTo>
                  <a:cubicBezTo>
                    <a:pt x="92" y="168"/>
                    <a:pt x="85" y="168"/>
                    <a:pt x="79" y="1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Arial"/>
                <a:ea typeface="微软雅黑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21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 animBg="1" autoUpdateAnimBg="0"/>
      <p:bldP spid="23" grpId="0"/>
      <p:bldP spid="2" grpId="0"/>
      <p:bldP spid="27" grpId="0"/>
      <p:bldP spid="28" grpId="0" animBg="1" autoUpdateAnimBg="0"/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_任意多边形 5"/>
          <p:cNvSpPr>
            <a:spLocks noEditPoints="1" noChangeArrowheads="1"/>
          </p:cNvSpPr>
          <p:nvPr>
            <p:custDataLst>
              <p:tags r:id="rId1"/>
            </p:custDataLst>
          </p:nvPr>
        </p:nvSpPr>
        <p:spPr bwMode="auto">
          <a:xfrm>
            <a:off x="3734536" y="1677440"/>
            <a:ext cx="4337233" cy="2102713"/>
          </a:xfrm>
          <a:custGeom>
            <a:avLst/>
            <a:gdLst>
              <a:gd name="T0" fmla="*/ 342 w 2787"/>
              <a:gd name="T1" fmla="*/ 280 h 1349"/>
              <a:gd name="T2" fmla="*/ 170 w 2787"/>
              <a:gd name="T3" fmla="*/ 344 h 1349"/>
              <a:gd name="T4" fmla="*/ 143 w 2787"/>
              <a:gd name="T5" fmla="*/ 698 h 1349"/>
              <a:gd name="T6" fmla="*/ 214 w 2787"/>
              <a:gd name="T7" fmla="*/ 912 h 1349"/>
              <a:gd name="T8" fmla="*/ 230 w 2787"/>
              <a:gd name="T9" fmla="*/ 1199 h 1349"/>
              <a:gd name="T10" fmla="*/ 506 w 2787"/>
              <a:gd name="T11" fmla="*/ 1115 h 1349"/>
              <a:gd name="T12" fmla="*/ 727 w 2787"/>
              <a:gd name="T13" fmla="*/ 1124 h 1349"/>
              <a:gd name="T14" fmla="*/ 944 w 2787"/>
              <a:gd name="T15" fmla="*/ 1141 h 1349"/>
              <a:gd name="T16" fmla="*/ 1129 w 2787"/>
              <a:gd name="T17" fmla="*/ 1226 h 1349"/>
              <a:gd name="T18" fmla="*/ 1335 w 2787"/>
              <a:gd name="T19" fmla="*/ 1185 h 1349"/>
              <a:gd name="T20" fmla="*/ 1521 w 2787"/>
              <a:gd name="T21" fmla="*/ 1247 h 1349"/>
              <a:gd name="T22" fmla="*/ 1690 w 2787"/>
              <a:gd name="T23" fmla="*/ 1203 h 1349"/>
              <a:gd name="T24" fmla="*/ 1912 w 2787"/>
              <a:gd name="T25" fmla="*/ 1176 h 1349"/>
              <a:gd name="T26" fmla="*/ 2077 w 2787"/>
              <a:gd name="T27" fmla="*/ 1212 h 1349"/>
              <a:gd name="T28" fmla="*/ 2177 w 2787"/>
              <a:gd name="T29" fmla="*/ 1253 h 1349"/>
              <a:gd name="T30" fmla="*/ 2397 w 2787"/>
              <a:gd name="T31" fmla="*/ 1269 h 1349"/>
              <a:gd name="T32" fmla="*/ 2570 w 2787"/>
              <a:gd name="T33" fmla="*/ 1313 h 1349"/>
              <a:gd name="T34" fmla="*/ 2721 w 2787"/>
              <a:gd name="T35" fmla="*/ 1127 h 1349"/>
              <a:gd name="T36" fmla="*/ 2731 w 2787"/>
              <a:gd name="T37" fmla="*/ 940 h 1349"/>
              <a:gd name="T38" fmla="*/ 2713 w 2787"/>
              <a:gd name="T39" fmla="*/ 775 h 1349"/>
              <a:gd name="T40" fmla="*/ 2754 w 2787"/>
              <a:gd name="T41" fmla="*/ 619 h 1349"/>
              <a:gd name="T42" fmla="*/ 2679 w 2787"/>
              <a:gd name="T43" fmla="*/ 606 h 1349"/>
              <a:gd name="T44" fmla="*/ 2628 w 2787"/>
              <a:gd name="T45" fmla="*/ 456 h 1349"/>
              <a:gd name="T46" fmla="*/ 2656 w 2787"/>
              <a:gd name="T47" fmla="*/ 409 h 1349"/>
              <a:gd name="T48" fmla="*/ 2663 w 2787"/>
              <a:gd name="T49" fmla="*/ 320 h 1349"/>
              <a:gd name="T50" fmla="*/ 2553 w 2787"/>
              <a:gd name="T51" fmla="*/ 287 h 1349"/>
              <a:gd name="T52" fmla="*/ 2432 w 2787"/>
              <a:gd name="T53" fmla="*/ 203 h 1349"/>
              <a:gd name="T54" fmla="*/ 2270 w 2787"/>
              <a:gd name="T55" fmla="*/ 177 h 1349"/>
              <a:gd name="T56" fmla="*/ 2019 w 2787"/>
              <a:gd name="T57" fmla="*/ 176 h 1349"/>
              <a:gd name="T58" fmla="*/ 1872 w 2787"/>
              <a:gd name="T59" fmla="*/ 84 h 1349"/>
              <a:gd name="T60" fmla="*/ 1773 w 2787"/>
              <a:gd name="T61" fmla="*/ 58 h 1349"/>
              <a:gd name="T62" fmla="*/ 1403 w 2787"/>
              <a:gd name="T63" fmla="*/ 190 h 1349"/>
              <a:gd name="T64" fmla="*/ 1482 w 2787"/>
              <a:gd name="T65" fmla="*/ 56 h 1349"/>
              <a:gd name="T66" fmla="*/ 922 w 2787"/>
              <a:gd name="T67" fmla="*/ 148 h 1349"/>
              <a:gd name="T68" fmla="*/ 311 w 2787"/>
              <a:gd name="T69" fmla="*/ 791 h 1349"/>
              <a:gd name="T70" fmla="*/ 784 w 2787"/>
              <a:gd name="T71" fmla="*/ 160 h 1349"/>
              <a:gd name="T72" fmla="*/ 404 w 2787"/>
              <a:gd name="T73" fmla="*/ 437 h 1349"/>
              <a:gd name="T74" fmla="*/ 758 w 2787"/>
              <a:gd name="T75" fmla="*/ 62 h 1349"/>
              <a:gd name="T76" fmla="*/ 1093 w 2787"/>
              <a:gd name="T77" fmla="*/ 148 h 1349"/>
              <a:gd name="T78" fmla="*/ 1230 w 2787"/>
              <a:gd name="T79" fmla="*/ 120 h 1349"/>
              <a:gd name="T80" fmla="*/ 494 w 2787"/>
              <a:gd name="T81" fmla="*/ 771 h 1349"/>
              <a:gd name="T82" fmla="*/ 665 w 2787"/>
              <a:gd name="T83" fmla="*/ 689 h 1349"/>
              <a:gd name="T84" fmla="*/ 633 w 2787"/>
              <a:gd name="T85" fmla="*/ 1098 h 1349"/>
              <a:gd name="T86" fmla="*/ 1051 w 2787"/>
              <a:gd name="T87" fmla="*/ 834 h 1349"/>
              <a:gd name="T88" fmla="*/ 1129 w 2787"/>
              <a:gd name="T89" fmla="*/ 605 h 1349"/>
              <a:gd name="T90" fmla="*/ 1207 w 2787"/>
              <a:gd name="T91" fmla="*/ 805 h 1349"/>
              <a:gd name="T92" fmla="*/ 1880 w 2787"/>
              <a:gd name="T93" fmla="*/ 220 h 1349"/>
              <a:gd name="T94" fmla="*/ 1469 w 2787"/>
              <a:gd name="T95" fmla="*/ 729 h 1349"/>
              <a:gd name="T96" fmla="*/ 1829 w 2787"/>
              <a:gd name="T97" fmla="*/ 257 h 1349"/>
              <a:gd name="T98" fmla="*/ 1600 w 2787"/>
              <a:gd name="T99" fmla="*/ 706 h 1349"/>
              <a:gd name="T100" fmla="*/ 2342 w 2787"/>
              <a:gd name="T101" fmla="*/ 327 h 1349"/>
              <a:gd name="T102" fmla="*/ 2264 w 2787"/>
              <a:gd name="T103" fmla="*/ 375 h 1349"/>
              <a:gd name="T104" fmla="*/ 1893 w 2787"/>
              <a:gd name="T105" fmla="*/ 989 h 1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787" h="1349">
                <a:moveTo>
                  <a:pt x="573" y="70"/>
                </a:moveTo>
                <a:cubicBezTo>
                  <a:pt x="569" y="74"/>
                  <a:pt x="565" y="78"/>
                  <a:pt x="561" y="82"/>
                </a:cubicBezTo>
                <a:cubicBezTo>
                  <a:pt x="556" y="85"/>
                  <a:pt x="552" y="88"/>
                  <a:pt x="548" y="92"/>
                </a:cubicBezTo>
                <a:cubicBezTo>
                  <a:pt x="537" y="102"/>
                  <a:pt x="527" y="112"/>
                  <a:pt x="517" y="123"/>
                </a:cubicBezTo>
                <a:cubicBezTo>
                  <a:pt x="494" y="144"/>
                  <a:pt x="472" y="163"/>
                  <a:pt x="450" y="183"/>
                </a:cubicBezTo>
                <a:cubicBezTo>
                  <a:pt x="415" y="213"/>
                  <a:pt x="379" y="245"/>
                  <a:pt x="342" y="280"/>
                </a:cubicBezTo>
                <a:cubicBezTo>
                  <a:pt x="387" y="230"/>
                  <a:pt x="436" y="183"/>
                  <a:pt x="486" y="135"/>
                </a:cubicBezTo>
                <a:cubicBezTo>
                  <a:pt x="495" y="127"/>
                  <a:pt x="500" y="115"/>
                  <a:pt x="500" y="103"/>
                </a:cubicBezTo>
                <a:cubicBezTo>
                  <a:pt x="500" y="92"/>
                  <a:pt x="496" y="81"/>
                  <a:pt x="488" y="72"/>
                </a:cubicBezTo>
                <a:cubicBezTo>
                  <a:pt x="471" y="54"/>
                  <a:pt x="442" y="53"/>
                  <a:pt x="424" y="70"/>
                </a:cubicBezTo>
                <a:cubicBezTo>
                  <a:pt x="345" y="144"/>
                  <a:pt x="270" y="218"/>
                  <a:pt x="206" y="304"/>
                </a:cubicBezTo>
                <a:cubicBezTo>
                  <a:pt x="200" y="312"/>
                  <a:pt x="185" y="328"/>
                  <a:pt x="170" y="344"/>
                </a:cubicBezTo>
                <a:cubicBezTo>
                  <a:pt x="98" y="420"/>
                  <a:pt x="0" y="524"/>
                  <a:pt x="52" y="605"/>
                </a:cubicBezTo>
                <a:cubicBezTo>
                  <a:pt x="60" y="617"/>
                  <a:pt x="74" y="625"/>
                  <a:pt x="89" y="626"/>
                </a:cubicBezTo>
                <a:cubicBezTo>
                  <a:pt x="136" y="627"/>
                  <a:pt x="166" y="586"/>
                  <a:pt x="186" y="558"/>
                </a:cubicBezTo>
                <a:cubicBezTo>
                  <a:pt x="190" y="552"/>
                  <a:pt x="194" y="547"/>
                  <a:pt x="197" y="544"/>
                </a:cubicBezTo>
                <a:cubicBezTo>
                  <a:pt x="216" y="522"/>
                  <a:pt x="237" y="501"/>
                  <a:pt x="259" y="479"/>
                </a:cubicBezTo>
                <a:cubicBezTo>
                  <a:pt x="211" y="547"/>
                  <a:pt x="167" y="621"/>
                  <a:pt x="143" y="698"/>
                </a:cubicBezTo>
                <a:cubicBezTo>
                  <a:pt x="142" y="703"/>
                  <a:pt x="138" y="712"/>
                  <a:pt x="134" y="720"/>
                </a:cubicBezTo>
                <a:cubicBezTo>
                  <a:pt x="122" y="746"/>
                  <a:pt x="105" y="785"/>
                  <a:pt x="105" y="822"/>
                </a:cubicBezTo>
                <a:cubicBezTo>
                  <a:pt x="105" y="847"/>
                  <a:pt x="113" y="872"/>
                  <a:pt x="136" y="890"/>
                </a:cubicBezTo>
                <a:cubicBezTo>
                  <a:pt x="151" y="901"/>
                  <a:pt x="168" y="905"/>
                  <a:pt x="187" y="901"/>
                </a:cubicBezTo>
                <a:cubicBezTo>
                  <a:pt x="191" y="900"/>
                  <a:pt x="196" y="899"/>
                  <a:pt x="200" y="897"/>
                </a:cubicBezTo>
                <a:cubicBezTo>
                  <a:pt x="204" y="903"/>
                  <a:pt x="208" y="908"/>
                  <a:pt x="214" y="912"/>
                </a:cubicBezTo>
                <a:cubicBezTo>
                  <a:pt x="229" y="924"/>
                  <a:pt x="247" y="929"/>
                  <a:pt x="267" y="926"/>
                </a:cubicBezTo>
                <a:cubicBezTo>
                  <a:pt x="273" y="925"/>
                  <a:pt x="280" y="924"/>
                  <a:pt x="287" y="921"/>
                </a:cubicBezTo>
                <a:cubicBezTo>
                  <a:pt x="274" y="955"/>
                  <a:pt x="262" y="989"/>
                  <a:pt x="251" y="1024"/>
                </a:cubicBezTo>
                <a:cubicBezTo>
                  <a:pt x="251" y="1024"/>
                  <a:pt x="244" y="1044"/>
                  <a:pt x="244" y="1044"/>
                </a:cubicBezTo>
                <a:cubicBezTo>
                  <a:pt x="233" y="1075"/>
                  <a:pt x="219" y="1115"/>
                  <a:pt x="219" y="1151"/>
                </a:cubicBezTo>
                <a:cubicBezTo>
                  <a:pt x="219" y="1168"/>
                  <a:pt x="222" y="1184"/>
                  <a:pt x="230" y="1199"/>
                </a:cubicBezTo>
                <a:cubicBezTo>
                  <a:pt x="236" y="1209"/>
                  <a:pt x="246" y="1216"/>
                  <a:pt x="258" y="1219"/>
                </a:cubicBezTo>
                <a:cubicBezTo>
                  <a:pt x="270" y="1222"/>
                  <a:pt x="282" y="1220"/>
                  <a:pt x="293" y="1214"/>
                </a:cubicBezTo>
                <a:cubicBezTo>
                  <a:pt x="310" y="1203"/>
                  <a:pt x="326" y="1188"/>
                  <a:pt x="340" y="1172"/>
                </a:cubicBezTo>
                <a:cubicBezTo>
                  <a:pt x="340" y="1180"/>
                  <a:pt x="342" y="1188"/>
                  <a:pt x="345" y="1196"/>
                </a:cubicBezTo>
                <a:cubicBezTo>
                  <a:pt x="353" y="1216"/>
                  <a:pt x="374" y="1228"/>
                  <a:pt x="396" y="1223"/>
                </a:cubicBezTo>
                <a:cubicBezTo>
                  <a:pt x="447" y="1213"/>
                  <a:pt x="481" y="1156"/>
                  <a:pt x="506" y="1115"/>
                </a:cubicBezTo>
                <a:cubicBezTo>
                  <a:pt x="506" y="1115"/>
                  <a:pt x="508" y="1112"/>
                  <a:pt x="508" y="1111"/>
                </a:cubicBezTo>
                <a:cubicBezTo>
                  <a:pt x="514" y="1118"/>
                  <a:pt x="521" y="1124"/>
                  <a:pt x="529" y="1127"/>
                </a:cubicBezTo>
                <a:cubicBezTo>
                  <a:pt x="526" y="1142"/>
                  <a:pt x="524" y="1156"/>
                  <a:pt x="524" y="1169"/>
                </a:cubicBezTo>
                <a:cubicBezTo>
                  <a:pt x="524" y="1195"/>
                  <a:pt x="531" y="1216"/>
                  <a:pt x="549" y="1231"/>
                </a:cubicBezTo>
                <a:cubicBezTo>
                  <a:pt x="560" y="1241"/>
                  <a:pt x="575" y="1244"/>
                  <a:pt x="590" y="1241"/>
                </a:cubicBezTo>
                <a:cubicBezTo>
                  <a:pt x="649" y="1225"/>
                  <a:pt x="694" y="1167"/>
                  <a:pt x="727" y="1124"/>
                </a:cubicBezTo>
                <a:cubicBezTo>
                  <a:pt x="740" y="1107"/>
                  <a:pt x="740" y="1107"/>
                  <a:pt x="740" y="1107"/>
                </a:cubicBezTo>
                <a:cubicBezTo>
                  <a:pt x="763" y="1079"/>
                  <a:pt x="784" y="1050"/>
                  <a:pt x="806" y="1021"/>
                </a:cubicBezTo>
                <a:cubicBezTo>
                  <a:pt x="790" y="1064"/>
                  <a:pt x="778" y="1106"/>
                  <a:pt x="778" y="1142"/>
                </a:cubicBezTo>
                <a:cubicBezTo>
                  <a:pt x="778" y="1166"/>
                  <a:pt x="783" y="1187"/>
                  <a:pt x="796" y="1204"/>
                </a:cubicBezTo>
                <a:cubicBezTo>
                  <a:pt x="807" y="1217"/>
                  <a:pt x="824" y="1223"/>
                  <a:pt x="840" y="1220"/>
                </a:cubicBezTo>
                <a:cubicBezTo>
                  <a:pt x="883" y="1212"/>
                  <a:pt x="917" y="1176"/>
                  <a:pt x="944" y="1141"/>
                </a:cubicBezTo>
                <a:cubicBezTo>
                  <a:pt x="944" y="1156"/>
                  <a:pt x="947" y="1169"/>
                  <a:pt x="952" y="1181"/>
                </a:cubicBezTo>
                <a:cubicBezTo>
                  <a:pt x="959" y="1199"/>
                  <a:pt x="977" y="1210"/>
                  <a:pt x="997" y="1208"/>
                </a:cubicBezTo>
                <a:cubicBezTo>
                  <a:pt x="1015" y="1207"/>
                  <a:pt x="1032" y="1200"/>
                  <a:pt x="1046" y="1190"/>
                </a:cubicBezTo>
                <a:cubicBezTo>
                  <a:pt x="1051" y="1191"/>
                  <a:pt x="1056" y="1191"/>
                  <a:pt x="1062" y="1191"/>
                </a:cubicBezTo>
                <a:cubicBezTo>
                  <a:pt x="1075" y="1190"/>
                  <a:pt x="1088" y="1186"/>
                  <a:pt x="1100" y="1180"/>
                </a:cubicBezTo>
                <a:cubicBezTo>
                  <a:pt x="1103" y="1199"/>
                  <a:pt x="1112" y="1215"/>
                  <a:pt x="1129" y="1226"/>
                </a:cubicBezTo>
                <a:cubicBezTo>
                  <a:pt x="1146" y="1237"/>
                  <a:pt x="1163" y="1238"/>
                  <a:pt x="1180" y="1233"/>
                </a:cubicBezTo>
                <a:cubicBezTo>
                  <a:pt x="1182" y="1239"/>
                  <a:pt x="1185" y="1244"/>
                  <a:pt x="1190" y="1248"/>
                </a:cubicBezTo>
                <a:cubicBezTo>
                  <a:pt x="1200" y="1258"/>
                  <a:pt x="1214" y="1262"/>
                  <a:pt x="1228" y="1260"/>
                </a:cubicBezTo>
                <a:cubicBezTo>
                  <a:pt x="1275" y="1253"/>
                  <a:pt x="1308" y="1210"/>
                  <a:pt x="1331" y="1179"/>
                </a:cubicBezTo>
                <a:cubicBezTo>
                  <a:pt x="1331" y="1179"/>
                  <a:pt x="1332" y="1179"/>
                  <a:pt x="1332" y="1179"/>
                </a:cubicBezTo>
                <a:cubicBezTo>
                  <a:pt x="1333" y="1181"/>
                  <a:pt x="1334" y="1183"/>
                  <a:pt x="1335" y="1185"/>
                </a:cubicBezTo>
                <a:cubicBezTo>
                  <a:pt x="1339" y="1190"/>
                  <a:pt x="1343" y="1194"/>
                  <a:pt x="1349" y="1198"/>
                </a:cubicBezTo>
                <a:cubicBezTo>
                  <a:pt x="1343" y="1218"/>
                  <a:pt x="1339" y="1238"/>
                  <a:pt x="1339" y="1258"/>
                </a:cubicBezTo>
                <a:cubicBezTo>
                  <a:pt x="1339" y="1259"/>
                  <a:pt x="1339" y="1260"/>
                  <a:pt x="1339" y="1262"/>
                </a:cubicBezTo>
                <a:cubicBezTo>
                  <a:pt x="1340" y="1284"/>
                  <a:pt x="1357" y="1303"/>
                  <a:pt x="1379" y="1305"/>
                </a:cubicBezTo>
                <a:cubicBezTo>
                  <a:pt x="1426" y="1311"/>
                  <a:pt x="1465" y="1273"/>
                  <a:pt x="1506" y="1222"/>
                </a:cubicBezTo>
                <a:cubicBezTo>
                  <a:pt x="1508" y="1232"/>
                  <a:pt x="1513" y="1240"/>
                  <a:pt x="1521" y="1247"/>
                </a:cubicBezTo>
                <a:cubicBezTo>
                  <a:pt x="1532" y="1256"/>
                  <a:pt x="1547" y="1259"/>
                  <a:pt x="1561" y="1256"/>
                </a:cubicBezTo>
                <a:cubicBezTo>
                  <a:pt x="1597" y="1246"/>
                  <a:pt x="1622" y="1213"/>
                  <a:pt x="1639" y="1189"/>
                </a:cubicBezTo>
                <a:cubicBezTo>
                  <a:pt x="1648" y="1177"/>
                  <a:pt x="1648" y="1177"/>
                  <a:pt x="1648" y="1177"/>
                </a:cubicBezTo>
                <a:cubicBezTo>
                  <a:pt x="1673" y="1147"/>
                  <a:pt x="1698" y="1117"/>
                  <a:pt x="1722" y="1088"/>
                </a:cubicBezTo>
                <a:cubicBezTo>
                  <a:pt x="1722" y="1089"/>
                  <a:pt x="1721" y="1091"/>
                  <a:pt x="1721" y="1092"/>
                </a:cubicBezTo>
                <a:cubicBezTo>
                  <a:pt x="1707" y="1126"/>
                  <a:pt x="1690" y="1166"/>
                  <a:pt x="1690" y="1203"/>
                </a:cubicBezTo>
                <a:cubicBezTo>
                  <a:pt x="1690" y="1217"/>
                  <a:pt x="1692" y="1230"/>
                  <a:pt x="1698" y="1243"/>
                </a:cubicBezTo>
                <a:cubicBezTo>
                  <a:pt x="1703" y="1255"/>
                  <a:pt x="1713" y="1264"/>
                  <a:pt x="1726" y="1268"/>
                </a:cubicBezTo>
                <a:cubicBezTo>
                  <a:pt x="1738" y="1272"/>
                  <a:pt x="1752" y="1270"/>
                  <a:pt x="1763" y="1263"/>
                </a:cubicBezTo>
                <a:cubicBezTo>
                  <a:pt x="1784" y="1249"/>
                  <a:pt x="1803" y="1231"/>
                  <a:pt x="1821" y="1211"/>
                </a:cubicBezTo>
                <a:cubicBezTo>
                  <a:pt x="1823" y="1212"/>
                  <a:pt x="1826" y="1212"/>
                  <a:pt x="1829" y="1213"/>
                </a:cubicBezTo>
                <a:cubicBezTo>
                  <a:pt x="1862" y="1216"/>
                  <a:pt x="1889" y="1196"/>
                  <a:pt x="1912" y="1176"/>
                </a:cubicBezTo>
                <a:cubicBezTo>
                  <a:pt x="1913" y="1183"/>
                  <a:pt x="1916" y="1190"/>
                  <a:pt x="1921" y="1196"/>
                </a:cubicBezTo>
                <a:cubicBezTo>
                  <a:pt x="1933" y="1210"/>
                  <a:pt x="1952" y="1216"/>
                  <a:pt x="1969" y="1210"/>
                </a:cubicBezTo>
                <a:cubicBezTo>
                  <a:pt x="1992" y="1203"/>
                  <a:pt x="2012" y="1188"/>
                  <a:pt x="2029" y="1172"/>
                </a:cubicBezTo>
                <a:cubicBezTo>
                  <a:pt x="2038" y="1184"/>
                  <a:pt x="2052" y="1191"/>
                  <a:pt x="2067" y="1190"/>
                </a:cubicBezTo>
                <a:cubicBezTo>
                  <a:pt x="2072" y="1190"/>
                  <a:pt x="2078" y="1189"/>
                  <a:pt x="2083" y="1188"/>
                </a:cubicBezTo>
                <a:cubicBezTo>
                  <a:pt x="2080" y="1196"/>
                  <a:pt x="2078" y="1204"/>
                  <a:pt x="2077" y="1212"/>
                </a:cubicBezTo>
                <a:cubicBezTo>
                  <a:pt x="2077" y="1214"/>
                  <a:pt x="2077" y="1215"/>
                  <a:pt x="2077" y="1216"/>
                </a:cubicBezTo>
                <a:cubicBezTo>
                  <a:pt x="2077" y="1231"/>
                  <a:pt x="2084" y="1245"/>
                  <a:pt x="2096" y="1253"/>
                </a:cubicBezTo>
                <a:cubicBezTo>
                  <a:pt x="2110" y="1263"/>
                  <a:pt x="2127" y="1264"/>
                  <a:pt x="2142" y="1257"/>
                </a:cubicBezTo>
                <a:cubicBezTo>
                  <a:pt x="2157" y="1249"/>
                  <a:pt x="2171" y="1240"/>
                  <a:pt x="2183" y="1229"/>
                </a:cubicBezTo>
                <a:cubicBezTo>
                  <a:pt x="2181" y="1233"/>
                  <a:pt x="2180" y="1237"/>
                  <a:pt x="2179" y="1241"/>
                </a:cubicBezTo>
                <a:cubicBezTo>
                  <a:pt x="2178" y="1245"/>
                  <a:pt x="2177" y="1249"/>
                  <a:pt x="2177" y="1253"/>
                </a:cubicBezTo>
                <a:cubicBezTo>
                  <a:pt x="2177" y="1264"/>
                  <a:pt x="2182" y="1276"/>
                  <a:pt x="2190" y="1284"/>
                </a:cubicBezTo>
                <a:cubicBezTo>
                  <a:pt x="2201" y="1296"/>
                  <a:pt x="2218" y="1300"/>
                  <a:pt x="2233" y="1296"/>
                </a:cubicBezTo>
                <a:cubicBezTo>
                  <a:pt x="2235" y="1296"/>
                  <a:pt x="2237" y="1295"/>
                  <a:pt x="2239" y="1295"/>
                </a:cubicBezTo>
                <a:cubicBezTo>
                  <a:pt x="2239" y="1297"/>
                  <a:pt x="2240" y="1300"/>
                  <a:pt x="2242" y="1303"/>
                </a:cubicBezTo>
                <a:cubicBezTo>
                  <a:pt x="2250" y="1317"/>
                  <a:pt x="2264" y="1325"/>
                  <a:pt x="2280" y="1326"/>
                </a:cubicBezTo>
                <a:cubicBezTo>
                  <a:pt x="2319" y="1326"/>
                  <a:pt x="2357" y="1304"/>
                  <a:pt x="2397" y="1269"/>
                </a:cubicBezTo>
                <a:cubicBezTo>
                  <a:pt x="2397" y="1281"/>
                  <a:pt x="2402" y="1292"/>
                  <a:pt x="2411" y="1301"/>
                </a:cubicBezTo>
                <a:cubicBezTo>
                  <a:pt x="2428" y="1316"/>
                  <a:pt x="2454" y="1316"/>
                  <a:pt x="2471" y="1301"/>
                </a:cubicBezTo>
                <a:cubicBezTo>
                  <a:pt x="2472" y="1301"/>
                  <a:pt x="2473" y="1300"/>
                  <a:pt x="2473" y="1300"/>
                </a:cubicBezTo>
                <a:cubicBezTo>
                  <a:pt x="2473" y="1311"/>
                  <a:pt x="2477" y="1322"/>
                  <a:pt x="2485" y="1330"/>
                </a:cubicBezTo>
                <a:cubicBezTo>
                  <a:pt x="2502" y="1348"/>
                  <a:pt x="2530" y="1349"/>
                  <a:pt x="2548" y="1333"/>
                </a:cubicBezTo>
                <a:cubicBezTo>
                  <a:pt x="2570" y="1313"/>
                  <a:pt x="2570" y="1313"/>
                  <a:pt x="2570" y="1313"/>
                </a:cubicBezTo>
                <a:cubicBezTo>
                  <a:pt x="2595" y="1290"/>
                  <a:pt x="2628" y="1260"/>
                  <a:pt x="2660" y="1239"/>
                </a:cubicBezTo>
                <a:cubicBezTo>
                  <a:pt x="2675" y="1254"/>
                  <a:pt x="2698" y="1258"/>
                  <a:pt x="2716" y="1247"/>
                </a:cubicBezTo>
                <a:cubicBezTo>
                  <a:pt x="2744" y="1230"/>
                  <a:pt x="2762" y="1203"/>
                  <a:pt x="2763" y="1174"/>
                </a:cubicBezTo>
                <a:cubicBezTo>
                  <a:pt x="2763" y="1174"/>
                  <a:pt x="2763" y="1173"/>
                  <a:pt x="2763" y="1172"/>
                </a:cubicBezTo>
                <a:cubicBezTo>
                  <a:pt x="2763" y="1160"/>
                  <a:pt x="2759" y="1149"/>
                  <a:pt x="2751" y="1140"/>
                </a:cubicBezTo>
                <a:cubicBezTo>
                  <a:pt x="2743" y="1132"/>
                  <a:pt x="2732" y="1127"/>
                  <a:pt x="2721" y="1127"/>
                </a:cubicBezTo>
                <a:cubicBezTo>
                  <a:pt x="2741" y="1097"/>
                  <a:pt x="2759" y="1065"/>
                  <a:pt x="2766" y="1032"/>
                </a:cubicBezTo>
                <a:cubicBezTo>
                  <a:pt x="2766" y="1029"/>
                  <a:pt x="2767" y="1025"/>
                  <a:pt x="2767" y="1022"/>
                </a:cubicBezTo>
                <a:cubicBezTo>
                  <a:pt x="2767" y="1011"/>
                  <a:pt x="2763" y="1001"/>
                  <a:pt x="2755" y="992"/>
                </a:cubicBezTo>
                <a:cubicBezTo>
                  <a:pt x="2747" y="984"/>
                  <a:pt x="2737" y="979"/>
                  <a:pt x="2725" y="978"/>
                </a:cubicBezTo>
                <a:cubicBezTo>
                  <a:pt x="2729" y="967"/>
                  <a:pt x="2731" y="956"/>
                  <a:pt x="2731" y="945"/>
                </a:cubicBezTo>
                <a:cubicBezTo>
                  <a:pt x="2731" y="944"/>
                  <a:pt x="2731" y="942"/>
                  <a:pt x="2731" y="940"/>
                </a:cubicBezTo>
                <a:cubicBezTo>
                  <a:pt x="2731" y="928"/>
                  <a:pt x="2725" y="917"/>
                  <a:pt x="2716" y="909"/>
                </a:cubicBezTo>
                <a:cubicBezTo>
                  <a:pt x="2716" y="909"/>
                  <a:pt x="2716" y="909"/>
                  <a:pt x="2715" y="909"/>
                </a:cubicBezTo>
                <a:cubicBezTo>
                  <a:pt x="2737" y="885"/>
                  <a:pt x="2758" y="862"/>
                  <a:pt x="2777" y="837"/>
                </a:cubicBezTo>
                <a:cubicBezTo>
                  <a:pt x="2784" y="829"/>
                  <a:pt x="2787" y="819"/>
                  <a:pt x="2787" y="809"/>
                </a:cubicBezTo>
                <a:cubicBezTo>
                  <a:pt x="2787" y="797"/>
                  <a:pt x="2783" y="785"/>
                  <a:pt x="2774" y="777"/>
                </a:cubicBezTo>
                <a:cubicBezTo>
                  <a:pt x="2757" y="760"/>
                  <a:pt x="2731" y="760"/>
                  <a:pt x="2713" y="775"/>
                </a:cubicBezTo>
                <a:cubicBezTo>
                  <a:pt x="2663" y="818"/>
                  <a:pt x="2609" y="858"/>
                  <a:pt x="2556" y="896"/>
                </a:cubicBezTo>
                <a:cubicBezTo>
                  <a:pt x="2552" y="899"/>
                  <a:pt x="2548" y="902"/>
                  <a:pt x="2544" y="905"/>
                </a:cubicBezTo>
                <a:cubicBezTo>
                  <a:pt x="2595" y="839"/>
                  <a:pt x="2648" y="771"/>
                  <a:pt x="2709" y="715"/>
                </a:cubicBezTo>
                <a:cubicBezTo>
                  <a:pt x="2722" y="704"/>
                  <a:pt x="2735" y="693"/>
                  <a:pt x="2748" y="682"/>
                </a:cubicBezTo>
                <a:cubicBezTo>
                  <a:pt x="2759" y="673"/>
                  <a:pt x="2764" y="660"/>
                  <a:pt x="2764" y="647"/>
                </a:cubicBezTo>
                <a:cubicBezTo>
                  <a:pt x="2764" y="637"/>
                  <a:pt x="2761" y="627"/>
                  <a:pt x="2754" y="619"/>
                </a:cubicBezTo>
                <a:cubicBezTo>
                  <a:pt x="2738" y="600"/>
                  <a:pt x="2711" y="597"/>
                  <a:pt x="2691" y="612"/>
                </a:cubicBezTo>
                <a:cubicBezTo>
                  <a:pt x="2691" y="612"/>
                  <a:pt x="2690" y="613"/>
                  <a:pt x="2690" y="613"/>
                </a:cubicBezTo>
                <a:cubicBezTo>
                  <a:pt x="2690" y="613"/>
                  <a:pt x="2690" y="613"/>
                  <a:pt x="2690" y="613"/>
                </a:cubicBezTo>
                <a:cubicBezTo>
                  <a:pt x="2690" y="614"/>
                  <a:pt x="2689" y="614"/>
                  <a:pt x="2689" y="614"/>
                </a:cubicBezTo>
                <a:cubicBezTo>
                  <a:pt x="2684" y="618"/>
                  <a:pt x="2678" y="623"/>
                  <a:pt x="2673" y="627"/>
                </a:cubicBezTo>
                <a:cubicBezTo>
                  <a:pt x="2677" y="621"/>
                  <a:pt x="2679" y="614"/>
                  <a:pt x="2679" y="606"/>
                </a:cubicBezTo>
                <a:cubicBezTo>
                  <a:pt x="2679" y="598"/>
                  <a:pt x="2676" y="589"/>
                  <a:pt x="2671" y="582"/>
                </a:cubicBezTo>
                <a:cubicBezTo>
                  <a:pt x="2662" y="568"/>
                  <a:pt x="2647" y="561"/>
                  <a:pt x="2631" y="562"/>
                </a:cubicBezTo>
                <a:cubicBezTo>
                  <a:pt x="2645" y="551"/>
                  <a:pt x="2660" y="542"/>
                  <a:pt x="2674" y="533"/>
                </a:cubicBezTo>
                <a:cubicBezTo>
                  <a:pt x="2688" y="524"/>
                  <a:pt x="2696" y="509"/>
                  <a:pt x="2696" y="494"/>
                </a:cubicBezTo>
                <a:cubicBezTo>
                  <a:pt x="2696" y="486"/>
                  <a:pt x="2694" y="478"/>
                  <a:pt x="2689" y="471"/>
                </a:cubicBezTo>
                <a:cubicBezTo>
                  <a:pt x="2676" y="450"/>
                  <a:pt x="2649" y="443"/>
                  <a:pt x="2628" y="456"/>
                </a:cubicBezTo>
                <a:cubicBezTo>
                  <a:pt x="2628" y="456"/>
                  <a:pt x="2627" y="456"/>
                  <a:pt x="2627" y="456"/>
                </a:cubicBezTo>
                <a:cubicBezTo>
                  <a:pt x="2627" y="456"/>
                  <a:pt x="2627" y="456"/>
                  <a:pt x="2627" y="456"/>
                </a:cubicBezTo>
                <a:cubicBezTo>
                  <a:pt x="2627" y="456"/>
                  <a:pt x="2627" y="456"/>
                  <a:pt x="2627" y="456"/>
                </a:cubicBezTo>
                <a:cubicBezTo>
                  <a:pt x="2624" y="458"/>
                  <a:pt x="2620" y="460"/>
                  <a:pt x="2617" y="462"/>
                </a:cubicBezTo>
                <a:cubicBezTo>
                  <a:pt x="2625" y="456"/>
                  <a:pt x="2632" y="450"/>
                  <a:pt x="2640" y="443"/>
                </a:cubicBezTo>
                <a:cubicBezTo>
                  <a:pt x="2650" y="435"/>
                  <a:pt x="2656" y="422"/>
                  <a:pt x="2656" y="409"/>
                </a:cubicBezTo>
                <a:cubicBezTo>
                  <a:pt x="2656" y="400"/>
                  <a:pt x="2654" y="392"/>
                  <a:pt x="2649" y="384"/>
                </a:cubicBezTo>
                <a:cubicBezTo>
                  <a:pt x="2644" y="376"/>
                  <a:pt x="2636" y="371"/>
                  <a:pt x="2628" y="367"/>
                </a:cubicBezTo>
                <a:cubicBezTo>
                  <a:pt x="2633" y="364"/>
                  <a:pt x="2638" y="360"/>
                  <a:pt x="2643" y="357"/>
                </a:cubicBezTo>
                <a:cubicBezTo>
                  <a:pt x="2643" y="357"/>
                  <a:pt x="2642" y="357"/>
                  <a:pt x="2642" y="358"/>
                </a:cubicBezTo>
                <a:cubicBezTo>
                  <a:pt x="2643" y="357"/>
                  <a:pt x="2644" y="357"/>
                  <a:pt x="2644" y="356"/>
                </a:cubicBezTo>
                <a:cubicBezTo>
                  <a:pt x="2657" y="348"/>
                  <a:pt x="2663" y="334"/>
                  <a:pt x="2663" y="320"/>
                </a:cubicBezTo>
                <a:cubicBezTo>
                  <a:pt x="2663" y="311"/>
                  <a:pt x="2661" y="302"/>
                  <a:pt x="2656" y="294"/>
                </a:cubicBezTo>
                <a:cubicBezTo>
                  <a:pt x="2642" y="274"/>
                  <a:pt x="2614" y="269"/>
                  <a:pt x="2594" y="282"/>
                </a:cubicBezTo>
                <a:cubicBezTo>
                  <a:pt x="2593" y="282"/>
                  <a:pt x="2593" y="283"/>
                  <a:pt x="2592" y="283"/>
                </a:cubicBezTo>
                <a:cubicBezTo>
                  <a:pt x="2572" y="298"/>
                  <a:pt x="2547" y="309"/>
                  <a:pt x="2521" y="321"/>
                </a:cubicBezTo>
                <a:cubicBezTo>
                  <a:pt x="2516" y="323"/>
                  <a:pt x="2512" y="325"/>
                  <a:pt x="2508" y="327"/>
                </a:cubicBezTo>
                <a:cubicBezTo>
                  <a:pt x="2524" y="315"/>
                  <a:pt x="2540" y="302"/>
                  <a:pt x="2553" y="287"/>
                </a:cubicBezTo>
                <a:cubicBezTo>
                  <a:pt x="2561" y="278"/>
                  <a:pt x="2566" y="267"/>
                  <a:pt x="2566" y="256"/>
                </a:cubicBezTo>
                <a:cubicBezTo>
                  <a:pt x="2566" y="249"/>
                  <a:pt x="2564" y="241"/>
                  <a:pt x="2560" y="234"/>
                </a:cubicBezTo>
                <a:cubicBezTo>
                  <a:pt x="2550" y="217"/>
                  <a:pt x="2531" y="208"/>
                  <a:pt x="2512" y="212"/>
                </a:cubicBezTo>
                <a:cubicBezTo>
                  <a:pt x="2484" y="218"/>
                  <a:pt x="2457" y="232"/>
                  <a:pt x="2431" y="249"/>
                </a:cubicBezTo>
                <a:cubicBezTo>
                  <a:pt x="2436" y="242"/>
                  <a:pt x="2438" y="234"/>
                  <a:pt x="2438" y="226"/>
                </a:cubicBezTo>
                <a:cubicBezTo>
                  <a:pt x="2438" y="218"/>
                  <a:pt x="2436" y="210"/>
                  <a:pt x="2432" y="203"/>
                </a:cubicBezTo>
                <a:cubicBezTo>
                  <a:pt x="2421" y="184"/>
                  <a:pt x="2399" y="176"/>
                  <a:pt x="2378" y="183"/>
                </a:cubicBezTo>
                <a:cubicBezTo>
                  <a:pt x="2301" y="211"/>
                  <a:pt x="2231" y="266"/>
                  <a:pt x="2175" y="310"/>
                </a:cubicBezTo>
                <a:cubicBezTo>
                  <a:pt x="2086" y="380"/>
                  <a:pt x="2003" y="462"/>
                  <a:pt x="1913" y="568"/>
                </a:cubicBezTo>
                <a:cubicBezTo>
                  <a:pt x="1982" y="478"/>
                  <a:pt x="2056" y="390"/>
                  <a:pt x="2141" y="311"/>
                </a:cubicBezTo>
                <a:cubicBezTo>
                  <a:pt x="2148" y="305"/>
                  <a:pt x="2159" y="296"/>
                  <a:pt x="2172" y="286"/>
                </a:cubicBezTo>
                <a:cubicBezTo>
                  <a:pt x="2213" y="255"/>
                  <a:pt x="2259" y="219"/>
                  <a:pt x="2270" y="177"/>
                </a:cubicBezTo>
                <a:cubicBezTo>
                  <a:pt x="2271" y="174"/>
                  <a:pt x="2271" y="170"/>
                  <a:pt x="2271" y="166"/>
                </a:cubicBezTo>
                <a:cubicBezTo>
                  <a:pt x="2271" y="154"/>
                  <a:pt x="2266" y="142"/>
                  <a:pt x="2257" y="133"/>
                </a:cubicBezTo>
                <a:cubicBezTo>
                  <a:pt x="2246" y="122"/>
                  <a:pt x="2228" y="118"/>
                  <a:pt x="2213" y="123"/>
                </a:cubicBezTo>
                <a:cubicBezTo>
                  <a:pt x="2201" y="127"/>
                  <a:pt x="2189" y="132"/>
                  <a:pt x="2177" y="138"/>
                </a:cubicBezTo>
                <a:cubicBezTo>
                  <a:pt x="2175" y="136"/>
                  <a:pt x="2173" y="135"/>
                  <a:pt x="2170" y="135"/>
                </a:cubicBezTo>
                <a:cubicBezTo>
                  <a:pt x="2126" y="119"/>
                  <a:pt x="2074" y="143"/>
                  <a:pt x="2019" y="176"/>
                </a:cubicBezTo>
                <a:cubicBezTo>
                  <a:pt x="2025" y="160"/>
                  <a:pt x="2029" y="145"/>
                  <a:pt x="2029" y="130"/>
                </a:cubicBezTo>
                <a:cubicBezTo>
                  <a:pt x="2029" y="126"/>
                  <a:pt x="2028" y="122"/>
                  <a:pt x="2028" y="119"/>
                </a:cubicBezTo>
                <a:cubicBezTo>
                  <a:pt x="2025" y="98"/>
                  <a:pt x="2009" y="82"/>
                  <a:pt x="1988" y="80"/>
                </a:cubicBezTo>
                <a:cubicBezTo>
                  <a:pt x="1970" y="78"/>
                  <a:pt x="1952" y="81"/>
                  <a:pt x="1934" y="86"/>
                </a:cubicBezTo>
                <a:cubicBezTo>
                  <a:pt x="1934" y="86"/>
                  <a:pt x="1934" y="86"/>
                  <a:pt x="1934" y="86"/>
                </a:cubicBezTo>
                <a:cubicBezTo>
                  <a:pt x="1918" y="69"/>
                  <a:pt x="1890" y="68"/>
                  <a:pt x="1872" y="84"/>
                </a:cubicBezTo>
                <a:cubicBezTo>
                  <a:pt x="1866" y="88"/>
                  <a:pt x="1861" y="94"/>
                  <a:pt x="1856" y="99"/>
                </a:cubicBezTo>
                <a:cubicBezTo>
                  <a:pt x="1845" y="108"/>
                  <a:pt x="1833" y="117"/>
                  <a:pt x="1821" y="126"/>
                </a:cubicBezTo>
                <a:cubicBezTo>
                  <a:pt x="1823" y="121"/>
                  <a:pt x="1824" y="115"/>
                  <a:pt x="1825" y="109"/>
                </a:cubicBezTo>
                <a:cubicBezTo>
                  <a:pt x="1825" y="107"/>
                  <a:pt x="1825" y="105"/>
                  <a:pt x="1825" y="102"/>
                </a:cubicBezTo>
                <a:cubicBezTo>
                  <a:pt x="1825" y="90"/>
                  <a:pt x="1821" y="79"/>
                  <a:pt x="1812" y="70"/>
                </a:cubicBezTo>
                <a:cubicBezTo>
                  <a:pt x="1802" y="60"/>
                  <a:pt x="1787" y="56"/>
                  <a:pt x="1773" y="58"/>
                </a:cubicBezTo>
                <a:cubicBezTo>
                  <a:pt x="1714" y="68"/>
                  <a:pt x="1657" y="106"/>
                  <a:pt x="1611" y="136"/>
                </a:cubicBezTo>
                <a:cubicBezTo>
                  <a:pt x="1611" y="136"/>
                  <a:pt x="1610" y="137"/>
                  <a:pt x="1610" y="137"/>
                </a:cubicBezTo>
                <a:cubicBezTo>
                  <a:pt x="1610" y="135"/>
                  <a:pt x="1610" y="134"/>
                  <a:pt x="1610" y="132"/>
                </a:cubicBezTo>
                <a:cubicBezTo>
                  <a:pt x="1610" y="124"/>
                  <a:pt x="1608" y="116"/>
                  <a:pt x="1603" y="109"/>
                </a:cubicBezTo>
                <a:cubicBezTo>
                  <a:pt x="1593" y="91"/>
                  <a:pt x="1571" y="83"/>
                  <a:pt x="1551" y="89"/>
                </a:cubicBezTo>
                <a:cubicBezTo>
                  <a:pt x="1495" y="108"/>
                  <a:pt x="1446" y="151"/>
                  <a:pt x="1403" y="190"/>
                </a:cubicBezTo>
                <a:cubicBezTo>
                  <a:pt x="1405" y="183"/>
                  <a:pt x="1407" y="176"/>
                  <a:pt x="1408" y="169"/>
                </a:cubicBezTo>
                <a:cubicBezTo>
                  <a:pt x="1408" y="167"/>
                  <a:pt x="1408" y="165"/>
                  <a:pt x="1408" y="163"/>
                </a:cubicBezTo>
                <a:cubicBezTo>
                  <a:pt x="1408" y="162"/>
                  <a:pt x="1408" y="160"/>
                  <a:pt x="1408" y="159"/>
                </a:cubicBezTo>
                <a:cubicBezTo>
                  <a:pt x="1429" y="143"/>
                  <a:pt x="1450" y="127"/>
                  <a:pt x="1470" y="110"/>
                </a:cubicBezTo>
                <a:cubicBezTo>
                  <a:pt x="1481" y="101"/>
                  <a:pt x="1486" y="88"/>
                  <a:pt x="1486" y="76"/>
                </a:cubicBezTo>
                <a:cubicBezTo>
                  <a:pt x="1486" y="69"/>
                  <a:pt x="1485" y="62"/>
                  <a:pt x="1482" y="56"/>
                </a:cubicBezTo>
                <a:cubicBezTo>
                  <a:pt x="1472" y="37"/>
                  <a:pt x="1452" y="27"/>
                  <a:pt x="1431" y="32"/>
                </a:cubicBezTo>
                <a:cubicBezTo>
                  <a:pt x="1397" y="39"/>
                  <a:pt x="1365" y="56"/>
                  <a:pt x="1334" y="77"/>
                </a:cubicBezTo>
                <a:cubicBezTo>
                  <a:pt x="1321" y="43"/>
                  <a:pt x="1293" y="22"/>
                  <a:pt x="1254" y="17"/>
                </a:cubicBezTo>
                <a:cubicBezTo>
                  <a:pt x="1228" y="13"/>
                  <a:pt x="1202" y="17"/>
                  <a:pt x="1180" y="21"/>
                </a:cubicBezTo>
                <a:cubicBezTo>
                  <a:pt x="1084" y="39"/>
                  <a:pt x="1001" y="92"/>
                  <a:pt x="927" y="156"/>
                </a:cubicBezTo>
                <a:cubicBezTo>
                  <a:pt x="926" y="153"/>
                  <a:pt x="924" y="151"/>
                  <a:pt x="922" y="148"/>
                </a:cubicBezTo>
                <a:cubicBezTo>
                  <a:pt x="911" y="134"/>
                  <a:pt x="892" y="128"/>
                  <a:pt x="874" y="133"/>
                </a:cubicBezTo>
                <a:cubicBezTo>
                  <a:pt x="800" y="155"/>
                  <a:pt x="699" y="288"/>
                  <a:pt x="540" y="502"/>
                </a:cubicBezTo>
                <a:cubicBezTo>
                  <a:pt x="538" y="506"/>
                  <a:pt x="535" y="509"/>
                  <a:pt x="533" y="512"/>
                </a:cubicBezTo>
                <a:cubicBezTo>
                  <a:pt x="510" y="542"/>
                  <a:pt x="487" y="573"/>
                  <a:pt x="466" y="603"/>
                </a:cubicBezTo>
                <a:cubicBezTo>
                  <a:pt x="430" y="651"/>
                  <a:pt x="394" y="696"/>
                  <a:pt x="363" y="734"/>
                </a:cubicBezTo>
                <a:cubicBezTo>
                  <a:pt x="342" y="758"/>
                  <a:pt x="325" y="777"/>
                  <a:pt x="311" y="791"/>
                </a:cubicBezTo>
                <a:cubicBezTo>
                  <a:pt x="353" y="736"/>
                  <a:pt x="406" y="656"/>
                  <a:pt x="474" y="545"/>
                </a:cubicBezTo>
                <a:cubicBezTo>
                  <a:pt x="490" y="519"/>
                  <a:pt x="505" y="495"/>
                  <a:pt x="509" y="489"/>
                </a:cubicBezTo>
                <a:cubicBezTo>
                  <a:pt x="576" y="398"/>
                  <a:pt x="634" y="324"/>
                  <a:pt x="705" y="260"/>
                </a:cubicBezTo>
                <a:cubicBezTo>
                  <a:pt x="717" y="249"/>
                  <a:pt x="717" y="249"/>
                  <a:pt x="717" y="249"/>
                </a:cubicBezTo>
                <a:cubicBezTo>
                  <a:pt x="739" y="231"/>
                  <a:pt x="763" y="210"/>
                  <a:pt x="778" y="182"/>
                </a:cubicBezTo>
                <a:cubicBezTo>
                  <a:pt x="782" y="175"/>
                  <a:pt x="784" y="167"/>
                  <a:pt x="784" y="160"/>
                </a:cubicBezTo>
                <a:cubicBezTo>
                  <a:pt x="784" y="148"/>
                  <a:pt x="779" y="136"/>
                  <a:pt x="770" y="127"/>
                </a:cubicBezTo>
                <a:cubicBezTo>
                  <a:pt x="755" y="113"/>
                  <a:pt x="732" y="111"/>
                  <a:pt x="715" y="122"/>
                </a:cubicBezTo>
                <a:cubicBezTo>
                  <a:pt x="605" y="192"/>
                  <a:pt x="514" y="303"/>
                  <a:pt x="433" y="402"/>
                </a:cubicBezTo>
                <a:cubicBezTo>
                  <a:pt x="420" y="418"/>
                  <a:pt x="420" y="418"/>
                  <a:pt x="420" y="418"/>
                </a:cubicBezTo>
                <a:cubicBezTo>
                  <a:pt x="376" y="472"/>
                  <a:pt x="332" y="529"/>
                  <a:pt x="293" y="590"/>
                </a:cubicBezTo>
                <a:cubicBezTo>
                  <a:pt x="327" y="536"/>
                  <a:pt x="367" y="484"/>
                  <a:pt x="404" y="437"/>
                </a:cubicBezTo>
                <a:cubicBezTo>
                  <a:pt x="433" y="400"/>
                  <a:pt x="459" y="360"/>
                  <a:pt x="484" y="321"/>
                </a:cubicBezTo>
                <a:cubicBezTo>
                  <a:pt x="515" y="272"/>
                  <a:pt x="545" y="226"/>
                  <a:pt x="580" y="187"/>
                </a:cubicBezTo>
                <a:cubicBezTo>
                  <a:pt x="592" y="177"/>
                  <a:pt x="603" y="166"/>
                  <a:pt x="615" y="155"/>
                </a:cubicBezTo>
                <a:cubicBezTo>
                  <a:pt x="625" y="150"/>
                  <a:pt x="640" y="146"/>
                  <a:pt x="651" y="143"/>
                </a:cubicBezTo>
                <a:cubicBezTo>
                  <a:pt x="687" y="134"/>
                  <a:pt x="732" y="122"/>
                  <a:pt x="753" y="82"/>
                </a:cubicBezTo>
                <a:cubicBezTo>
                  <a:pt x="756" y="76"/>
                  <a:pt x="758" y="69"/>
                  <a:pt x="758" y="62"/>
                </a:cubicBezTo>
                <a:cubicBezTo>
                  <a:pt x="758" y="56"/>
                  <a:pt x="757" y="50"/>
                  <a:pt x="754" y="44"/>
                </a:cubicBezTo>
                <a:cubicBezTo>
                  <a:pt x="749" y="32"/>
                  <a:pt x="739" y="23"/>
                  <a:pt x="726" y="19"/>
                </a:cubicBezTo>
                <a:cubicBezTo>
                  <a:pt x="669" y="0"/>
                  <a:pt x="594" y="50"/>
                  <a:pt x="573" y="70"/>
                </a:cubicBezTo>
                <a:close/>
                <a:moveTo>
                  <a:pt x="1117" y="136"/>
                </a:moveTo>
                <a:cubicBezTo>
                  <a:pt x="1109" y="140"/>
                  <a:pt x="1102" y="144"/>
                  <a:pt x="1095" y="149"/>
                </a:cubicBezTo>
                <a:cubicBezTo>
                  <a:pt x="1094" y="149"/>
                  <a:pt x="1094" y="148"/>
                  <a:pt x="1093" y="148"/>
                </a:cubicBezTo>
                <a:cubicBezTo>
                  <a:pt x="1101" y="143"/>
                  <a:pt x="1109" y="139"/>
                  <a:pt x="1117" y="136"/>
                </a:cubicBezTo>
                <a:close/>
                <a:moveTo>
                  <a:pt x="1249" y="107"/>
                </a:moveTo>
                <a:cubicBezTo>
                  <a:pt x="1250" y="108"/>
                  <a:pt x="1250" y="108"/>
                  <a:pt x="1250" y="108"/>
                </a:cubicBezTo>
                <a:cubicBezTo>
                  <a:pt x="1250" y="108"/>
                  <a:pt x="1250" y="109"/>
                  <a:pt x="1250" y="110"/>
                </a:cubicBezTo>
                <a:cubicBezTo>
                  <a:pt x="1250" y="115"/>
                  <a:pt x="1249" y="125"/>
                  <a:pt x="1240" y="146"/>
                </a:cubicBezTo>
                <a:cubicBezTo>
                  <a:pt x="1239" y="137"/>
                  <a:pt x="1236" y="128"/>
                  <a:pt x="1230" y="120"/>
                </a:cubicBezTo>
                <a:cubicBezTo>
                  <a:pt x="1225" y="114"/>
                  <a:pt x="1218" y="110"/>
                  <a:pt x="1211" y="107"/>
                </a:cubicBezTo>
                <a:cubicBezTo>
                  <a:pt x="1237" y="104"/>
                  <a:pt x="1246" y="105"/>
                  <a:pt x="1249" y="107"/>
                </a:cubicBezTo>
                <a:close/>
                <a:moveTo>
                  <a:pt x="590" y="586"/>
                </a:moveTo>
                <a:cubicBezTo>
                  <a:pt x="580" y="605"/>
                  <a:pt x="569" y="624"/>
                  <a:pt x="559" y="643"/>
                </a:cubicBezTo>
                <a:cubicBezTo>
                  <a:pt x="543" y="673"/>
                  <a:pt x="543" y="673"/>
                  <a:pt x="543" y="673"/>
                </a:cubicBezTo>
                <a:cubicBezTo>
                  <a:pt x="527" y="702"/>
                  <a:pt x="509" y="735"/>
                  <a:pt x="494" y="771"/>
                </a:cubicBezTo>
                <a:cubicBezTo>
                  <a:pt x="473" y="803"/>
                  <a:pt x="452" y="836"/>
                  <a:pt x="432" y="869"/>
                </a:cubicBezTo>
                <a:cubicBezTo>
                  <a:pt x="409" y="905"/>
                  <a:pt x="385" y="942"/>
                  <a:pt x="361" y="979"/>
                </a:cubicBezTo>
                <a:cubicBezTo>
                  <a:pt x="395" y="888"/>
                  <a:pt x="440" y="801"/>
                  <a:pt x="496" y="717"/>
                </a:cubicBezTo>
                <a:cubicBezTo>
                  <a:pt x="510" y="695"/>
                  <a:pt x="526" y="674"/>
                  <a:pt x="541" y="652"/>
                </a:cubicBezTo>
                <a:cubicBezTo>
                  <a:pt x="557" y="631"/>
                  <a:pt x="573" y="609"/>
                  <a:pt x="590" y="586"/>
                </a:cubicBezTo>
                <a:close/>
                <a:moveTo>
                  <a:pt x="665" y="689"/>
                </a:moveTo>
                <a:cubicBezTo>
                  <a:pt x="675" y="674"/>
                  <a:pt x="684" y="659"/>
                  <a:pt x="694" y="645"/>
                </a:cubicBezTo>
                <a:cubicBezTo>
                  <a:pt x="667" y="690"/>
                  <a:pt x="642" y="734"/>
                  <a:pt x="620" y="775"/>
                </a:cubicBezTo>
                <a:cubicBezTo>
                  <a:pt x="615" y="779"/>
                  <a:pt x="611" y="783"/>
                  <a:pt x="606" y="787"/>
                </a:cubicBezTo>
                <a:cubicBezTo>
                  <a:pt x="625" y="755"/>
                  <a:pt x="645" y="722"/>
                  <a:pt x="665" y="689"/>
                </a:cubicBezTo>
                <a:close/>
                <a:moveTo>
                  <a:pt x="636" y="1095"/>
                </a:moveTo>
                <a:cubicBezTo>
                  <a:pt x="635" y="1096"/>
                  <a:pt x="634" y="1097"/>
                  <a:pt x="633" y="1098"/>
                </a:cubicBezTo>
                <a:cubicBezTo>
                  <a:pt x="633" y="1098"/>
                  <a:pt x="633" y="1097"/>
                  <a:pt x="633" y="1097"/>
                </a:cubicBezTo>
                <a:cubicBezTo>
                  <a:pt x="634" y="1096"/>
                  <a:pt x="635" y="1095"/>
                  <a:pt x="636" y="1095"/>
                </a:cubicBezTo>
                <a:close/>
                <a:moveTo>
                  <a:pt x="1275" y="453"/>
                </a:moveTo>
                <a:cubicBezTo>
                  <a:pt x="1244" y="495"/>
                  <a:pt x="1217" y="535"/>
                  <a:pt x="1196" y="569"/>
                </a:cubicBezTo>
                <a:cubicBezTo>
                  <a:pt x="1154" y="636"/>
                  <a:pt x="1115" y="711"/>
                  <a:pt x="1074" y="800"/>
                </a:cubicBezTo>
                <a:cubicBezTo>
                  <a:pt x="1066" y="811"/>
                  <a:pt x="1059" y="823"/>
                  <a:pt x="1051" y="834"/>
                </a:cubicBezTo>
                <a:cubicBezTo>
                  <a:pt x="1004" y="903"/>
                  <a:pt x="956" y="975"/>
                  <a:pt x="905" y="1042"/>
                </a:cubicBezTo>
                <a:cubicBezTo>
                  <a:pt x="891" y="1061"/>
                  <a:pt x="891" y="1061"/>
                  <a:pt x="891" y="1061"/>
                </a:cubicBezTo>
                <a:cubicBezTo>
                  <a:pt x="889" y="1064"/>
                  <a:pt x="886" y="1068"/>
                  <a:pt x="882" y="1073"/>
                </a:cubicBezTo>
                <a:cubicBezTo>
                  <a:pt x="893" y="1042"/>
                  <a:pt x="906" y="1011"/>
                  <a:pt x="916" y="988"/>
                </a:cubicBezTo>
                <a:cubicBezTo>
                  <a:pt x="926" y="964"/>
                  <a:pt x="926" y="964"/>
                  <a:pt x="926" y="964"/>
                </a:cubicBezTo>
                <a:cubicBezTo>
                  <a:pt x="974" y="842"/>
                  <a:pt x="1042" y="721"/>
                  <a:pt x="1129" y="605"/>
                </a:cubicBezTo>
                <a:cubicBezTo>
                  <a:pt x="1145" y="584"/>
                  <a:pt x="1162" y="563"/>
                  <a:pt x="1179" y="542"/>
                </a:cubicBezTo>
                <a:cubicBezTo>
                  <a:pt x="1210" y="511"/>
                  <a:pt x="1242" y="482"/>
                  <a:pt x="1275" y="453"/>
                </a:cubicBezTo>
                <a:close/>
                <a:moveTo>
                  <a:pt x="1253" y="701"/>
                </a:moveTo>
                <a:cubicBezTo>
                  <a:pt x="1290" y="652"/>
                  <a:pt x="1332" y="597"/>
                  <a:pt x="1378" y="541"/>
                </a:cubicBezTo>
                <a:cubicBezTo>
                  <a:pt x="1360" y="567"/>
                  <a:pt x="1341" y="594"/>
                  <a:pt x="1322" y="623"/>
                </a:cubicBezTo>
                <a:cubicBezTo>
                  <a:pt x="1282" y="683"/>
                  <a:pt x="1244" y="745"/>
                  <a:pt x="1207" y="805"/>
                </a:cubicBezTo>
                <a:cubicBezTo>
                  <a:pt x="1198" y="820"/>
                  <a:pt x="1188" y="836"/>
                  <a:pt x="1179" y="851"/>
                </a:cubicBezTo>
                <a:cubicBezTo>
                  <a:pt x="1190" y="819"/>
                  <a:pt x="1202" y="787"/>
                  <a:pt x="1214" y="755"/>
                </a:cubicBezTo>
                <a:cubicBezTo>
                  <a:pt x="1227" y="737"/>
                  <a:pt x="1240" y="719"/>
                  <a:pt x="1253" y="701"/>
                </a:cubicBezTo>
                <a:close/>
                <a:moveTo>
                  <a:pt x="1852" y="240"/>
                </a:moveTo>
                <a:cubicBezTo>
                  <a:pt x="1872" y="226"/>
                  <a:pt x="1872" y="226"/>
                  <a:pt x="1872" y="226"/>
                </a:cubicBezTo>
                <a:cubicBezTo>
                  <a:pt x="1874" y="224"/>
                  <a:pt x="1877" y="222"/>
                  <a:pt x="1880" y="220"/>
                </a:cubicBezTo>
                <a:cubicBezTo>
                  <a:pt x="1866" y="236"/>
                  <a:pt x="1852" y="251"/>
                  <a:pt x="1839" y="264"/>
                </a:cubicBezTo>
                <a:cubicBezTo>
                  <a:pt x="1825" y="279"/>
                  <a:pt x="1813" y="292"/>
                  <a:pt x="1805" y="302"/>
                </a:cubicBezTo>
                <a:cubicBezTo>
                  <a:pt x="1788" y="323"/>
                  <a:pt x="1771" y="345"/>
                  <a:pt x="1753" y="367"/>
                </a:cubicBezTo>
                <a:cubicBezTo>
                  <a:pt x="1683" y="431"/>
                  <a:pt x="1622" y="502"/>
                  <a:pt x="1572" y="578"/>
                </a:cubicBezTo>
                <a:cubicBezTo>
                  <a:pt x="1555" y="603"/>
                  <a:pt x="1539" y="629"/>
                  <a:pt x="1525" y="656"/>
                </a:cubicBezTo>
                <a:cubicBezTo>
                  <a:pt x="1506" y="680"/>
                  <a:pt x="1487" y="704"/>
                  <a:pt x="1469" y="729"/>
                </a:cubicBezTo>
                <a:cubicBezTo>
                  <a:pt x="1449" y="756"/>
                  <a:pt x="1429" y="783"/>
                  <a:pt x="1410" y="811"/>
                </a:cubicBezTo>
                <a:cubicBezTo>
                  <a:pt x="1419" y="788"/>
                  <a:pt x="1428" y="766"/>
                  <a:pt x="1438" y="743"/>
                </a:cubicBezTo>
                <a:cubicBezTo>
                  <a:pt x="1444" y="735"/>
                  <a:pt x="1450" y="727"/>
                  <a:pt x="1455" y="719"/>
                </a:cubicBezTo>
                <a:cubicBezTo>
                  <a:pt x="1549" y="587"/>
                  <a:pt x="1647" y="462"/>
                  <a:pt x="1749" y="349"/>
                </a:cubicBezTo>
                <a:cubicBezTo>
                  <a:pt x="1749" y="349"/>
                  <a:pt x="1797" y="294"/>
                  <a:pt x="1797" y="294"/>
                </a:cubicBezTo>
                <a:cubicBezTo>
                  <a:pt x="1807" y="281"/>
                  <a:pt x="1818" y="269"/>
                  <a:pt x="1829" y="257"/>
                </a:cubicBezTo>
                <a:cubicBezTo>
                  <a:pt x="1837" y="251"/>
                  <a:pt x="1844" y="245"/>
                  <a:pt x="1852" y="240"/>
                </a:cubicBezTo>
                <a:close/>
                <a:moveTo>
                  <a:pt x="1894" y="365"/>
                </a:moveTo>
                <a:cubicBezTo>
                  <a:pt x="1808" y="450"/>
                  <a:pt x="1732" y="541"/>
                  <a:pt x="1666" y="637"/>
                </a:cubicBezTo>
                <a:cubicBezTo>
                  <a:pt x="1654" y="654"/>
                  <a:pt x="1643" y="672"/>
                  <a:pt x="1632" y="689"/>
                </a:cubicBezTo>
                <a:cubicBezTo>
                  <a:pt x="1613" y="709"/>
                  <a:pt x="1595" y="729"/>
                  <a:pt x="1577" y="748"/>
                </a:cubicBezTo>
                <a:cubicBezTo>
                  <a:pt x="1584" y="734"/>
                  <a:pt x="1592" y="720"/>
                  <a:pt x="1600" y="706"/>
                </a:cubicBezTo>
                <a:cubicBezTo>
                  <a:pt x="1674" y="609"/>
                  <a:pt x="1749" y="515"/>
                  <a:pt x="1818" y="429"/>
                </a:cubicBezTo>
                <a:cubicBezTo>
                  <a:pt x="1842" y="407"/>
                  <a:pt x="1868" y="386"/>
                  <a:pt x="1894" y="365"/>
                </a:cubicBezTo>
                <a:close/>
                <a:moveTo>
                  <a:pt x="2264" y="375"/>
                </a:moveTo>
                <a:cubicBezTo>
                  <a:pt x="2282" y="361"/>
                  <a:pt x="2301" y="348"/>
                  <a:pt x="2321" y="335"/>
                </a:cubicBezTo>
                <a:cubicBezTo>
                  <a:pt x="2335" y="325"/>
                  <a:pt x="2350" y="315"/>
                  <a:pt x="2364" y="305"/>
                </a:cubicBezTo>
                <a:cubicBezTo>
                  <a:pt x="2357" y="312"/>
                  <a:pt x="2349" y="320"/>
                  <a:pt x="2342" y="327"/>
                </a:cubicBezTo>
                <a:cubicBezTo>
                  <a:pt x="2336" y="331"/>
                  <a:pt x="2329" y="335"/>
                  <a:pt x="2323" y="340"/>
                </a:cubicBezTo>
                <a:cubicBezTo>
                  <a:pt x="2134" y="479"/>
                  <a:pt x="1989" y="622"/>
                  <a:pt x="1879" y="775"/>
                </a:cubicBezTo>
                <a:cubicBezTo>
                  <a:pt x="1873" y="785"/>
                  <a:pt x="1866" y="795"/>
                  <a:pt x="1859" y="805"/>
                </a:cubicBezTo>
                <a:cubicBezTo>
                  <a:pt x="1837" y="827"/>
                  <a:pt x="1816" y="850"/>
                  <a:pt x="1794" y="873"/>
                </a:cubicBezTo>
                <a:cubicBezTo>
                  <a:pt x="1822" y="832"/>
                  <a:pt x="1852" y="791"/>
                  <a:pt x="1883" y="751"/>
                </a:cubicBezTo>
                <a:cubicBezTo>
                  <a:pt x="1979" y="634"/>
                  <a:pt x="2107" y="491"/>
                  <a:pt x="2264" y="375"/>
                </a:cubicBezTo>
                <a:close/>
                <a:moveTo>
                  <a:pt x="1932" y="859"/>
                </a:moveTo>
                <a:cubicBezTo>
                  <a:pt x="2029" y="762"/>
                  <a:pt x="2029" y="762"/>
                  <a:pt x="2029" y="762"/>
                </a:cubicBezTo>
                <a:cubicBezTo>
                  <a:pt x="2033" y="757"/>
                  <a:pt x="2038" y="752"/>
                  <a:pt x="2043" y="748"/>
                </a:cubicBezTo>
                <a:cubicBezTo>
                  <a:pt x="2009" y="799"/>
                  <a:pt x="1977" y="852"/>
                  <a:pt x="1946" y="903"/>
                </a:cubicBezTo>
                <a:cubicBezTo>
                  <a:pt x="1923" y="943"/>
                  <a:pt x="1923" y="943"/>
                  <a:pt x="1923" y="943"/>
                </a:cubicBezTo>
                <a:cubicBezTo>
                  <a:pt x="1914" y="958"/>
                  <a:pt x="1903" y="973"/>
                  <a:pt x="1893" y="989"/>
                </a:cubicBezTo>
                <a:cubicBezTo>
                  <a:pt x="1871" y="1013"/>
                  <a:pt x="1849" y="1037"/>
                  <a:pt x="1829" y="1060"/>
                </a:cubicBezTo>
                <a:cubicBezTo>
                  <a:pt x="1856" y="989"/>
                  <a:pt x="1889" y="923"/>
                  <a:pt x="1929" y="862"/>
                </a:cubicBezTo>
                <a:cubicBezTo>
                  <a:pt x="1930" y="861"/>
                  <a:pt x="1931" y="860"/>
                  <a:pt x="1932" y="85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80378" y="3912029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3600" smtClean="0">
                <a:solidFill>
                  <a:schemeClr val="tx2">
                    <a:lumMod val="7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rPr>
              <a:t>特色功能</a:t>
            </a:r>
            <a:endParaRPr kumimoji="1" lang="zh-CN" altLang="en-US" sz="3600" dirty="0">
              <a:solidFill>
                <a:schemeClr val="tx2">
                  <a:lumMod val="75000"/>
                </a:schemeClr>
              </a:solidFill>
              <a:latin typeface="Arial"/>
              <a:ea typeface="微软雅黑"/>
              <a:cs typeface="DFPShaoNvW5-GB" charset="-122"/>
              <a:sym typeface="Arial"/>
            </a:endParaRPr>
          </a:p>
        </p:txBody>
      </p:sp>
      <p:grpSp>
        <p:nvGrpSpPr>
          <p:cNvPr id="31" name="Group 70"/>
          <p:cNvGrpSpPr/>
          <p:nvPr/>
        </p:nvGrpSpPr>
        <p:grpSpPr>
          <a:xfrm>
            <a:off x="2769610" y="795534"/>
            <a:ext cx="6600172" cy="5135635"/>
            <a:chOff x="-1" y="0"/>
            <a:chExt cx="2335461" cy="1802808"/>
          </a:xfrm>
        </p:grpSpPr>
        <p:sp>
          <p:nvSpPr>
            <p:cNvPr id="32" name="chenying0907 66"/>
            <p:cNvSpPr/>
            <p:nvPr/>
          </p:nvSpPr>
          <p:spPr>
            <a:xfrm>
              <a:off x="88900" y="177800"/>
              <a:ext cx="2125877" cy="1425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9" h="21550" extrusionOk="0">
                  <a:moveTo>
                    <a:pt x="21281" y="131"/>
                  </a:moveTo>
                  <a:cubicBezTo>
                    <a:pt x="20628" y="31"/>
                    <a:pt x="2649" y="215"/>
                    <a:pt x="166" y="0"/>
                  </a:cubicBezTo>
                  <a:cubicBezTo>
                    <a:pt x="70" y="3334"/>
                    <a:pt x="43" y="6398"/>
                    <a:pt x="99" y="9794"/>
                  </a:cubicBezTo>
                  <a:cubicBezTo>
                    <a:pt x="201" y="15985"/>
                    <a:pt x="-129" y="17592"/>
                    <a:pt x="60" y="21542"/>
                  </a:cubicBezTo>
                  <a:cubicBezTo>
                    <a:pt x="1560" y="21600"/>
                    <a:pt x="19091" y="21287"/>
                    <a:pt x="21090" y="21542"/>
                  </a:cubicBezTo>
                  <a:cubicBezTo>
                    <a:pt x="21175" y="18119"/>
                    <a:pt x="21202" y="17551"/>
                    <a:pt x="21175" y="14349"/>
                  </a:cubicBezTo>
                  <a:cubicBezTo>
                    <a:pt x="21134" y="9458"/>
                    <a:pt x="21471" y="5014"/>
                    <a:pt x="21281" y="131"/>
                  </a:cubicBezTo>
                  <a:close/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3" name="chenying0907 67"/>
            <p:cNvSpPr/>
            <p:nvPr/>
          </p:nvSpPr>
          <p:spPr>
            <a:xfrm>
              <a:off x="-1" y="0"/>
              <a:ext cx="2335461" cy="184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1" h="19061" extrusionOk="0">
                  <a:moveTo>
                    <a:pt x="902" y="18172"/>
                  </a:moveTo>
                  <a:cubicBezTo>
                    <a:pt x="357" y="17727"/>
                    <a:pt x="-200" y="12317"/>
                    <a:pt x="71" y="5707"/>
                  </a:cubicBezTo>
                  <a:cubicBezTo>
                    <a:pt x="379" y="-1823"/>
                    <a:pt x="1461" y="270"/>
                    <a:pt x="2010" y="259"/>
                  </a:cubicBezTo>
                  <a:cubicBezTo>
                    <a:pt x="7486" y="145"/>
                    <a:pt x="12959" y="733"/>
                    <a:pt x="18433" y="1907"/>
                  </a:cubicBezTo>
                  <a:cubicBezTo>
                    <a:pt x="19405" y="2115"/>
                    <a:pt x="21400" y="-2382"/>
                    <a:pt x="21308" y="14217"/>
                  </a:cubicBezTo>
                  <a:cubicBezTo>
                    <a:pt x="21311" y="19032"/>
                    <a:pt x="20486" y="19218"/>
                    <a:pt x="19999" y="19008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4" name="chenying0907 68"/>
            <p:cNvSpPr/>
            <p:nvPr/>
          </p:nvSpPr>
          <p:spPr>
            <a:xfrm>
              <a:off x="1130300" y="1600199"/>
              <a:ext cx="20498" cy="202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58" h="19845" extrusionOk="0">
                  <a:moveTo>
                    <a:pt x="0" y="0"/>
                  </a:moveTo>
                  <a:cubicBezTo>
                    <a:pt x="21600" y="4703"/>
                    <a:pt x="13319" y="10461"/>
                    <a:pt x="16331" y="15310"/>
                  </a:cubicBezTo>
                  <a:cubicBezTo>
                    <a:pt x="16793" y="16055"/>
                    <a:pt x="11256" y="21600"/>
                    <a:pt x="11542" y="19282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2" name="组 1"/>
          <p:cNvGrpSpPr/>
          <p:nvPr/>
        </p:nvGrpSpPr>
        <p:grpSpPr>
          <a:xfrm>
            <a:off x="5084257" y="1965052"/>
            <a:ext cx="1623568" cy="1509690"/>
            <a:chOff x="4431238" y="1508012"/>
            <a:chExt cx="2360904" cy="2195308"/>
          </a:xfrm>
        </p:grpSpPr>
        <p:sp>
          <p:nvSpPr>
            <p:cNvPr id="37" name="chenying0907 201"/>
            <p:cNvSpPr/>
            <p:nvPr/>
          </p:nvSpPr>
          <p:spPr>
            <a:xfrm>
              <a:off x="4431238" y="1508012"/>
              <a:ext cx="2360904" cy="2195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10" y="4955"/>
                  </a:moveTo>
                  <a:cubicBezTo>
                    <a:pt x="18465" y="9425"/>
                    <a:pt x="18297" y="14113"/>
                    <a:pt x="21600" y="18296"/>
                  </a:cubicBezTo>
                  <a:cubicBezTo>
                    <a:pt x="14274" y="17484"/>
                    <a:pt x="12639" y="14333"/>
                    <a:pt x="6691" y="21600"/>
                  </a:cubicBezTo>
                  <a:cubicBezTo>
                    <a:pt x="10802" y="16578"/>
                    <a:pt x="3281" y="10613"/>
                    <a:pt x="0" y="8990"/>
                  </a:cubicBezTo>
                  <a:cubicBezTo>
                    <a:pt x="4976" y="11451"/>
                    <a:pt x="9737" y="4157"/>
                    <a:pt x="10108" y="0"/>
                  </a:cubicBezTo>
                  <a:cubicBezTo>
                    <a:pt x="12265" y="4785"/>
                    <a:pt x="16387" y="6388"/>
                    <a:pt x="21010" y="495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434292" y="1860569"/>
              <a:ext cx="858274" cy="1342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1" lang="en-US" altLang="zh-CN" sz="5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微软雅黑"/>
                  <a:cs typeface="DFPShaoNvW5-GB" charset="-122"/>
                  <a:sym typeface="Arial"/>
                </a:rPr>
                <a:t>3</a:t>
              </a:r>
              <a:endParaRPr kumimoji="1" lang="zh-CN" altLang="en-US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425826" y="4118752"/>
            <a:ext cx="3876891" cy="646273"/>
            <a:chOff x="7637775" y="5530041"/>
            <a:chExt cx="4000129" cy="646029"/>
          </a:xfrm>
        </p:grpSpPr>
        <p:sp>
          <p:nvSpPr>
            <p:cNvPr id="22" name="任意多边形 21"/>
            <p:cNvSpPr/>
            <p:nvPr/>
          </p:nvSpPr>
          <p:spPr>
            <a:xfrm>
              <a:off x="7637775" y="6096678"/>
              <a:ext cx="2494104" cy="79392"/>
            </a:xfrm>
            <a:custGeom>
              <a:avLst/>
              <a:gdLst>
                <a:gd name="connsiteX0" fmla="*/ 2569580 w 2569580"/>
                <a:gd name="connsiteY0" fmla="*/ 13982 h 95004"/>
                <a:gd name="connsiteX1" fmla="*/ 2187616 w 2569580"/>
                <a:gd name="connsiteY1" fmla="*/ 13982 h 95004"/>
                <a:gd name="connsiteX2" fmla="*/ 2118167 w 2569580"/>
                <a:gd name="connsiteY2" fmla="*/ 37131 h 95004"/>
                <a:gd name="connsiteX3" fmla="*/ 1481560 w 2569580"/>
                <a:gd name="connsiteY3" fmla="*/ 60280 h 95004"/>
                <a:gd name="connsiteX4" fmla="*/ 1388962 w 2569580"/>
                <a:gd name="connsiteY4" fmla="*/ 71855 h 95004"/>
                <a:gd name="connsiteX5" fmla="*/ 1307940 w 2569580"/>
                <a:gd name="connsiteY5" fmla="*/ 83430 h 95004"/>
                <a:gd name="connsiteX6" fmla="*/ 844952 w 2569580"/>
                <a:gd name="connsiteY6" fmla="*/ 71855 h 95004"/>
                <a:gd name="connsiteX7" fmla="*/ 775504 w 2569580"/>
                <a:gd name="connsiteY7" fmla="*/ 48706 h 95004"/>
                <a:gd name="connsiteX8" fmla="*/ 740780 w 2569580"/>
                <a:gd name="connsiteY8" fmla="*/ 37131 h 95004"/>
                <a:gd name="connsiteX9" fmla="*/ 254643 w 2569580"/>
                <a:gd name="connsiteY9" fmla="*/ 48706 h 95004"/>
                <a:gd name="connsiteX10" fmla="*/ 219919 w 2569580"/>
                <a:gd name="connsiteY10" fmla="*/ 60280 h 95004"/>
                <a:gd name="connsiteX11" fmla="*/ 196770 w 2569580"/>
                <a:gd name="connsiteY11" fmla="*/ 95004 h 95004"/>
                <a:gd name="connsiteX12" fmla="*/ 0 w 2569580"/>
                <a:gd name="connsiteY12" fmla="*/ 83430 h 95004"/>
                <a:gd name="connsiteX0" fmla="*/ 2541747 w 2541747"/>
                <a:gd name="connsiteY0" fmla="*/ 13982 h 95004"/>
                <a:gd name="connsiteX1" fmla="*/ 2159783 w 2541747"/>
                <a:gd name="connsiteY1" fmla="*/ 13982 h 95004"/>
                <a:gd name="connsiteX2" fmla="*/ 2090334 w 2541747"/>
                <a:gd name="connsiteY2" fmla="*/ 37131 h 95004"/>
                <a:gd name="connsiteX3" fmla="*/ 1453727 w 2541747"/>
                <a:gd name="connsiteY3" fmla="*/ 60280 h 95004"/>
                <a:gd name="connsiteX4" fmla="*/ 1361129 w 2541747"/>
                <a:gd name="connsiteY4" fmla="*/ 71855 h 95004"/>
                <a:gd name="connsiteX5" fmla="*/ 1280107 w 2541747"/>
                <a:gd name="connsiteY5" fmla="*/ 83430 h 95004"/>
                <a:gd name="connsiteX6" fmla="*/ 817119 w 2541747"/>
                <a:gd name="connsiteY6" fmla="*/ 71855 h 95004"/>
                <a:gd name="connsiteX7" fmla="*/ 747671 w 2541747"/>
                <a:gd name="connsiteY7" fmla="*/ 48706 h 95004"/>
                <a:gd name="connsiteX8" fmla="*/ 712947 w 2541747"/>
                <a:gd name="connsiteY8" fmla="*/ 37131 h 95004"/>
                <a:gd name="connsiteX9" fmla="*/ 226810 w 2541747"/>
                <a:gd name="connsiteY9" fmla="*/ 48706 h 95004"/>
                <a:gd name="connsiteX10" fmla="*/ 192086 w 2541747"/>
                <a:gd name="connsiteY10" fmla="*/ 60280 h 95004"/>
                <a:gd name="connsiteX11" fmla="*/ 168937 w 2541747"/>
                <a:gd name="connsiteY11" fmla="*/ 95004 h 95004"/>
                <a:gd name="connsiteX12" fmla="*/ 0 w 2541747"/>
                <a:gd name="connsiteY12" fmla="*/ 24815 h 95004"/>
                <a:gd name="connsiteX0" fmla="*/ 2541747 w 2541747"/>
                <a:gd name="connsiteY0" fmla="*/ 13982 h 95004"/>
                <a:gd name="connsiteX1" fmla="*/ 2159783 w 2541747"/>
                <a:gd name="connsiteY1" fmla="*/ 13982 h 95004"/>
                <a:gd name="connsiteX2" fmla="*/ 2090334 w 2541747"/>
                <a:gd name="connsiteY2" fmla="*/ 37131 h 95004"/>
                <a:gd name="connsiteX3" fmla="*/ 1453727 w 2541747"/>
                <a:gd name="connsiteY3" fmla="*/ 60280 h 95004"/>
                <a:gd name="connsiteX4" fmla="*/ 1361129 w 2541747"/>
                <a:gd name="connsiteY4" fmla="*/ 71855 h 95004"/>
                <a:gd name="connsiteX5" fmla="*/ 1280107 w 2541747"/>
                <a:gd name="connsiteY5" fmla="*/ 83430 h 95004"/>
                <a:gd name="connsiteX6" fmla="*/ 817119 w 2541747"/>
                <a:gd name="connsiteY6" fmla="*/ 71855 h 95004"/>
                <a:gd name="connsiteX7" fmla="*/ 747671 w 2541747"/>
                <a:gd name="connsiteY7" fmla="*/ 48706 h 95004"/>
                <a:gd name="connsiteX8" fmla="*/ 712947 w 2541747"/>
                <a:gd name="connsiteY8" fmla="*/ 37131 h 95004"/>
                <a:gd name="connsiteX9" fmla="*/ 226810 w 2541747"/>
                <a:gd name="connsiteY9" fmla="*/ 48706 h 95004"/>
                <a:gd name="connsiteX10" fmla="*/ 192086 w 2541747"/>
                <a:gd name="connsiteY10" fmla="*/ 60280 h 95004"/>
                <a:gd name="connsiteX11" fmla="*/ 168937 w 2541747"/>
                <a:gd name="connsiteY11" fmla="*/ 95004 h 95004"/>
                <a:gd name="connsiteX12" fmla="*/ 0 w 2541747"/>
                <a:gd name="connsiteY12" fmla="*/ 24815 h 95004"/>
                <a:gd name="connsiteX0" fmla="*/ 2537771 w 2537771"/>
                <a:gd name="connsiteY0" fmla="*/ 13982 h 95004"/>
                <a:gd name="connsiteX1" fmla="*/ 2155807 w 2537771"/>
                <a:gd name="connsiteY1" fmla="*/ 13982 h 95004"/>
                <a:gd name="connsiteX2" fmla="*/ 2086358 w 2537771"/>
                <a:gd name="connsiteY2" fmla="*/ 37131 h 95004"/>
                <a:gd name="connsiteX3" fmla="*/ 1449751 w 2537771"/>
                <a:gd name="connsiteY3" fmla="*/ 60280 h 95004"/>
                <a:gd name="connsiteX4" fmla="*/ 1357153 w 2537771"/>
                <a:gd name="connsiteY4" fmla="*/ 71855 h 95004"/>
                <a:gd name="connsiteX5" fmla="*/ 1276131 w 2537771"/>
                <a:gd name="connsiteY5" fmla="*/ 83430 h 95004"/>
                <a:gd name="connsiteX6" fmla="*/ 813143 w 2537771"/>
                <a:gd name="connsiteY6" fmla="*/ 71855 h 95004"/>
                <a:gd name="connsiteX7" fmla="*/ 743695 w 2537771"/>
                <a:gd name="connsiteY7" fmla="*/ 48706 h 95004"/>
                <a:gd name="connsiteX8" fmla="*/ 708971 w 2537771"/>
                <a:gd name="connsiteY8" fmla="*/ 37131 h 95004"/>
                <a:gd name="connsiteX9" fmla="*/ 222834 w 2537771"/>
                <a:gd name="connsiteY9" fmla="*/ 48706 h 95004"/>
                <a:gd name="connsiteX10" fmla="*/ 188110 w 2537771"/>
                <a:gd name="connsiteY10" fmla="*/ 60280 h 95004"/>
                <a:gd name="connsiteX11" fmla="*/ 164961 w 2537771"/>
                <a:gd name="connsiteY11" fmla="*/ 95004 h 95004"/>
                <a:gd name="connsiteX12" fmla="*/ 0 w 2537771"/>
                <a:gd name="connsiteY12" fmla="*/ 1369 h 95004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22834 w 2537771"/>
                <a:gd name="connsiteY9" fmla="*/ 48706 h 83430"/>
                <a:gd name="connsiteX10" fmla="*/ 188110 w 2537771"/>
                <a:gd name="connsiteY10" fmla="*/ 60280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54643 w 2537771"/>
                <a:gd name="connsiteY9" fmla="*/ 72152 h 83430"/>
                <a:gd name="connsiteX10" fmla="*/ 188110 w 2537771"/>
                <a:gd name="connsiteY10" fmla="*/ 60280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605592 w 2537771"/>
                <a:gd name="connsiteY8" fmla="*/ 60577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7671 w 2537771"/>
                <a:gd name="connsiteY7" fmla="*/ 60429 h 83430"/>
                <a:gd name="connsiteX8" fmla="*/ 605592 w 2537771"/>
                <a:gd name="connsiteY8" fmla="*/ 60577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7671 w 2537771"/>
                <a:gd name="connsiteY7" fmla="*/ 60429 h 83430"/>
                <a:gd name="connsiteX8" fmla="*/ 526070 w 2537771"/>
                <a:gd name="connsiteY8" fmla="*/ 33224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934"/>
                <a:gd name="connsiteX1" fmla="*/ 2155807 w 2537771"/>
                <a:gd name="connsiteY1" fmla="*/ 13982 h 83934"/>
                <a:gd name="connsiteX2" fmla="*/ 2086358 w 2537771"/>
                <a:gd name="connsiteY2" fmla="*/ 37131 h 83934"/>
                <a:gd name="connsiteX3" fmla="*/ 1449751 w 2537771"/>
                <a:gd name="connsiteY3" fmla="*/ 60280 h 83934"/>
                <a:gd name="connsiteX4" fmla="*/ 1357153 w 2537771"/>
                <a:gd name="connsiteY4" fmla="*/ 71855 h 83934"/>
                <a:gd name="connsiteX5" fmla="*/ 1276131 w 2537771"/>
                <a:gd name="connsiteY5" fmla="*/ 83430 h 83934"/>
                <a:gd name="connsiteX6" fmla="*/ 960259 w 2537771"/>
                <a:gd name="connsiteY6" fmla="*/ 79670 h 83934"/>
                <a:gd name="connsiteX7" fmla="*/ 747671 w 2537771"/>
                <a:gd name="connsiteY7" fmla="*/ 60429 h 83934"/>
                <a:gd name="connsiteX8" fmla="*/ 526070 w 2537771"/>
                <a:gd name="connsiteY8" fmla="*/ 33224 h 83934"/>
                <a:gd name="connsiteX9" fmla="*/ 254643 w 2537771"/>
                <a:gd name="connsiteY9" fmla="*/ 72152 h 83934"/>
                <a:gd name="connsiteX10" fmla="*/ 180158 w 2537771"/>
                <a:gd name="connsiteY10" fmla="*/ 48557 h 83934"/>
                <a:gd name="connsiteX11" fmla="*/ 93392 w 2537771"/>
                <a:gd name="connsiteY11" fmla="*/ 83281 h 83934"/>
                <a:gd name="connsiteX12" fmla="*/ 0 w 2537771"/>
                <a:gd name="connsiteY12" fmla="*/ 1369 h 83934"/>
                <a:gd name="connsiteX0" fmla="*/ 2537771 w 2537771"/>
                <a:gd name="connsiteY0" fmla="*/ 13982 h 83934"/>
                <a:gd name="connsiteX1" fmla="*/ 2155807 w 2537771"/>
                <a:gd name="connsiteY1" fmla="*/ 13982 h 83934"/>
                <a:gd name="connsiteX2" fmla="*/ 2086358 w 2537771"/>
                <a:gd name="connsiteY2" fmla="*/ 37131 h 83934"/>
                <a:gd name="connsiteX3" fmla="*/ 1449751 w 2537771"/>
                <a:gd name="connsiteY3" fmla="*/ 60280 h 83934"/>
                <a:gd name="connsiteX4" fmla="*/ 1357153 w 2537771"/>
                <a:gd name="connsiteY4" fmla="*/ 71855 h 83934"/>
                <a:gd name="connsiteX5" fmla="*/ 1276131 w 2537771"/>
                <a:gd name="connsiteY5" fmla="*/ 83430 h 83934"/>
                <a:gd name="connsiteX6" fmla="*/ 960259 w 2537771"/>
                <a:gd name="connsiteY6" fmla="*/ 79670 h 83934"/>
                <a:gd name="connsiteX7" fmla="*/ 747671 w 2537771"/>
                <a:gd name="connsiteY7" fmla="*/ 60429 h 83934"/>
                <a:gd name="connsiteX8" fmla="*/ 526070 w 2537771"/>
                <a:gd name="connsiteY8" fmla="*/ 33224 h 83934"/>
                <a:gd name="connsiteX9" fmla="*/ 254643 w 2537771"/>
                <a:gd name="connsiteY9" fmla="*/ 72152 h 83934"/>
                <a:gd name="connsiteX10" fmla="*/ 180158 w 2537771"/>
                <a:gd name="connsiteY10" fmla="*/ 48557 h 83934"/>
                <a:gd name="connsiteX11" fmla="*/ 93392 w 2537771"/>
                <a:gd name="connsiteY11" fmla="*/ 83281 h 83934"/>
                <a:gd name="connsiteX12" fmla="*/ 0 w 2537771"/>
                <a:gd name="connsiteY12" fmla="*/ 1369 h 83934"/>
                <a:gd name="connsiteX0" fmla="*/ 2537771 w 2537771"/>
                <a:gd name="connsiteY0" fmla="*/ 13982 h 85357"/>
                <a:gd name="connsiteX1" fmla="*/ 2155807 w 2537771"/>
                <a:gd name="connsiteY1" fmla="*/ 13982 h 85357"/>
                <a:gd name="connsiteX2" fmla="*/ 2086358 w 2537771"/>
                <a:gd name="connsiteY2" fmla="*/ 37131 h 85357"/>
                <a:gd name="connsiteX3" fmla="*/ 1449751 w 2537771"/>
                <a:gd name="connsiteY3" fmla="*/ 60280 h 85357"/>
                <a:gd name="connsiteX4" fmla="*/ 1365106 w 2537771"/>
                <a:gd name="connsiteY4" fmla="*/ 52317 h 85357"/>
                <a:gd name="connsiteX5" fmla="*/ 1276131 w 2537771"/>
                <a:gd name="connsiteY5" fmla="*/ 83430 h 85357"/>
                <a:gd name="connsiteX6" fmla="*/ 960259 w 2537771"/>
                <a:gd name="connsiteY6" fmla="*/ 79670 h 85357"/>
                <a:gd name="connsiteX7" fmla="*/ 747671 w 2537771"/>
                <a:gd name="connsiteY7" fmla="*/ 60429 h 85357"/>
                <a:gd name="connsiteX8" fmla="*/ 526070 w 2537771"/>
                <a:gd name="connsiteY8" fmla="*/ 33224 h 85357"/>
                <a:gd name="connsiteX9" fmla="*/ 254643 w 2537771"/>
                <a:gd name="connsiteY9" fmla="*/ 72152 h 85357"/>
                <a:gd name="connsiteX10" fmla="*/ 180158 w 2537771"/>
                <a:gd name="connsiteY10" fmla="*/ 48557 h 85357"/>
                <a:gd name="connsiteX11" fmla="*/ 93392 w 2537771"/>
                <a:gd name="connsiteY11" fmla="*/ 83281 h 85357"/>
                <a:gd name="connsiteX12" fmla="*/ 0 w 2537771"/>
                <a:gd name="connsiteY12" fmla="*/ 1369 h 85357"/>
                <a:gd name="connsiteX0" fmla="*/ 2537771 w 2537771"/>
                <a:gd name="connsiteY0" fmla="*/ 13982 h 85357"/>
                <a:gd name="connsiteX1" fmla="*/ 2155807 w 2537771"/>
                <a:gd name="connsiteY1" fmla="*/ 13982 h 85357"/>
                <a:gd name="connsiteX2" fmla="*/ 2086358 w 2537771"/>
                <a:gd name="connsiteY2" fmla="*/ 37131 h 85357"/>
                <a:gd name="connsiteX3" fmla="*/ 1604819 w 2537771"/>
                <a:gd name="connsiteY3" fmla="*/ 72003 h 85357"/>
                <a:gd name="connsiteX4" fmla="*/ 1365106 w 2537771"/>
                <a:gd name="connsiteY4" fmla="*/ 52317 h 85357"/>
                <a:gd name="connsiteX5" fmla="*/ 1276131 w 2537771"/>
                <a:gd name="connsiteY5" fmla="*/ 83430 h 85357"/>
                <a:gd name="connsiteX6" fmla="*/ 960259 w 2537771"/>
                <a:gd name="connsiteY6" fmla="*/ 79670 h 85357"/>
                <a:gd name="connsiteX7" fmla="*/ 747671 w 2537771"/>
                <a:gd name="connsiteY7" fmla="*/ 60429 h 85357"/>
                <a:gd name="connsiteX8" fmla="*/ 526070 w 2537771"/>
                <a:gd name="connsiteY8" fmla="*/ 33224 h 85357"/>
                <a:gd name="connsiteX9" fmla="*/ 254643 w 2537771"/>
                <a:gd name="connsiteY9" fmla="*/ 72152 h 85357"/>
                <a:gd name="connsiteX10" fmla="*/ 180158 w 2537771"/>
                <a:gd name="connsiteY10" fmla="*/ 48557 h 85357"/>
                <a:gd name="connsiteX11" fmla="*/ 93392 w 2537771"/>
                <a:gd name="connsiteY11" fmla="*/ 83281 h 85357"/>
                <a:gd name="connsiteX12" fmla="*/ 0 w 2537771"/>
                <a:gd name="connsiteY12" fmla="*/ 1369 h 85357"/>
                <a:gd name="connsiteX0" fmla="*/ 2537771 w 2537771"/>
                <a:gd name="connsiteY0" fmla="*/ 13982 h 83281"/>
                <a:gd name="connsiteX1" fmla="*/ 2155807 w 2537771"/>
                <a:gd name="connsiteY1" fmla="*/ 13982 h 83281"/>
                <a:gd name="connsiteX2" fmla="*/ 2086358 w 2537771"/>
                <a:gd name="connsiteY2" fmla="*/ 37131 h 83281"/>
                <a:gd name="connsiteX3" fmla="*/ 1604819 w 2537771"/>
                <a:gd name="connsiteY3" fmla="*/ 72003 h 83281"/>
                <a:gd name="connsiteX4" fmla="*/ 1365106 w 2537771"/>
                <a:gd name="connsiteY4" fmla="*/ 52317 h 83281"/>
                <a:gd name="connsiteX5" fmla="*/ 1188657 w 2537771"/>
                <a:gd name="connsiteY5" fmla="*/ 71707 h 83281"/>
                <a:gd name="connsiteX6" fmla="*/ 960259 w 2537771"/>
                <a:gd name="connsiteY6" fmla="*/ 79670 h 83281"/>
                <a:gd name="connsiteX7" fmla="*/ 747671 w 2537771"/>
                <a:gd name="connsiteY7" fmla="*/ 60429 h 83281"/>
                <a:gd name="connsiteX8" fmla="*/ 526070 w 2537771"/>
                <a:gd name="connsiteY8" fmla="*/ 33224 h 83281"/>
                <a:gd name="connsiteX9" fmla="*/ 254643 w 2537771"/>
                <a:gd name="connsiteY9" fmla="*/ 72152 h 83281"/>
                <a:gd name="connsiteX10" fmla="*/ 180158 w 2537771"/>
                <a:gd name="connsiteY10" fmla="*/ 48557 h 83281"/>
                <a:gd name="connsiteX11" fmla="*/ 93392 w 2537771"/>
                <a:gd name="connsiteY11" fmla="*/ 83281 h 83281"/>
                <a:gd name="connsiteX12" fmla="*/ 0 w 2537771"/>
                <a:gd name="connsiteY12" fmla="*/ 1369 h 83281"/>
                <a:gd name="connsiteX0" fmla="*/ 2537771 w 2537771"/>
                <a:gd name="connsiteY0" fmla="*/ 12613 h 81912"/>
                <a:gd name="connsiteX1" fmla="*/ 2191592 w 2537771"/>
                <a:gd name="connsiteY1" fmla="*/ 39967 h 81912"/>
                <a:gd name="connsiteX2" fmla="*/ 2086358 w 2537771"/>
                <a:gd name="connsiteY2" fmla="*/ 35762 h 81912"/>
                <a:gd name="connsiteX3" fmla="*/ 1604819 w 2537771"/>
                <a:gd name="connsiteY3" fmla="*/ 70634 h 81912"/>
                <a:gd name="connsiteX4" fmla="*/ 1365106 w 2537771"/>
                <a:gd name="connsiteY4" fmla="*/ 50948 h 81912"/>
                <a:gd name="connsiteX5" fmla="*/ 1188657 w 2537771"/>
                <a:gd name="connsiteY5" fmla="*/ 70338 h 81912"/>
                <a:gd name="connsiteX6" fmla="*/ 960259 w 2537771"/>
                <a:gd name="connsiteY6" fmla="*/ 78301 h 81912"/>
                <a:gd name="connsiteX7" fmla="*/ 747671 w 2537771"/>
                <a:gd name="connsiteY7" fmla="*/ 59060 h 81912"/>
                <a:gd name="connsiteX8" fmla="*/ 526070 w 2537771"/>
                <a:gd name="connsiteY8" fmla="*/ 31855 h 81912"/>
                <a:gd name="connsiteX9" fmla="*/ 254643 w 2537771"/>
                <a:gd name="connsiteY9" fmla="*/ 70783 h 81912"/>
                <a:gd name="connsiteX10" fmla="*/ 180158 w 2537771"/>
                <a:gd name="connsiteY10" fmla="*/ 47188 h 81912"/>
                <a:gd name="connsiteX11" fmla="*/ 93392 w 2537771"/>
                <a:gd name="connsiteY11" fmla="*/ 81912 h 81912"/>
                <a:gd name="connsiteX12" fmla="*/ 0 w 2537771"/>
                <a:gd name="connsiteY12" fmla="*/ 0 h 81912"/>
                <a:gd name="connsiteX0" fmla="*/ 2537771 w 2537771"/>
                <a:gd name="connsiteY0" fmla="*/ 12613 h 81912"/>
                <a:gd name="connsiteX1" fmla="*/ 2191592 w 2537771"/>
                <a:gd name="connsiteY1" fmla="*/ 39967 h 81912"/>
                <a:gd name="connsiteX2" fmla="*/ 2054548 w 2537771"/>
                <a:gd name="connsiteY2" fmla="*/ 27946 h 81912"/>
                <a:gd name="connsiteX3" fmla="*/ 1604819 w 2537771"/>
                <a:gd name="connsiteY3" fmla="*/ 70634 h 81912"/>
                <a:gd name="connsiteX4" fmla="*/ 1365106 w 2537771"/>
                <a:gd name="connsiteY4" fmla="*/ 50948 h 81912"/>
                <a:gd name="connsiteX5" fmla="*/ 1188657 w 2537771"/>
                <a:gd name="connsiteY5" fmla="*/ 70338 h 81912"/>
                <a:gd name="connsiteX6" fmla="*/ 960259 w 2537771"/>
                <a:gd name="connsiteY6" fmla="*/ 78301 h 81912"/>
                <a:gd name="connsiteX7" fmla="*/ 747671 w 2537771"/>
                <a:gd name="connsiteY7" fmla="*/ 59060 h 81912"/>
                <a:gd name="connsiteX8" fmla="*/ 526070 w 2537771"/>
                <a:gd name="connsiteY8" fmla="*/ 31855 h 81912"/>
                <a:gd name="connsiteX9" fmla="*/ 254643 w 2537771"/>
                <a:gd name="connsiteY9" fmla="*/ 70783 h 81912"/>
                <a:gd name="connsiteX10" fmla="*/ 180158 w 2537771"/>
                <a:gd name="connsiteY10" fmla="*/ 47188 h 81912"/>
                <a:gd name="connsiteX11" fmla="*/ 93392 w 2537771"/>
                <a:gd name="connsiteY11" fmla="*/ 81912 h 81912"/>
                <a:gd name="connsiteX12" fmla="*/ 0 w 2537771"/>
                <a:gd name="connsiteY12" fmla="*/ 0 h 81912"/>
                <a:gd name="connsiteX0" fmla="*/ 2537771 w 2537771"/>
                <a:gd name="connsiteY0" fmla="*/ 12613 h 79392"/>
                <a:gd name="connsiteX1" fmla="*/ 2191592 w 2537771"/>
                <a:gd name="connsiteY1" fmla="*/ 39967 h 79392"/>
                <a:gd name="connsiteX2" fmla="*/ 2054548 w 2537771"/>
                <a:gd name="connsiteY2" fmla="*/ 27946 h 79392"/>
                <a:gd name="connsiteX3" fmla="*/ 1604819 w 2537771"/>
                <a:gd name="connsiteY3" fmla="*/ 70634 h 79392"/>
                <a:gd name="connsiteX4" fmla="*/ 1365106 w 2537771"/>
                <a:gd name="connsiteY4" fmla="*/ 50948 h 79392"/>
                <a:gd name="connsiteX5" fmla="*/ 1188657 w 2537771"/>
                <a:gd name="connsiteY5" fmla="*/ 70338 h 79392"/>
                <a:gd name="connsiteX6" fmla="*/ 960259 w 2537771"/>
                <a:gd name="connsiteY6" fmla="*/ 78301 h 79392"/>
                <a:gd name="connsiteX7" fmla="*/ 747671 w 2537771"/>
                <a:gd name="connsiteY7" fmla="*/ 59060 h 79392"/>
                <a:gd name="connsiteX8" fmla="*/ 526070 w 2537771"/>
                <a:gd name="connsiteY8" fmla="*/ 31855 h 79392"/>
                <a:gd name="connsiteX9" fmla="*/ 254643 w 2537771"/>
                <a:gd name="connsiteY9" fmla="*/ 70783 h 79392"/>
                <a:gd name="connsiteX10" fmla="*/ 180158 w 2537771"/>
                <a:gd name="connsiteY10" fmla="*/ 47188 h 79392"/>
                <a:gd name="connsiteX11" fmla="*/ 105320 w 2537771"/>
                <a:gd name="connsiteY11" fmla="*/ 62373 h 79392"/>
                <a:gd name="connsiteX12" fmla="*/ 0 w 2537771"/>
                <a:gd name="connsiteY12" fmla="*/ 0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7771" h="79392">
                  <a:moveTo>
                    <a:pt x="2537771" y="12613"/>
                  </a:moveTo>
                  <a:cubicBezTo>
                    <a:pt x="2372259" y="-2434"/>
                    <a:pt x="2272129" y="37412"/>
                    <a:pt x="2191592" y="39967"/>
                  </a:cubicBezTo>
                  <a:cubicBezTo>
                    <a:pt x="2111055" y="42522"/>
                    <a:pt x="2152344" y="22835"/>
                    <a:pt x="2054548" y="27946"/>
                  </a:cubicBezTo>
                  <a:cubicBezTo>
                    <a:pt x="1956753" y="33057"/>
                    <a:pt x="2056264" y="56072"/>
                    <a:pt x="1604819" y="70634"/>
                  </a:cubicBezTo>
                  <a:cubicBezTo>
                    <a:pt x="1524915" y="64072"/>
                    <a:pt x="1434466" y="50997"/>
                    <a:pt x="1365106" y="50948"/>
                  </a:cubicBezTo>
                  <a:cubicBezTo>
                    <a:pt x="1295746" y="50899"/>
                    <a:pt x="1256132" y="65779"/>
                    <a:pt x="1188657" y="70338"/>
                  </a:cubicBezTo>
                  <a:cubicBezTo>
                    <a:pt x="1121183" y="74897"/>
                    <a:pt x="1114588" y="82159"/>
                    <a:pt x="960259" y="78301"/>
                  </a:cubicBezTo>
                  <a:cubicBezTo>
                    <a:pt x="937110" y="70585"/>
                    <a:pt x="820036" y="66801"/>
                    <a:pt x="747671" y="59060"/>
                  </a:cubicBezTo>
                  <a:cubicBezTo>
                    <a:pt x="675306" y="51319"/>
                    <a:pt x="608241" y="29901"/>
                    <a:pt x="526070" y="31855"/>
                  </a:cubicBezTo>
                  <a:cubicBezTo>
                    <a:pt x="443899" y="33809"/>
                    <a:pt x="312295" y="68228"/>
                    <a:pt x="254643" y="70783"/>
                  </a:cubicBezTo>
                  <a:cubicBezTo>
                    <a:pt x="196991" y="73338"/>
                    <a:pt x="205045" y="48590"/>
                    <a:pt x="180158" y="47188"/>
                  </a:cubicBezTo>
                  <a:cubicBezTo>
                    <a:pt x="155271" y="45786"/>
                    <a:pt x="113036" y="50798"/>
                    <a:pt x="105320" y="62373"/>
                  </a:cubicBezTo>
                  <a:cubicBezTo>
                    <a:pt x="49008" y="38977"/>
                    <a:pt x="8599" y="82012"/>
                    <a:pt x="0" y="0"/>
                  </a:cubicBezTo>
                </a:path>
              </a:pathLst>
            </a:custGeom>
            <a:noFill/>
            <a:ln w="34925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3" name="Freeform 118"/>
            <p:cNvSpPr>
              <a:spLocks noEditPoints="1"/>
            </p:cNvSpPr>
            <p:nvPr/>
          </p:nvSpPr>
          <p:spPr bwMode="auto">
            <a:xfrm flipH="1">
              <a:off x="10124063" y="5530041"/>
              <a:ext cx="1513841" cy="619089"/>
            </a:xfrm>
            <a:custGeom>
              <a:avLst/>
              <a:gdLst>
                <a:gd name="T0" fmla="*/ 250 w 257"/>
                <a:gd name="T1" fmla="*/ 87 h 92"/>
                <a:gd name="T2" fmla="*/ 215 w 257"/>
                <a:gd name="T3" fmla="*/ 84 h 92"/>
                <a:gd name="T4" fmla="*/ 204 w 257"/>
                <a:gd name="T5" fmla="*/ 87 h 92"/>
                <a:gd name="T6" fmla="*/ 146 w 257"/>
                <a:gd name="T7" fmla="*/ 88 h 92"/>
                <a:gd name="T8" fmla="*/ 116 w 257"/>
                <a:gd name="T9" fmla="*/ 85 h 92"/>
                <a:gd name="T10" fmla="*/ 54 w 257"/>
                <a:gd name="T11" fmla="*/ 54 h 92"/>
                <a:gd name="T12" fmla="*/ 2 w 257"/>
                <a:gd name="T13" fmla="*/ 30 h 92"/>
                <a:gd name="T14" fmla="*/ 16 w 257"/>
                <a:gd name="T15" fmla="*/ 0 h 92"/>
                <a:gd name="T16" fmla="*/ 42 w 257"/>
                <a:gd name="T17" fmla="*/ 12 h 92"/>
                <a:gd name="T18" fmla="*/ 78 w 257"/>
                <a:gd name="T19" fmla="*/ 31 h 92"/>
                <a:gd name="T20" fmla="*/ 134 w 257"/>
                <a:gd name="T21" fmla="*/ 61 h 92"/>
                <a:gd name="T22" fmla="*/ 171 w 257"/>
                <a:gd name="T23" fmla="*/ 84 h 92"/>
                <a:gd name="T24" fmla="*/ 186 w 257"/>
                <a:gd name="T25" fmla="*/ 72 h 92"/>
                <a:gd name="T26" fmla="*/ 206 w 257"/>
                <a:gd name="T27" fmla="*/ 71 h 92"/>
                <a:gd name="T28" fmla="*/ 225 w 257"/>
                <a:gd name="T29" fmla="*/ 79 h 92"/>
                <a:gd name="T30" fmla="*/ 254 w 257"/>
                <a:gd name="T31" fmla="*/ 82 h 92"/>
                <a:gd name="T32" fmla="*/ 237 w 257"/>
                <a:gd name="T33" fmla="*/ 80 h 92"/>
                <a:gd name="T34" fmla="*/ 217 w 257"/>
                <a:gd name="T35" fmla="*/ 82 h 92"/>
                <a:gd name="T36" fmla="*/ 244 w 257"/>
                <a:gd name="T37" fmla="*/ 82 h 92"/>
                <a:gd name="T38" fmla="*/ 187 w 257"/>
                <a:gd name="T39" fmla="*/ 70 h 92"/>
                <a:gd name="T40" fmla="*/ 188 w 257"/>
                <a:gd name="T41" fmla="*/ 86 h 92"/>
                <a:gd name="T42" fmla="*/ 158 w 257"/>
                <a:gd name="T43" fmla="*/ 84 h 92"/>
                <a:gd name="T44" fmla="*/ 172 w 257"/>
                <a:gd name="T45" fmla="*/ 87 h 92"/>
                <a:gd name="T46" fmla="*/ 195 w 257"/>
                <a:gd name="T47" fmla="*/ 74 h 92"/>
                <a:gd name="T48" fmla="*/ 202 w 257"/>
                <a:gd name="T49" fmla="*/ 72 h 92"/>
                <a:gd name="T50" fmla="*/ 211 w 257"/>
                <a:gd name="T51" fmla="*/ 78 h 92"/>
                <a:gd name="T52" fmla="*/ 148 w 257"/>
                <a:gd name="T53" fmla="*/ 85 h 92"/>
                <a:gd name="T54" fmla="*/ 132 w 257"/>
                <a:gd name="T55" fmla="*/ 72 h 92"/>
                <a:gd name="T56" fmla="*/ 139 w 257"/>
                <a:gd name="T57" fmla="*/ 85 h 92"/>
                <a:gd name="T58" fmla="*/ 122 w 257"/>
                <a:gd name="T59" fmla="*/ 58 h 92"/>
                <a:gd name="T60" fmla="*/ 130 w 257"/>
                <a:gd name="T61" fmla="*/ 71 h 92"/>
                <a:gd name="T62" fmla="*/ 70 w 257"/>
                <a:gd name="T63" fmla="*/ 56 h 92"/>
                <a:gd name="T64" fmla="*/ 110 w 257"/>
                <a:gd name="T65" fmla="*/ 76 h 92"/>
                <a:gd name="T66" fmla="*/ 120 w 257"/>
                <a:gd name="T67" fmla="*/ 57 h 92"/>
                <a:gd name="T68" fmla="*/ 74 w 257"/>
                <a:gd name="T69" fmla="*/ 31 h 92"/>
                <a:gd name="T70" fmla="*/ 111 w 257"/>
                <a:gd name="T71" fmla="*/ 55 h 92"/>
                <a:gd name="T72" fmla="*/ 91 w 257"/>
                <a:gd name="T73" fmla="*/ 60 h 92"/>
                <a:gd name="T74" fmla="*/ 53 w 257"/>
                <a:gd name="T75" fmla="*/ 37 h 92"/>
                <a:gd name="T76" fmla="*/ 34 w 257"/>
                <a:gd name="T77" fmla="*/ 10 h 92"/>
                <a:gd name="T78" fmla="*/ 112 w 257"/>
                <a:gd name="T79" fmla="*/ 59 h 92"/>
                <a:gd name="T80" fmla="*/ 77 w 257"/>
                <a:gd name="T81" fmla="*/ 39 h 92"/>
                <a:gd name="T82" fmla="*/ 49 w 257"/>
                <a:gd name="T83" fmla="*/ 22 h 92"/>
                <a:gd name="T84" fmla="*/ 58 w 257"/>
                <a:gd name="T85" fmla="*/ 39 h 92"/>
                <a:gd name="T86" fmla="*/ 113 w 257"/>
                <a:gd name="T87" fmla="*/ 60 h 92"/>
                <a:gd name="T88" fmla="*/ 110 w 257"/>
                <a:gd name="T89" fmla="*/ 78 h 92"/>
                <a:gd name="T90" fmla="*/ 67 w 257"/>
                <a:gd name="T91" fmla="*/ 57 h 92"/>
                <a:gd name="T92" fmla="*/ 21 w 257"/>
                <a:gd name="T93" fmla="*/ 38 h 92"/>
                <a:gd name="T94" fmla="*/ 102 w 257"/>
                <a:gd name="T95" fmla="*/ 75 h 92"/>
                <a:gd name="T96" fmla="*/ 32 w 257"/>
                <a:gd name="T97" fmla="*/ 8 h 92"/>
                <a:gd name="T98" fmla="*/ 18 w 257"/>
                <a:gd name="T99" fmla="*/ 37 h 92"/>
                <a:gd name="T100" fmla="*/ 8 w 257"/>
                <a:gd name="T101" fmla="*/ 9 h 92"/>
                <a:gd name="T102" fmla="*/ 7 w 257"/>
                <a:gd name="T103" fmla="*/ 28 h 92"/>
                <a:gd name="T104" fmla="*/ 20 w 257"/>
                <a:gd name="T105" fmla="*/ 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57" h="92">
                  <a:moveTo>
                    <a:pt x="256" y="83"/>
                  </a:moveTo>
                  <a:cubicBezTo>
                    <a:pt x="256" y="84"/>
                    <a:pt x="257" y="87"/>
                    <a:pt x="256" y="89"/>
                  </a:cubicBezTo>
                  <a:cubicBezTo>
                    <a:pt x="253" y="89"/>
                    <a:pt x="253" y="88"/>
                    <a:pt x="250" y="87"/>
                  </a:cubicBezTo>
                  <a:cubicBezTo>
                    <a:pt x="244" y="86"/>
                    <a:pt x="238" y="83"/>
                    <a:pt x="231" y="84"/>
                  </a:cubicBezTo>
                  <a:cubicBezTo>
                    <a:pt x="229" y="84"/>
                    <a:pt x="227" y="86"/>
                    <a:pt x="225" y="86"/>
                  </a:cubicBezTo>
                  <a:cubicBezTo>
                    <a:pt x="221" y="86"/>
                    <a:pt x="219" y="84"/>
                    <a:pt x="215" y="84"/>
                  </a:cubicBezTo>
                  <a:cubicBezTo>
                    <a:pt x="212" y="82"/>
                    <a:pt x="208" y="79"/>
                    <a:pt x="205" y="76"/>
                  </a:cubicBezTo>
                  <a:cubicBezTo>
                    <a:pt x="206" y="79"/>
                    <a:pt x="208" y="81"/>
                    <a:pt x="208" y="84"/>
                  </a:cubicBezTo>
                  <a:cubicBezTo>
                    <a:pt x="207" y="86"/>
                    <a:pt x="205" y="86"/>
                    <a:pt x="204" y="87"/>
                  </a:cubicBezTo>
                  <a:cubicBezTo>
                    <a:pt x="196" y="87"/>
                    <a:pt x="189" y="90"/>
                    <a:pt x="183" y="91"/>
                  </a:cubicBezTo>
                  <a:cubicBezTo>
                    <a:pt x="172" y="91"/>
                    <a:pt x="163" y="85"/>
                    <a:pt x="152" y="86"/>
                  </a:cubicBezTo>
                  <a:cubicBezTo>
                    <a:pt x="150" y="87"/>
                    <a:pt x="148" y="88"/>
                    <a:pt x="146" y="88"/>
                  </a:cubicBezTo>
                  <a:cubicBezTo>
                    <a:pt x="142" y="88"/>
                    <a:pt x="138" y="87"/>
                    <a:pt x="134" y="87"/>
                  </a:cubicBezTo>
                  <a:cubicBezTo>
                    <a:pt x="130" y="87"/>
                    <a:pt x="125" y="86"/>
                    <a:pt x="121" y="86"/>
                  </a:cubicBezTo>
                  <a:cubicBezTo>
                    <a:pt x="119" y="87"/>
                    <a:pt x="117" y="87"/>
                    <a:pt x="116" y="85"/>
                  </a:cubicBezTo>
                  <a:cubicBezTo>
                    <a:pt x="105" y="79"/>
                    <a:pt x="94" y="73"/>
                    <a:pt x="83" y="67"/>
                  </a:cubicBezTo>
                  <a:cubicBezTo>
                    <a:pt x="79" y="65"/>
                    <a:pt x="76" y="63"/>
                    <a:pt x="72" y="61"/>
                  </a:cubicBezTo>
                  <a:cubicBezTo>
                    <a:pt x="66" y="59"/>
                    <a:pt x="60" y="57"/>
                    <a:pt x="54" y="54"/>
                  </a:cubicBezTo>
                  <a:cubicBezTo>
                    <a:pt x="43" y="49"/>
                    <a:pt x="31" y="46"/>
                    <a:pt x="21" y="40"/>
                  </a:cubicBezTo>
                  <a:cubicBezTo>
                    <a:pt x="17" y="38"/>
                    <a:pt x="12" y="36"/>
                    <a:pt x="8" y="34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4"/>
                  </a:cubicBezTo>
                  <a:cubicBezTo>
                    <a:pt x="0" y="18"/>
                    <a:pt x="5" y="9"/>
                    <a:pt x="8" y="5"/>
                  </a:cubicBezTo>
                  <a:cubicBezTo>
                    <a:pt x="10" y="3"/>
                    <a:pt x="13" y="1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6" y="3"/>
                    <a:pt x="33" y="7"/>
                    <a:pt x="39" y="10"/>
                  </a:cubicBezTo>
                  <a:cubicBezTo>
                    <a:pt x="40" y="11"/>
                    <a:pt x="41" y="11"/>
                    <a:pt x="42" y="12"/>
                  </a:cubicBezTo>
                  <a:cubicBezTo>
                    <a:pt x="45" y="13"/>
                    <a:pt x="48" y="15"/>
                    <a:pt x="52" y="17"/>
                  </a:cubicBezTo>
                  <a:cubicBezTo>
                    <a:pt x="58" y="20"/>
                    <a:pt x="64" y="23"/>
                    <a:pt x="70" y="26"/>
                  </a:cubicBezTo>
                  <a:cubicBezTo>
                    <a:pt x="73" y="28"/>
                    <a:pt x="75" y="30"/>
                    <a:pt x="78" y="31"/>
                  </a:cubicBezTo>
                  <a:cubicBezTo>
                    <a:pt x="91" y="39"/>
                    <a:pt x="104" y="46"/>
                    <a:pt x="117" y="53"/>
                  </a:cubicBezTo>
                  <a:cubicBezTo>
                    <a:pt x="120" y="55"/>
                    <a:pt x="123" y="56"/>
                    <a:pt x="126" y="57"/>
                  </a:cubicBezTo>
                  <a:cubicBezTo>
                    <a:pt x="128" y="59"/>
                    <a:pt x="131" y="61"/>
                    <a:pt x="134" y="61"/>
                  </a:cubicBezTo>
                  <a:cubicBezTo>
                    <a:pt x="139" y="68"/>
                    <a:pt x="145" y="74"/>
                    <a:pt x="150" y="82"/>
                  </a:cubicBezTo>
                  <a:cubicBezTo>
                    <a:pt x="153" y="81"/>
                    <a:pt x="157" y="82"/>
                    <a:pt x="162" y="82"/>
                  </a:cubicBezTo>
                  <a:cubicBezTo>
                    <a:pt x="165" y="82"/>
                    <a:pt x="168" y="83"/>
                    <a:pt x="171" y="84"/>
                  </a:cubicBezTo>
                  <a:cubicBezTo>
                    <a:pt x="176" y="84"/>
                    <a:pt x="181" y="84"/>
                    <a:pt x="185" y="84"/>
                  </a:cubicBezTo>
                  <a:cubicBezTo>
                    <a:pt x="191" y="85"/>
                    <a:pt x="196" y="83"/>
                    <a:pt x="200" y="80"/>
                  </a:cubicBezTo>
                  <a:cubicBezTo>
                    <a:pt x="198" y="75"/>
                    <a:pt x="188" y="78"/>
                    <a:pt x="186" y="72"/>
                  </a:cubicBezTo>
                  <a:cubicBezTo>
                    <a:pt x="185" y="67"/>
                    <a:pt x="190" y="65"/>
                    <a:pt x="195" y="66"/>
                  </a:cubicBezTo>
                  <a:cubicBezTo>
                    <a:pt x="196" y="66"/>
                    <a:pt x="197" y="66"/>
                    <a:pt x="198" y="67"/>
                  </a:cubicBezTo>
                  <a:cubicBezTo>
                    <a:pt x="201" y="68"/>
                    <a:pt x="203" y="70"/>
                    <a:pt x="206" y="71"/>
                  </a:cubicBezTo>
                  <a:cubicBezTo>
                    <a:pt x="208" y="73"/>
                    <a:pt x="211" y="76"/>
                    <a:pt x="213" y="77"/>
                  </a:cubicBezTo>
                  <a:cubicBezTo>
                    <a:pt x="214" y="78"/>
                    <a:pt x="216" y="78"/>
                    <a:pt x="218" y="79"/>
                  </a:cubicBezTo>
                  <a:cubicBezTo>
                    <a:pt x="221" y="80"/>
                    <a:pt x="222" y="80"/>
                    <a:pt x="225" y="79"/>
                  </a:cubicBezTo>
                  <a:cubicBezTo>
                    <a:pt x="228" y="79"/>
                    <a:pt x="232" y="78"/>
                    <a:pt x="235" y="78"/>
                  </a:cubicBezTo>
                  <a:cubicBezTo>
                    <a:pt x="238" y="78"/>
                    <a:pt x="242" y="80"/>
                    <a:pt x="246" y="81"/>
                  </a:cubicBezTo>
                  <a:cubicBezTo>
                    <a:pt x="249" y="82"/>
                    <a:pt x="253" y="82"/>
                    <a:pt x="254" y="82"/>
                  </a:cubicBezTo>
                  <a:cubicBezTo>
                    <a:pt x="255" y="83"/>
                    <a:pt x="255" y="82"/>
                    <a:pt x="256" y="83"/>
                  </a:cubicBezTo>
                  <a:close/>
                  <a:moveTo>
                    <a:pt x="244" y="82"/>
                  </a:moveTo>
                  <a:cubicBezTo>
                    <a:pt x="242" y="82"/>
                    <a:pt x="239" y="81"/>
                    <a:pt x="237" y="80"/>
                  </a:cubicBezTo>
                  <a:cubicBezTo>
                    <a:pt x="231" y="80"/>
                    <a:pt x="226" y="82"/>
                    <a:pt x="221" y="82"/>
                  </a:cubicBezTo>
                  <a:cubicBezTo>
                    <a:pt x="217" y="81"/>
                    <a:pt x="215" y="80"/>
                    <a:pt x="212" y="79"/>
                  </a:cubicBezTo>
                  <a:cubicBezTo>
                    <a:pt x="213" y="80"/>
                    <a:pt x="215" y="82"/>
                    <a:pt x="217" y="82"/>
                  </a:cubicBezTo>
                  <a:cubicBezTo>
                    <a:pt x="223" y="84"/>
                    <a:pt x="227" y="82"/>
                    <a:pt x="232" y="82"/>
                  </a:cubicBezTo>
                  <a:cubicBezTo>
                    <a:pt x="241" y="81"/>
                    <a:pt x="247" y="85"/>
                    <a:pt x="254" y="86"/>
                  </a:cubicBezTo>
                  <a:cubicBezTo>
                    <a:pt x="254" y="82"/>
                    <a:pt x="249" y="83"/>
                    <a:pt x="244" y="82"/>
                  </a:cubicBezTo>
                  <a:close/>
                  <a:moveTo>
                    <a:pt x="205" y="74"/>
                  </a:moveTo>
                  <a:cubicBezTo>
                    <a:pt x="204" y="71"/>
                    <a:pt x="201" y="70"/>
                    <a:pt x="198" y="69"/>
                  </a:cubicBezTo>
                  <a:cubicBezTo>
                    <a:pt x="195" y="68"/>
                    <a:pt x="188" y="65"/>
                    <a:pt x="187" y="70"/>
                  </a:cubicBezTo>
                  <a:cubicBezTo>
                    <a:pt x="187" y="75"/>
                    <a:pt x="194" y="74"/>
                    <a:pt x="198" y="76"/>
                  </a:cubicBezTo>
                  <a:cubicBezTo>
                    <a:pt x="200" y="76"/>
                    <a:pt x="203" y="79"/>
                    <a:pt x="203" y="81"/>
                  </a:cubicBezTo>
                  <a:cubicBezTo>
                    <a:pt x="202" y="83"/>
                    <a:pt x="192" y="86"/>
                    <a:pt x="188" y="86"/>
                  </a:cubicBezTo>
                  <a:cubicBezTo>
                    <a:pt x="183" y="86"/>
                    <a:pt x="178" y="86"/>
                    <a:pt x="174" y="85"/>
                  </a:cubicBezTo>
                  <a:cubicBezTo>
                    <a:pt x="170" y="85"/>
                    <a:pt x="165" y="83"/>
                    <a:pt x="161" y="83"/>
                  </a:cubicBezTo>
                  <a:cubicBezTo>
                    <a:pt x="160" y="83"/>
                    <a:pt x="159" y="84"/>
                    <a:pt x="158" y="84"/>
                  </a:cubicBezTo>
                  <a:cubicBezTo>
                    <a:pt x="155" y="83"/>
                    <a:pt x="152" y="82"/>
                    <a:pt x="151" y="85"/>
                  </a:cubicBezTo>
                  <a:cubicBezTo>
                    <a:pt x="155" y="85"/>
                    <a:pt x="160" y="85"/>
                    <a:pt x="164" y="85"/>
                  </a:cubicBezTo>
                  <a:cubicBezTo>
                    <a:pt x="167" y="86"/>
                    <a:pt x="169" y="88"/>
                    <a:pt x="172" y="87"/>
                  </a:cubicBezTo>
                  <a:cubicBezTo>
                    <a:pt x="184" y="92"/>
                    <a:pt x="193" y="85"/>
                    <a:pt x="205" y="85"/>
                  </a:cubicBezTo>
                  <a:cubicBezTo>
                    <a:pt x="208" y="82"/>
                    <a:pt x="204" y="79"/>
                    <a:pt x="203" y="77"/>
                  </a:cubicBezTo>
                  <a:cubicBezTo>
                    <a:pt x="200" y="76"/>
                    <a:pt x="198" y="74"/>
                    <a:pt x="195" y="74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3"/>
                    <a:pt x="192" y="72"/>
                    <a:pt x="193" y="70"/>
                  </a:cubicBezTo>
                  <a:cubicBezTo>
                    <a:pt x="197" y="68"/>
                    <a:pt x="200" y="72"/>
                    <a:pt x="202" y="72"/>
                  </a:cubicBezTo>
                  <a:cubicBezTo>
                    <a:pt x="203" y="73"/>
                    <a:pt x="205" y="74"/>
                    <a:pt x="207" y="75"/>
                  </a:cubicBezTo>
                  <a:cubicBezTo>
                    <a:pt x="208" y="76"/>
                    <a:pt x="210" y="78"/>
                    <a:pt x="212" y="78"/>
                  </a:cubicBezTo>
                  <a:cubicBezTo>
                    <a:pt x="211" y="78"/>
                    <a:pt x="211" y="78"/>
                    <a:pt x="211" y="78"/>
                  </a:cubicBezTo>
                  <a:cubicBezTo>
                    <a:pt x="209" y="76"/>
                    <a:pt x="208" y="74"/>
                    <a:pt x="205" y="74"/>
                  </a:cubicBezTo>
                  <a:close/>
                  <a:moveTo>
                    <a:pt x="139" y="85"/>
                  </a:moveTo>
                  <a:cubicBezTo>
                    <a:pt x="142" y="85"/>
                    <a:pt x="147" y="87"/>
                    <a:pt x="148" y="85"/>
                  </a:cubicBezTo>
                  <a:cubicBezTo>
                    <a:pt x="148" y="84"/>
                    <a:pt x="148" y="84"/>
                    <a:pt x="148" y="84"/>
                  </a:cubicBezTo>
                  <a:cubicBezTo>
                    <a:pt x="144" y="77"/>
                    <a:pt x="140" y="69"/>
                    <a:pt x="133" y="64"/>
                  </a:cubicBezTo>
                  <a:cubicBezTo>
                    <a:pt x="132" y="67"/>
                    <a:pt x="133" y="69"/>
                    <a:pt x="132" y="72"/>
                  </a:cubicBezTo>
                  <a:cubicBezTo>
                    <a:pt x="132" y="77"/>
                    <a:pt x="128" y="80"/>
                    <a:pt x="126" y="83"/>
                  </a:cubicBezTo>
                  <a:cubicBezTo>
                    <a:pt x="125" y="83"/>
                    <a:pt x="123" y="84"/>
                    <a:pt x="124" y="85"/>
                  </a:cubicBezTo>
                  <a:cubicBezTo>
                    <a:pt x="128" y="85"/>
                    <a:pt x="134" y="84"/>
                    <a:pt x="139" y="85"/>
                  </a:cubicBezTo>
                  <a:close/>
                  <a:moveTo>
                    <a:pt x="130" y="71"/>
                  </a:moveTo>
                  <a:cubicBezTo>
                    <a:pt x="131" y="68"/>
                    <a:pt x="131" y="65"/>
                    <a:pt x="130" y="62"/>
                  </a:cubicBezTo>
                  <a:cubicBezTo>
                    <a:pt x="127" y="61"/>
                    <a:pt x="125" y="58"/>
                    <a:pt x="122" y="58"/>
                  </a:cubicBezTo>
                  <a:cubicBezTo>
                    <a:pt x="123" y="68"/>
                    <a:pt x="120" y="76"/>
                    <a:pt x="112" y="80"/>
                  </a:cubicBezTo>
                  <a:cubicBezTo>
                    <a:pt x="114" y="82"/>
                    <a:pt x="117" y="83"/>
                    <a:pt x="120" y="84"/>
                  </a:cubicBezTo>
                  <a:cubicBezTo>
                    <a:pt x="124" y="81"/>
                    <a:pt x="130" y="78"/>
                    <a:pt x="130" y="71"/>
                  </a:cubicBezTo>
                  <a:close/>
                  <a:moveTo>
                    <a:pt x="41" y="41"/>
                  </a:moveTo>
                  <a:cubicBezTo>
                    <a:pt x="45" y="43"/>
                    <a:pt x="49" y="45"/>
                    <a:pt x="54" y="47"/>
                  </a:cubicBezTo>
                  <a:cubicBezTo>
                    <a:pt x="59" y="50"/>
                    <a:pt x="64" y="54"/>
                    <a:pt x="70" y="56"/>
                  </a:cubicBezTo>
                  <a:cubicBezTo>
                    <a:pt x="75" y="58"/>
                    <a:pt x="80" y="61"/>
                    <a:pt x="86" y="64"/>
                  </a:cubicBezTo>
                  <a:cubicBezTo>
                    <a:pt x="91" y="66"/>
                    <a:pt x="96" y="69"/>
                    <a:pt x="102" y="71"/>
                  </a:cubicBezTo>
                  <a:cubicBezTo>
                    <a:pt x="105" y="73"/>
                    <a:pt x="108" y="75"/>
                    <a:pt x="110" y="76"/>
                  </a:cubicBezTo>
                  <a:cubicBezTo>
                    <a:pt x="111" y="76"/>
                    <a:pt x="113" y="76"/>
                    <a:pt x="113" y="76"/>
                  </a:cubicBezTo>
                  <a:cubicBezTo>
                    <a:pt x="115" y="76"/>
                    <a:pt x="118" y="73"/>
                    <a:pt x="119" y="71"/>
                  </a:cubicBezTo>
                  <a:cubicBezTo>
                    <a:pt x="121" y="66"/>
                    <a:pt x="121" y="61"/>
                    <a:pt x="120" y="57"/>
                  </a:cubicBezTo>
                  <a:cubicBezTo>
                    <a:pt x="112" y="52"/>
                    <a:pt x="104" y="48"/>
                    <a:pt x="97" y="44"/>
                  </a:cubicBezTo>
                  <a:cubicBezTo>
                    <a:pt x="94" y="43"/>
                    <a:pt x="92" y="41"/>
                    <a:pt x="89" y="39"/>
                  </a:cubicBezTo>
                  <a:cubicBezTo>
                    <a:pt x="84" y="37"/>
                    <a:pt x="79" y="34"/>
                    <a:pt x="74" y="31"/>
                  </a:cubicBezTo>
                  <a:cubicBezTo>
                    <a:pt x="68" y="28"/>
                    <a:pt x="62" y="24"/>
                    <a:pt x="56" y="21"/>
                  </a:cubicBezTo>
                  <a:cubicBezTo>
                    <a:pt x="55" y="21"/>
                    <a:pt x="54" y="20"/>
                    <a:pt x="53" y="20"/>
                  </a:cubicBezTo>
                  <a:cubicBezTo>
                    <a:pt x="71" y="34"/>
                    <a:pt x="90" y="45"/>
                    <a:pt x="111" y="55"/>
                  </a:cubicBezTo>
                  <a:cubicBezTo>
                    <a:pt x="111" y="56"/>
                    <a:pt x="112" y="56"/>
                    <a:pt x="113" y="56"/>
                  </a:cubicBezTo>
                  <a:cubicBezTo>
                    <a:pt x="113" y="58"/>
                    <a:pt x="114" y="59"/>
                    <a:pt x="115" y="60"/>
                  </a:cubicBezTo>
                  <a:cubicBezTo>
                    <a:pt x="112" y="70"/>
                    <a:pt x="98" y="64"/>
                    <a:pt x="91" y="60"/>
                  </a:cubicBezTo>
                  <a:cubicBezTo>
                    <a:pt x="84" y="57"/>
                    <a:pt x="77" y="53"/>
                    <a:pt x="70" y="49"/>
                  </a:cubicBezTo>
                  <a:cubicBezTo>
                    <a:pt x="66" y="47"/>
                    <a:pt x="62" y="45"/>
                    <a:pt x="60" y="43"/>
                  </a:cubicBezTo>
                  <a:cubicBezTo>
                    <a:pt x="58" y="42"/>
                    <a:pt x="55" y="39"/>
                    <a:pt x="53" y="37"/>
                  </a:cubicBezTo>
                  <a:cubicBezTo>
                    <a:pt x="51" y="35"/>
                    <a:pt x="48" y="33"/>
                    <a:pt x="46" y="31"/>
                  </a:cubicBezTo>
                  <a:cubicBezTo>
                    <a:pt x="42" y="26"/>
                    <a:pt x="46" y="19"/>
                    <a:pt x="51" y="18"/>
                  </a:cubicBezTo>
                  <a:cubicBezTo>
                    <a:pt x="45" y="16"/>
                    <a:pt x="40" y="12"/>
                    <a:pt x="34" y="10"/>
                  </a:cubicBezTo>
                  <a:cubicBezTo>
                    <a:pt x="37" y="19"/>
                    <a:pt x="31" y="26"/>
                    <a:pt x="27" y="33"/>
                  </a:cubicBezTo>
                  <a:cubicBezTo>
                    <a:pt x="31" y="36"/>
                    <a:pt x="37" y="38"/>
                    <a:pt x="41" y="41"/>
                  </a:cubicBezTo>
                  <a:close/>
                  <a:moveTo>
                    <a:pt x="112" y="59"/>
                  </a:moveTo>
                  <a:cubicBezTo>
                    <a:pt x="111" y="57"/>
                    <a:pt x="107" y="56"/>
                    <a:pt x="106" y="55"/>
                  </a:cubicBezTo>
                  <a:cubicBezTo>
                    <a:pt x="101" y="51"/>
                    <a:pt x="96" y="50"/>
                    <a:pt x="91" y="47"/>
                  </a:cubicBezTo>
                  <a:cubicBezTo>
                    <a:pt x="86" y="44"/>
                    <a:pt x="82" y="42"/>
                    <a:pt x="77" y="39"/>
                  </a:cubicBezTo>
                  <a:cubicBezTo>
                    <a:pt x="72" y="36"/>
                    <a:pt x="68" y="33"/>
                    <a:pt x="63" y="30"/>
                  </a:cubicBezTo>
                  <a:cubicBezTo>
                    <a:pt x="61" y="28"/>
                    <a:pt x="59" y="27"/>
                    <a:pt x="56" y="25"/>
                  </a:cubicBezTo>
                  <a:cubicBezTo>
                    <a:pt x="54" y="24"/>
                    <a:pt x="51" y="21"/>
                    <a:pt x="49" y="22"/>
                  </a:cubicBezTo>
                  <a:cubicBezTo>
                    <a:pt x="47" y="22"/>
                    <a:pt x="46" y="26"/>
                    <a:pt x="46" y="28"/>
                  </a:cubicBezTo>
                  <a:cubicBezTo>
                    <a:pt x="47" y="29"/>
                    <a:pt x="50" y="32"/>
                    <a:pt x="52" y="34"/>
                  </a:cubicBezTo>
                  <a:cubicBezTo>
                    <a:pt x="54" y="36"/>
                    <a:pt x="56" y="37"/>
                    <a:pt x="58" y="39"/>
                  </a:cubicBezTo>
                  <a:cubicBezTo>
                    <a:pt x="67" y="46"/>
                    <a:pt x="77" y="50"/>
                    <a:pt x="87" y="56"/>
                  </a:cubicBezTo>
                  <a:cubicBezTo>
                    <a:pt x="94" y="60"/>
                    <a:pt x="102" y="65"/>
                    <a:pt x="111" y="62"/>
                  </a:cubicBezTo>
                  <a:cubicBezTo>
                    <a:pt x="112" y="62"/>
                    <a:pt x="113" y="61"/>
                    <a:pt x="113" y="60"/>
                  </a:cubicBezTo>
                  <a:cubicBezTo>
                    <a:pt x="113" y="60"/>
                    <a:pt x="113" y="60"/>
                    <a:pt x="113" y="60"/>
                  </a:cubicBezTo>
                  <a:cubicBezTo>
                    <a:pt x="113" y="59"/>
                    <a:pt x="113" y="59"/>
                    <a:pt x="112" y="59"/>
                  </a:cubicBezTo>
                  <a:close/>
                  <a:moveTo>
                    <a:pt x="110" y="78"/>
                  </a:moveTo>
                  <a:cubicBezTo>
                    <a:pt x="107" y="76"/>
                    <a:pt x="103" y="74"/>
                    <a:pt x="99" y="72"/>
                  </a:cubicBezTo>
                  <a:cubicBezTo>
                    <a:pt x="95" y="71"/>
                    <a:pt x="91" y="69"/>
                    <a:pt x="88" y="67"/>
                  </a:cubicBezTo>
                  <a:cubicBezTo>
                    <a:pt x="81" y="63"/>
                    <a:pt x="74" y="60"/>
                    <a:pt x="67" y="57"/>
                  </a:cubicBezTo>
                  <a:cubicBezTo>
                    <a:pt x="60" y="53"/>
                    <a:pt x="53" y="49"/>
                    <a:pt x="46" y="46"/>
                  </a:cubicBezTo>
                  <a:cubicBezTo>
                    <a:pt x="39" y="42"/>
                    <a:pt x="33" y="38"/>
                    <a:pt x="26" y="35"/>
                  </a:cubicBezTo>
                  <a:cubicBezTo>
                    <a:pt x="25" y="35"/>
                    <a:pt x="22" y="37"/>
                    <a:pt x="21" y="38"/>
                  </a:cubicBezTo>
                  <a:cubicBezTo>
                    <a:pt x="32" y="44"/>
                    <a:pt x="45" y="48"/>
                    <a:pt x="56" y="53"/>
                  </a:cubicBezTo>
                  <a:cubicBezTo>
                    <a:pt x="64" y="57"/>
                    <a:pt x="73" y="59"/>
                    <a:pt x="80" y="63"/>
                  </a:cubicBezTo>
                  <a:cubicBezTo>
                    <a:pt x="88" y="67"/>
                    <a:pt x="95" y="71"/>
                    <a:pt x="102" y="75"/>
                  </a:cubicBezTo>
                  <a:cubicBezTo>
                    <a:pt x="105" y="77"/>
                    <a:pt x="107" y="79"/>
                    <a:pt x="110" y="78"/>
                  </a:cubicBezTo>
                  <a:cubicBezTo>
                    <a:pt x="110" y="78"/>
                    <a:pt x="110" y="78"/>
                    <a:pt x="110" y="78"/>
                  </a:cubicBezTo>
                  <a:close/>
                  <a:moveTo>
                    <a:pt x="32" y="8"/>
                  </a:moveTo>
                  <a:cubicBezTo>
                    <a:pt x="28" y="7"/>
                    <a:pt x="25" y="5"/>
                    <a:pt x="22" y="3"/>
                  </a:cubicBezTo>
                  <a:cubicBezTo>
                    <a:pt x="23" y="16"/>
                    <a:pt x="15" y="26"/>
                    <a:pt x="7" y="31"/>
                  </a:cubicBezTo>
                  <a:cubicBezTo>
                    <a:pt x="11" y="33"/>
                    <a:pt x="15" y="35"/>
                    <a:pt x="18" y="37"/>
                  </a:cubicBezTo>
                  <a:cubicBezTo>
                    <a:pt x="27" y="32"/>
                    <a:pt x="35" y="20"/>
                    <a:pt x="32" y="8"/>
                  </a:cubicBezTo>
                  <a:close/>
                  <a:moveTo>
                    <a:pt x="9" y="8"/>
                  </a:moveTo>
                  <a:cubicBezTo>
                    <a:pt x="9" y="8"/>
                    <a:pt x="8" y="9"/>
                    <a:pt x="8" y="9"/>
                  </a:cubicBezTo>
                  <a:cubicBezTo>
                    <a:pt x="7" y="11"/>
                    <a:pt x="6" y="12"/>
                    <a:pt x="5" y="14"/>
                  </a:cubicBezTo>
                  <a:cubicBezTo>
                    <a:pt x="4" y="16"/>
                    <a:pt x="3" y="18"/>
                    <a:pt x="2" y="20"/>
                  </a:cubicBezTo>
                  <a:cubicBezTo>
                    <a:pt x="1" y="24"/>
                    <a:pt x="3" y="30"/>
                    <a:pt x="7" y="28"/>
                  </a:cubicBezTo>
                  <a:cubicBezTo>
                    <a:pt x="10" y="27"/>
                    <a:pt x="11" y="25"/>
                    <a:pt x="13" y="22"/>
                  </a:cubicBezTo>
                  <a:cubicBezTo>
                    <a:pt x="15" y="21"/>
                    <a:pt x="16" y="20"/>
                    <a:pt x="17" y="18"/>
                  </a:cubicBezTo>
                  <a:cubicBezTo>
                    <a:pt x="19" y="15"/>
                    <a:pt x="20" y="9"/>
                    <a:pt x="20" y="4"/>
                  </a:cubicBezTo>
                  <a:cubicBezTo>
                    <a:pt x="20" y="4"/>
                    <a:pt x="18" y="3"/>
                    <a:pt x="18" y="2"/>
                  </a:cubicBezTo>
                  <a:cubicBezTo>
                    <a:pt x="14" y="3"/>
                    <a:pt x="12" y="5"/>
                    <a:pt x="9" y="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24" name="PA_组合 33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4904734" y="5774235"/>
            <a:ext cx="2142906" cy="1128218"/>
            <a:chOff x="7394576" y="3627438"/>
            <a:chExt cx="1077913" cy="566738"/>
          </a:xfrm>
          <a:solidFill>
            <a:schemeClr val="tx1"/>
          </a:solidFill>
        </p:grpSpPr>
        <p:sp>
          <p:nvSpPr>
            <p:cNvPr id="25" name="Freeform 100"/>
            <p:cNvSpPr>
              <a:spLocks/>
            </p:cNvSpPr>
            <p:nvPr/>
          </p:nvSpPr>
          <p:spPr bwMode="auto">
            <a:xfrm>
              <a:off x="8122380" y="3680704"/>
              <a:ext cx="97606" cy="17045"/>
            </a:xfrm>
            <a:custGeom>
              <a:avLst/>
              <a:gdLst>
                <a:gd name="T0" fmla="*/ 31 w 31"/>
                <a:gd name="T1" fmla="*/ 2 h 5"/>
                <a:gd name="T2" fmla="*/ 30 w 31"/>
                <a:gd name="T3" fmla="*/ 5 h 5"/>
                <a:gd name="T4" fmla="*/ 0 w 31"/>
                <a:gd name="T5" fmla="*/ 4 h 5"/>
                <a:gd name="T6" fmla="*/ 12 w 31"/>
                <a:gd name="T7" fmla="*/ 1 h 5"/>
                <a:gd name="T8" fmla="*/ 18 w 31"/>
                <a:gd name="T9" fmla="*/ 0 h 5"/>
                <a:gd name="T10" fmla="*/ 26 w 31"/>
                <a:gd name="T11" fmla="*/ 2 h 5"/>
                <a:gd name="T12" fmla="*/ 31 w 31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5">
                  <a:moveTo>
                    <a:pt x="31" y="2"/>
                  </a:moveTo>
                  <a:cubicBezTo>
                    <a:pt x="31" y="3"/>
                    <a:pt x="31" y="4"/>
                    <a:pt x="30" y="5"/>
                  </a:cubicBezTo>
                  <a:cubicBezTo>
                    <a:pt x="21" y="2"/>
                    <a:pt x="11" y="3"/>
                    <a:pt x="0" y="4"/>
                  </a:cubicBezTo>
                  <a:cubicBezTo>
                    <a:pt x="1" y="0"/>
                    <a:pt x="8" y="1"/>
                    <a:pt x="12" y="1"/>
                  </a:cubicBezTo>
                  <a:cubicBezTo>
                    <a:pt x="14" y="1"/>
                    <a:pt x="16" y="0"/>
                    <a:pt x="18" y="0"/>
                  </a:cubicBezTo>
                  <a:cubicBezTo>
                    <a:pt x="20" y="0"/>
                    <a:pt x="23" y="1"/>
                    <a:pt x="26" y="2"/>
                  </a:cubicBezTo>
                  <a:cubicBezTo>
                    <a:pt x="28" y="2"/>
                    <a:pt x="30" y="0"/>
                    <a:pt x="3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6" name="Freeform 101"/>
            <p:cNvSpPr>
              <a:spLocks/>
            </p:cNvSpPr>
            <p:nvPr/>
          </p:nvSpPr>
          <p:spPr bwMode="auto">
            <a:xfrm>
              <a:off x="8128745" y="3706271"/>
              <a:ext cx="91241" cy="17045"/>
            </a:xfrm>
            <a:custGeom>
              <a:avLst/>
              <a:gdLst>
                <a:gd name="T0" fmla="*/ 28 w 29"/>
                <a:gd name="T1" fmla="*/ 2 h 5"/>
                <a:gd name="T2" fmla="*/ 29 w 29"/>
                <a:gd name="T3" fmla="*/ 5 h 5"/>
                <a:gd name="T4" fmla="*/ 21 w 29"/>
                <a:gd name="T5" fmla="*/ 3 h 5"/>
                <a:gd name="T6" fmla="*/ 0 w 29"/>
                <a:gd name="T7" fmla="*/ 5 h 5"/>
                <a:gd name="T8" fmla="*/ 0 w 29"/>
                <a:gd name="T9" fmla="*/ 3 h 5"/>
                <a:gd name="T10" fmla="*/ 18 w 29"/>
                <a:gd name="T11" fmla="*/ 0 h 5"/>
                <a:gd name="T12" fmla="*/ 28 w 29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5">
                  <a:moveTo>
                    <a:pt x="28" y="2"/>
                  </a:moveTo>
                  <a:cubicBezTo>
                    <a:pt x="28" y="2"/>
                    <a:pt x="29" y="3"/>
                    <a:pt x="29" y="5"/>
                  </a:cubicBezTo>
                  <a:cubicBezTo>
                    <a:pt x="26" y="5"/>
                    <a:pt x="23" y="3"/>
                    <a:pt x="21" y="3"/>
                  </a:cubicBezTo>
                  <a:cubicBezTo>
                    <a:pt x="13" y="2"/>
                    <a:pt x="7" y="3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0"/>
                    <a:pt x="13" y="0"/>
                    <a:pt x="18" y="0"/>
                  </a:cubicBezTo>
                  <a:cubicBezTo>
                    <a:pt x="22" y="1"/>
                    <a:pt x="24" y="1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7" name="Freeform 102"/>
            <p:cNvSpPr>
              <a:spLocks/>
            </p:cNvSpPr>
            <p:nvPr/>
          </p:nvSpPr>
          <p:spPr bwMode="auto">
            <a:xfrm>
              <a:off x="8145720" y="3885241"/>
              <a:ext cx="70023" cy="14913"/>
            </a:xfrm>
            <a:custGeom>
              <a:avLst/>
              <a:gdLst>
                <a:gd name="T0" fmla="*/ 21 w 22"/>
                <a:gd name="T1" fmla="*/ 1 h 5"/>
                <a:gd name="T2" fmla="*/ 22 w 22"/>
                <a:gd name="T3" fmla="*/ 3 h 5"/>
                <a:gd name="T4" fmla="*/ 20 w 22"/>
                <a:gd name="T5" fmla="*/ 5 h 5"/>
                <a:gd name="T6" fmla="*/ 0 w 22"/>
                <a:gd name="T7" fmla="*/ 3 h 5"/>
                <a:gd name="T8" fmla="*/ 5 w 22"/>
                <a:gd name="T9" fmla="*/ 1 h 5"/>
                <a:gd name="T10" fmla="*/ 21 w 22"/>
                <a:gd name="T11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5">
                  <a:moveTo>
                    <a:pt x="21" y="1"/>
                  </a:moveTo>
                  <a:cubicBezTo>
                    <a:pt x="21" y="2"/>
                    <a:pt x="22" y="2"/>
                    <a:pt x="22" y="3"/>
                  </a:cubicBezTo>
                  <a:cubicBezTo>
                    <a:pt x="22" y="4"/>
                    <a:pt x="21" y="4"/>
                    <a:pt x="20" y="5"/>
                  </a:cubicBezTo>
                  <a:cubicBezTo>
                    <a:pt x="15" y="2"/>
                    <a:pt x="5" y="4"/>
                    <a:pt x="0" y="3"/>
                  </a:cubicBezTo>
                  <a:cubicBezTo>
                    <a:pt x="0" y="0"/>
                    <a:pt x="4" y="1"/>
                    <a:pt x="5" y="1"/>
                  </a:cubicBezTo>
                  <a:cubicBezTo>
                    <a:pt x="9" y="0"/>
                    <a:pt x="17" y="2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8" name="Freeform 103"/>
            <p:cNvSpPr>
              <a:spLocks/>
            </p:cNvSpPr>
            <p:nvPr/>
          </p:nvSpPr>
          <p:spPr bwMode="auto">
            <a:xfrm>
              <a:off x="8145720" y="3900154"/>
              <a:ext cx="72144" cy="21306"/>
            </a:xfrm>
            <a:custGeom>
              <a:avLst/>
              <a:gdLst>
                <a:gd name="T0" fmla="*/ 22 w 23"/>
                <a:gd name="T1" fmla="*/ 3 h 7"/>
                <a:gd name="T2" fmla="*/ 22 w 23"/>
                <a:gd name="T3" fmla="*/ 7 h 7"/>
                <a:gd name="T4" fmla="*/ 8 w 23"/>
                <a:gd name="T5" fmla="*/ 4 h 7"/>
                <a:gd name="T6" fmla="*/ 0 w 23"/>
                <a:gd name="T7" fmla="*/ 3 h 7"/>
                <a:gd name="T8" fmla="*/ 22 w 2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7">
                  <a:moveTo>
                    <a:pt x="22" y="3"/>
                  </a:moveTo>
                  <a:cubicBezTo>
                    <a:pt x="23" y="4"/>
                    <a:pt x="22" y="6"/>
                    <a:pt x="22" y="7"/>
                  </a:cubicBezTo>
                  <a:cubicBezTo>
                    <a:pt x="18" y="6"/>
                    <a:pt x="13" y="5"/>
                    <a:pt x="8" y="4"/>
                  </a:cubicBezTo>
                  <a:cubicBezTo>
                    <a:pt x="5" y="4"/>
                    <a:pt x="0" y="6"/>
                    <a:pt x="0" y="3"/>
                  </a:cubicBezTo>
                  <a:cubicBezTo>
                    <a:pt x="6" y="0"/>
                    <a:pt x="13" y="4"/>
                    <a:pt x="2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9" name="Freeform 104"/>
            <p:cNvSpPr>
              <a:spLocks/>
            </p:cNvSpPr>
            <p:nvPr/>
          </p:nvSpPr>
          <p:spPr bwMode="auto">
            <a:xfrm>
              <a:off x="8141476" y="4072733"/>
              <a:ext cx="78510" cy="19175"/>
            </a:xfrm>
            <a:custGeom>
              <a:avLst/>
              <a:gdLst>
                <a:gd name="T0" fmla="*/ 23 w 25"/>
                <a:gd name="T1" fmla="*/ 2 h 6"/>
                <a:gd name="T2" fmla="*/ 22 w 25"/>
                <a:gd name="T3" fmla="*/ 6 h 6"/>
                <a:gd name="T4" fmla="*/ 20 w 25"/>
                <a:gd name="T5" fmla="*/ 5 h 6"/>
                <a:gd name="T6" fmla="*/ 0 w 25"/>
                <a:gd name="T7" fmla="*/ 4 h 6"/>
                <a:gd name="T8" fmla="*/ 13 w 25"/>
                <a:gd name="T9" fmla="*/ 2 h 6"/>
                <a:gd name="T10" fmla="*/ 23 w 25"/>
                <a:gd name="T11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6">
                  <a:moveTo>
                    <a:pt x="23" y="2"/>
                  </a:moveTo>
                  <a:cubicBezTo>
                    <a:pt x="25" y="3"/>
                    <a:pt x="25" y="6"/>
                    <a:pt x="22" y="6"/>
                  </a:cubicBezTo>
                  <a:cubicBezTo>
                    <a:pt x="22" y="6"/>
                    <a:pt x="21" y="6"/>
                    <a:pt x="20" y="5"/>
                  </a:cubicBezTo>
                  <a:cubicBezTo>
                    <a:pt x="15" y="4"/>
                    <a:pt x="5" y="5"/>
                    <a:pt x="0" y="4"/>
                  </a:cubicBezTo>
                  <a:cubicBezTo>
                    <a:pt x="3" y="0"/>
                    <a:pt x="10" y="2"/>
                    <a:pt x="13" y="2"/>
                  </a:cubicBezTo>
                  <a:cubicBezTo>
                    <a:pt x="18" y="2"/>
                    <a:pt x="19" y="3"/>
                    <a:pt x="2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0" name="Freeform 105"/>
            <p:cNvSpPr>
              <a:spLocks/>
            </p:cNvSpPr>
            <p:nvPr/>
          </p:nvSpPr>
          <p:spPr bwMode="auto">
            <a:xfrm>
              <a:off x="8139355" y="4098300"/>
              <a:ext cx="80631" cy="23436"/>
            </a:xfrm>
            <a:custGeom>
              <a:avLst/>
              <a:gdLst>
                <a:gd name="T0" fmla="*/ 25 w 26"/>
                <a:gd name="T1" fmla="*/ 1 h 7"/>
                <a:gd name="T2" fmla="*/ 26 w 26"/>
                <a:gd name="T3" fmla="*/ 4 h 7"/>
                <a:gd name="T4" fmla="*/ 20 w 26"/>
                <a:gd name="T5" fmla="*/ 5 h 7"/>
                <a:gd name="T6" fmla="*/ 5 w 26"/>
                <a:gd name="T7" fmla="*/ 4 h 7"/>
                <a:gd name="T8" fmla="*/ 0 w 26"/>
                <a:gd name="T9" fmla="*/ 3 h 7"/>
                <a:gd name="T10" fmla="*/ 25 w 26"/>
                <a:gd name="T1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7">
                  <a:moveTo>
                    <a:pt x="25" y="1"/>
                  </a:moveTo>
                  <a:cubicBezTo>
                    <a:pt x="25" y="2"/>
                    <a:pt x="26" y="3"/>
                    <a:pt x="26" y="4"/>
                  </a:cubicBezTo>
                  <a:cubicBezTo>
                    <a:pt x="25" y="7"/>
                    <a:pt x="23" y="6"/>
                    <a:pt x="20" y="5"/>
                  </a:cubicBezTo>
                  <a:cubicBezTo>
                    <a:pt x="16" y="5"/>
                    <a:pt x="10" y="4"/>
                    <a:pt x="5" y="4"/>
                  </a:cubicBezTo>
                  <a:cubicBezTo>
                    <a:pt x="3" y="4"/>
                    <a:pt x="1" y="5"/>
                    <a:pt x="0" y="3"/>
                  </a:cubicBezTo>
                  <a:cubicBezTo>
                    <a:pt x="6" y="0"/>
                    <a:pt x="17" y="5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8" name="Freeform 106"/>
            <p:cNvSpPr>
              <a:spLocks noEditPoints="1"/>
            </p:cNvSpPr>
            <p:nvPr/>
          </p:nvSpPr>
          <p:spPr bwMode="auto">
            <a:xfrm>
              <a:off x="7394576" y="3627438"/>
              <a:ext cx="1077913" cy="566738"/>
            </a:xfrm>
            <a:custGeom>
              <a:avLst/>
              <a:gdLst>
                <a:gd name="T0" fmla="*/ 114 w 342"/>
                <a:gd name="T1" fmla="*/ 19 h 179"/>
                <a:gd name="T2" fmla="*/ 194 w 342"/>
                <a:gd name="T3" fmla="*/ 30 h 179"/>
                <a:gd name="T4" fmla="*/ 265 w 342"/>
                <a:gd name="T5" fmla="*/ 19 h 179"/>
                <a:gd name="T6" fmla="*/ 335 w 342"/>
                <a:gd name="T7" fmla="*/ 144 h 179"/>
                <a:gd name="T8" fmla="*/ 288 w 342"/>
                <a:gd name="T9" fmla="*/ 167 h 179"/>
                <a:gd name="T10" fmla="*/ 235 w 342"/>
                <a:gd name="T11" fmla="*/ 178 h 179"/>
                <a:gd name="T12" fmla="*/ 173 w 342"/>
                <a:gd name="T13" fmla="*/ 172 h 179"/>
                <a:gd name="T14" fmla="*/ 112 w 342"/>
                <a:gd name="T15" fmla="*/ 168 h 179"/>
                <a:gd name="T16" fmla="*/ 43 w 342"/>
                <a:gd name="T17" fmla="*/ 169 h 179"/>
                <a:gd name="T18" fmla="*/ 52 w 342"/>
                <a:gd name="T19" fmla="*/ 47 h 179"/>
                <a:gd name="T20" fmla="*/ 264 w 342"/>
                <a:gd name="T21" fmla="*/ 132 h 179"/>
                <a:gd name="T22" fmla="*/ 229 w 342"/>
                <a:gd name="T23" fmla="*/ 10 h 179"/>
                <a:gd name="T24" fmla="*/ 246 w 342"/>
                <a:gd name="T25" fmla="*/ 177 h 179"/>
                <a:gd name="T26" fmla="*/ 224 w 342"/>
                <a:gd name="T27" fmla="*/ 168 h 179"/>
                <a:gd name="T28" fmla="*/ 225 w 342"/>
                <a:gd name="T29" fmla="*/ 11 h 179"/>
                <a:gd name="T30" fmla="*/ 134 w 342"/>
                <a:gd name="T31" fmla="*/ 20 h 179"/>
                <a:gd name="T32" fmla="*/ 98 w 342"/>
                <a:gd name="T33" fmla="*/ 49 h 179"/>
                <a:gd name="T34" fmla="*/ 112 w 342"/>
                <a:gd name="T35" fmla="*/ 165 h 179"/>
                <a:gd name="T36" fmla="*/ 111 w 342"/>
                <a:gd name="T37" fmla="*/ 24 h 179"/>
                <a:gd name="T38" fmla="*/ 195 w 342"/>
                <a:gd name="T39" fmla="*/ 57 h 179"/>
                <a:gd name="T40" fmla="*/ 154 w 342"/>
                <a:gd name="T41" fmla="*/ 34 h 179"/>
                <a:gd name="T42" fmla="*/ 156 w 342"/>
                <a:gd name="T43" fmla="*/ 142 h 179"/>
                <a:gd name="T44" fmla="*/ 114 w 342"/>
                <a:gd name="T45" fmla="*/ 39 h 179"/>
                <a:gd name="T46" fmla="*/ 52 w 342"/>
                <a:gd name="T47" fmla="*/ 50 h 179"/>
                <a:gd name="T48" fmla="*/ 15 w 342"/>
                <a:gd name="T49" fmla="*/ 153 h 179"/>
                <a:gd name="T50" fmla="*/ 75 w 342"/>
                <a:gd name="T51" fmla="*/ 45 h 179"/>
                <a:gd name="T52" fmla="*/ 221 w 342"/>
                <a:gd name="T53" fmla="*/ 51 h 179"/>
                <a:gd name="T54" fmla="*/ 221 w 342"/>
                <a:gd name="T55" fmla="*/ 170 h 179"/>
                <a:gd name="T56" fmla="*/ 69 w 342"/>
                <a:gd name="T57" fmla="*/ 85 h 179"/>
                <a:gd name="T58" fmla="*/ 82 w 342"/>
                <a:gd name="T59" fmla="*/ 58 h 179"/>
                <a:gd name="T60" fmla="*/ 72 w 342"/>
                <a:gd name="T61" fmla="*/ 74 h 179"/>
                <a:gd name="T62" fmla="*/ 63 w 342"/>
                <a:gd name="T63" fmla="*/ 93 h 179"/>
                <a:gd name="T64" fmla="*/ 45 w 342"/>
                <a:gd name="T65" fmla="*/ 133 h 179"/>
                <a:gd name="T66" fmla="*/ 50 w 342"/>
                <a:gd name="T67" fmla="*/ 131 h 179"/>
                <a:gd name="T68" fmla="*/ 114 w 342"/>
                <a:gd name="T69" fmla="*/ 51 h 179"/>
                <a:gd name="T70" fmla="*/ 153 w 342"/>
                <a:gd name="T71" fmla="*/ 110 h 179"/>
                <a:gd name="T72" fmla="*/ 198 w 342"/>
                <a:gd name="T73" fmla="*/ 165 h 179"/>
                <a:gd name="T74" fmla="*/ 279 w 342"/>
                <a:gd name="T75" fmla="*/ 76 h 179"/>
                <a:gd name="T76" fmla="*/ 267 w 342"/>
                <a:gd name="T77" fmla="*/ 63 h 179"/>
                <a:gd name="T78" fmla="*/ 76 w 342"/>
                <a:gd name="T79" fmla="*/ 57 h 179"/>
                <a:gd name="T80" fmla="*/ 85 w 342"/>
                <a:gd name="T81" fmla="*/ 61 h 179"/>
                <a:gd name="T82" fmla="*/ 107 w 342"/>
                <a:gd name="T83" fmla="*/ 167 h 179"/>
                <a:gd name="T84" fmla="*/ 93 w 342"/>
                <a:gd name="T85" fmla="*/ 64 h 179"/>
                <a:gd name="T86" fmla="*/ 265 w 342"/>
                <a:gd name="T87" fmla="*/ 103 h 179"/>
                <a:gd name="T88" fmla="*/ 306 w 342"/>
                <a:gd name="T89" fmla="*/ 169 h 179"/>
                <a:gd name="T90" fmla="*/ 265 w 342"/>
                <a:gd name="T91" fmla="*/ 73 h 179"/>
                <a:gd name="T92" fmla="*/ 300 w 342"/>
                <a:gd name="T93" fmla="*/ 78 h 179"/>
                <a:gd name="T94" fmla="*/ 278 w 342"/>
                <a:gd name="T95" fmla="*/ 96 h 179"/>
                <a:gd name="T96" fmla="*/ 64 w 342"/>
                <a:gd name="T97" fmla="*/ 105 h 179"/>
                <a:gd name="T98" fmla="*/ 71 w 342"/>
                <a:gd name="T99" fmla="*/ 123 h 179"/>
                <a:gd name="T100" fmla="*/ 280 w 342"/>
                <a:gd name="T101" fmla="*/ 100 h 179"/>
                <a:gd name="T102" fmla="*/ 52 w 342"/>
                <a:gd name="T103" fmla="*/ 111 h 179"/>
                <a:gd name="T104" fmla="*/ 66 w 342"/>
                <a:gd name="T105" fmla="*/ 118 h 179"/>
                <a:gd name="T106" fmla="*/ 323 w 342"/>
                <a:gd name="T107" fmla="*/ 125 h 179"/>
                <a:gd name="T108" fmla="*/ 37 w 342"/>
                <a:gd name="T109" fmla="*/ 140 h 179"/>
                <a:gd name="T110" fmla="*/ 332 w 342"/>
                <a:gd name="T111" fmla="*/ 153 h 179"/>
                <a:gd name="T112" fmla="*/ 153 w 342"/>
                <a:gd name="T113" fmla="*/ 156 h 179"/>
                <a:gd name="T114" fmla="*/ 34 w 342"/>
                <a:gd name="T115" fmla="*/ 149 h 179"/>
                <a:gd name="T116" fmla="*/ 339 w 342"/>
                <a:gd name="T117" fmla="*/ 162 h 179"/>
                <a:gd name="T118" fmla="*/ 115 w 342"/>
                <a:gd name="T119" fmla="*/ 16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42" h="179">
                  <a:moveTo>
                    <a:pt x="79" y="39"/>
                  </a:moveTo>
                  <a:cubicBezTo>
                    <a:pt x="80" y="39"/>
                    <a:pt x="82" y="40"/>
                    <a:pt x="83" y="40"/>
                  </a:cubicBezTo>
                  <a:cubicBezTo>
                    <a:pt x="84" y="37"/>
                    <a:pt x="83" y="32"/>
                    <a:pt x="85" y="30"/>
                  </a:cubicBezTo>
                  <a:cubicBezTo>
                    <a:pt x="92" y="28"/>
                    <a:pt x="99" y="28"/>
                    <a:pt x="106" y="24"/>
                  </a:cubicBezTo>
                  <a:cubicBezTo>
                    <a:pt x="108" y="23"/>
                    <a:pt x="110" y="22"/>
                    <a:pt x="111" y="21"/>
                  </a:cubicBezTo>
                  <a:cubicBezTo>
                    <a:pt x="112" y="21"/>
                    <a:pt x="112" y="20"/>
                    <a:pt x="113" y="21"/>
                  </a:cubicBezTo>
                  <a:cubicBezTo>
                    <a:pt x="113" y="20"/>
                    <a:pt x="114" y="20"/>
                    <a:pt x="114" y="19"/>
                  </a:cubicBezTo>
                  <a:cubicBezTo>
                    <a:pt x="120" y="18"/>
                    <a:pt x="126" y="17"/>
                    <a:pt x="131" y="17"/>
                  </a:cubicBezTo>
                  <a:cubicBezTo>
                    <a:pt x="136" y="17"/>
                    <a:pt x="140" y="18"/>
                    <a:pt x="145" y="19"/>
                  </a:cubicBezTo>
                  <a:cubicBezTo>
                    <a:pt x="147" y="20"/>
                    <a:pt x="150" y="20"/>
                    <a:pt x="152" y="23"/>
                  </a:cubicBezTo>
                  <a:cubicBezTo>
                    <a:pt x="153" y="25"/>
                    <a:pt x="153" y="26"/>
                    <a:pt x="153" y="28"/>
                  </a:cubicBezTo>
                  <a:cubicBezTo>
                    <a:pt x="155" y="28"/>
                    <a:pt x="157" y="27"/>
                    <a:pt x="160" y="26"/>
                  </a:cubicBezTo>
                  <a:cubicBezTo>
                    <a:pt x="164" y="26"/>
                    <a:pt x="170" y="28"/>
                    <a:pt x="176" y="28"/>
                  </a:cubicBezTo>
                  <a:cubicBezTo>
                    <a:pt x="182" y="29"/>
                    <a:pt x="190" y="26"/>
                    <a:pt x="194" y="30"/>
                  </a:cubicBezTo>
                  <a:cubicBezTo>
                    <a:pt x="196" y="32"/>
                    <a:pt x="198" y="37"/>
                    <a:pt x="198" y="41"/>
                  </a:cubicBezTo>
                  <a:cubicBezTo>
                    <a:pt x="199" y="43"/>
                    <a:pt x="198" y="45"/>
                    <a:pt x="198" y="47"/>
                  </a:cubicBezTo>
                  <a:cubicBezTo>
                    <a:pt x="201" y="47"/>
                    <a:pt x="203" y="45"/>
                    <a:pt x="205" y="45"/>
                  </a:cubicBezTo>
                  <a:cubicBezTo>
                    <a:pt x="207" y="34"/>
                    <a:pt x="204" y="22"/>
                    <a:pt x="207" y="15"/>
                  </a:cubicBezTo>
                  <a:cubicBezTo>
                    <a:pt x="214" y="14"/>
                    <a:pt x="221" y="10"/>
                    <a:pt x="228" y="7"/>
                  </a:cubicBezTo>
                  <a:cubicBezTo>
                    <a:pt x="237" y="0"/>
                    <a:pt x="250" y="1"/>
                    <a:pt x="260" y="4"/>
                  </a:cubicBezTo>
                  <a:cubicBezTo>
                    <a:pt x="265" y="6"/>
                    <a:pt x="264" y="12"/>
                    <a:pt x="265" y="19"/>
                  </a:cubicBezTo>
                  <a:cubicBezTo>
                    <a:pt x="266" y="31"/>
                    <a:pt x="266" y="47"/>
                    <a:pt x="265" y="59"/>
                  </a:cubicBezTo>
                  <a:cubicBezTo>
                    <a:pt x="271" y="54"/>
                    <a:pt x="281" y="50"/>
                    <a:pt x="291" y="52"/>
                  </a:cubicBezTo>
                  <a:cubicBezTo>
                    <a:pt x="293" y="56"/>
                    <a:pt x="294" y="60"/>
                    <a:pt x="296" y="64"/>
                  </a:cubicBezTo>
                  <a:cubicBezTo>
                    <a:pt x="297" y="66"/>
                    <a:pt x="298" y="68"/>
                    <a:pt x="299" y="70"/>
                  </a:cubicBezTo>
                  <a:cubicBezTo>
                    <a:pt x="302" y="80"/>
                    <a:pt x="309" y="89"/>
                    <a:pt x="313" y="99"/>
                  </a:cubicBezTo>
                  <a:cubicBezTo>
                    <a:pt x="314" y="101"/>
                    <a:pt x="316" y="103"/>
                    <a:pt x="317" y="106"/>
                  </a:cubicBezTo>
                  <a:cubicBezTo>
                    <a:pt x="323" y="118"/>
                    <a:pt x="329" y="132"/>
                    <a:pt x="335" y="144"/>
                  </a:cubicBezTo>
                  <a:cubicBezTo>
                    <a:pt x="336" y="145"/>
                    <a:pt x="336" y="146"/>
                    <a:pt x="337" y="147"/>
                  </a:cubicBezTo>
                  <a:cubicBezTo>
                    <a:pt x="337" y="148"/>
                    <a:pt x="337" y="148"/>
                    <a:pt x="337" y="148"/>
                  </a:cubicBezTo>
                  <a:cubicBezTo>
                    <a:pt x="339" y="151"/>
                    <a:pt x="340" y="155"/>
                    <a:pt x="342" y="158"/>
                  </a:cubicBezTo>
                  <a:cubicBezTo>
                    <a:pt x="342" y="165"/>
                    <a:pt x="335" y="174"/>
                    <a:pt x="327" y="175"/>
                  </a:cubicBezTo>
                  <a:cubicBezTo>
                    <a:pt x="321" y="176"/>
                    <a:pt x="316" y="176"/>
                    <a:pt x="311" y="174"/>
                  </a:cubicBezTo>
                  <a:cubicBezTo>
                    <a:pt x="308" y="173"/>
                    <a:pt x="306" y="172"/>
                    <a:pt x="303" y="172"/>
                  </a:cubicBezTo>
                  <a:cubicBezTo>
                    <a:pt x="299" y="170"/>
                    <a:pt x="293" y="169"/>
                    <a:pt x="288" y="167"/>
                  </a:cubicBezTo>
                  <a:cubicBezTo>
                    <a:pt x="285" y="167"/>
                    <a:pt x="282" y="165"/>
                    <a:pt x="281" y="164"/>
                  </a:cubicBezTo>
                  <a:cubicBezTo>
                    <a:pt x="280" y="163"/>
                    <a:pt x="279" y="158"/>
                    <a:pt x="278" y="156"/>
                  </a:cubicBezTo>
                  <a:cubicBezTo>
                    <a:pt x="277" y="153"/>
                    <a:pt x="275" y="150"/>
                    <a:pt x="274" y="148"/>
                  </a:cubicBezTo>
                  <a:cubicBezTo>
                    <a:pt x="272" y="142"/>
                    <a:pt x="269" y="137"/>
                    <a:pt x="267" y="132"/>
                  </a:cubicBezTo>
                  <a:cubicBezTo>
                    <a:pt x="266" y="141"/>
                    <a:pt x="266" y="156"/>
                    <a:pt x="267" y="168"/>
                  </a:cubicBezTo>
                  <a:cubicBezTo>
                    <a:pt x="267" y="178"/>
                    <a:pt x="255" y="179"/>
                    <a:pt x="247" y="179"/>
                  </a:cubicBezTo>
                  <a:cubicBezTo>
                    <a:pt x="243" y="179"/>
                    <a:pt x="239" y="178"/>
                    <a:pt x="235" y="178"/>
                  </a:cubicBezTo>
                  <a:cubicBezTo>
                    <a:pt x="232" y="176"/>
                    <a:pt x="227" y="171"/>
                    <a:pt x="222" y="172"/>
                  </a:cubicBezTo>
                  <a:cubicBezTo>
                    <a:pt x="220" y="172"/>
                    <a:pt x="219" y="174"/>
                    <a:pt x="217" y="174"/>
                  </a:cubicBezTo>
                  <a:cubicBezTo>
                    <a:pt x="212" y="175"/>
                    <a:pt x="208" y="175"/>
                    <a:pt x="205" y="171"/>
                  </a:cubicBezTo>
                  <a:cubicBezTo>
                    <a:pt x="203" y="171"/>
                    <a:pt x="200" y="170"/>
                    <a:pt x="198" y="168"/>
                  </a:cubicBezTo>
                  <a:cubicBezTo>
                    <a:pt x="195" y="168"/>
                    <a:pt x="194" y="170"/>
                    <a:pt x="193" y="171"/>
                  </a:cubicBezTo>
                  <a:cubicBezTo>
                    <a:pt x="190" y="173"/>
                    <a:pt x="186" y="172"/>
                    <a:pt x="182" y="172"/>
                  </a:cubicBezTo>
                  <a:cubicBezTo>
                    <a:pt x="179" y="172"/>
                    <a:pt x="176" y="172"/>
                    <a:pt x="173" y="172"/>
                  </a:cubicBezTo>
                  <a:cubicBezTo>
                    <a:pt x="169" y="172"/>
                    <a:pt x="165" y="170"/>
                    <a:pt x="161" y="171"/>
                  </a:cubicBezTo>
                  <a:cubicBezTo>
                    <a:pt x="158" y="170"/>
                    <a:pt x="156" y="170"/>
                    <a:pt x="154" y="169"/>
                  </a:cubicBezTo>
                  <a:cubicBezTo>
                    <a:pt x="151" y="172"/>
                    <a:pt x="140" y="173"/>
                    <a:pt x="138" y="172"/>
                  </a:cubicBezTo>
                  <a:cubicBezTo>
                    <a:pt x="137" y="172"/>
                    <a:pt x="138" y="173"/>
                    <a:pt x="137" y="173"/>
                  </a:cubicBezTo>
                  <a:cubicBezTo>
                    <a:pt x="134" y="171"/>
                    <a:pt x="122" y="171"/>
                    <a:pt x="115" y="169"/>
                  </a:cubicBezTo>
                  <a:cubicBezTo>
                    <a:pt x="114" y="169"/>
                    <a:pt x="114" y="172"/>
                    <a:pt x="113" y="171"/>
                  </a:cubicBezTo>
                  <a:cubicBezTo>
                    <a:pt x="112" y="171"/>
                    <a:pt x="112" y="170"/>
                    <a:pt x="112" y="168"/>
                  </a:cubicBezTo>
                  <a:cubicBezTo>
                    <a:pt x="111" y="170"/>
                    <a:pt x="109" y="171"/>
                    <a:pt x="109" y="171"/>
                  </a:cubicBezTo>
                  <a:cubicBezTo>
                    <a:pt x="102" y="171"/>
                    <a:pt x="94" y="173"/>
                    <a:pt x="86" y="170"/>
                  </a:cubicBezTo>
                  <a:cubicBezTo>
                    <a:pt x="81" y="165"/>
                    <a:pt x="75" y="160"/>
                    <a:pt x="68" y="157"/>
                  </a:cubicBezTo>
                  <a:cubicBezTo>
                    <a:pt x="69" y="144"/>
                    <a:pt x="69" y="131"/>
                    <a:pt x="70" y="117"/>
                  </a:cubicBezTo>
                  <a:cubicBezTo>
                    <a:pt x="65" y="128"/>
                    <a:pt x="60" y="139"/>
                    <a:pt x="55" y="150"/>
                  </a:cubicBezTo>
                  <a:cubicBezTo>
                    <a:pt x="53" y="155"/>
                    <a:pt x="51" y="162"/>
                    <a:pt x="48" y="167"/>
                  </a:cubicBezTo>
                  <a:cubicBezTo>
                    <a:pt x="46" y="169"/>
                    <a:pt x="45" y="167"/>
                    <a:pt x="43" y="169"/>
                  </a:cubicBezTo>
                  <a:cubicBezTo>
                    <a:pt x="38" y="167"/>
                    <a:pt x="31" y="166"/>
                    <a:pt x="28" y="161"/>
                  </a:cubicBezTo>
                  <a:cubicBezTo>
                    <a:pt x="19" y="157"/>
                    <a:pt x="9" y="153"/>
                    <a:pt x="0" y="150"/>
                  </a:cubicBezTo>
                  <a:cubicBezTo>
                    <a:pt x="0" y="149"/>
                    <a:pt x="1" y="147"/>
                    <a:pt x="0" y="147"/>
                  </a:cubicBezTo>
                  <a:cubicBezTo>
                    <a:pt x="7" y="132"/>
                    <a:pt x="15" y="118"/>
                    <a:pt x="22" y="104"/>
                  </a:cubicBezTo>
                  <a:cubicBezTo>
                    <a:pt x="22" y="98"/>
                    <a:pt x="26" y="94"/>
                    <a:pt x="28" y="89"/>
                  </a:cubicBezTo>
                  <a:cubicBezTo>
                    <a:pt x="32" y="79"/>
                    <a:pt x="37" y="72"/>
                    <a:pt x="41" y="63"/>
                  </a:cubicBezTo>
                  <a:cubicBezTo>
                    <a:pt x="43" y="59"/>
                    <a:pt x="48" y="49"/>
                    <a:pt x="52" y="47"/>
                  </a:cubicBezTo>
                  <a:cubicBezTo>
                    <a:pt x="54" y="45"/>
                    <a:pt x="59" y="44"/>
                    <a:pt x="62" y="44"/>
                  </a:cubicBezTo>
                  <a:cubicBezTo>
                    <a:pt x="64" y="43"/>
                    <a:pt x="66" y="43"/>
                    <a:pt x="68" y="42"/>
                  </a:cubicBezTo>
                  <a:cubicBezTo>
                    <a:pt x="72" y="41"/>
                    <a:pt x="76" y="42"/>
                    <a:pt x="79" y="39"/>
                  </a:cubicBezTo>
                  <a:close/>
                  <a:moveTo>
                    <a:pt x="246" y="177"/>
                  </a:moveTo>
                  <a:cubicBezTo>
                    <a:pt x="252" y="177"/>
                    <a:pt x="262" y="175"/>
                    <a:pt x="264" y="171"/>
                  </a:cubicBezTo>
                  <a:cubicBezTo>
                    <a:pt x="264" y="169"/>
                    <a:pt x="264" y="164"/>
                    <a:pt x="264" y="161"/>
                  </a:cubicBezTo>
                  <a:cubicBezTo>
                    <a:pt x="264" y="153"/>
                    <a:pt x="264" y="141"/>
                    <a:pt x="264" y="132"/>
                  </a:cubicBezTo>
                  <a:cubicBezTo>
                    <a:pt x="264" y="127"/>
                    <a:pt x="263" y="121"/>
                    <a:pt x="263" y="115"/>
                  </a:cubicBezTo>
                  <a:cubicBezTo>
                    <a:pt x="263" y="103"/>
                    <a:pt x="262" y="92"/>
                    <a:pt x="262" y="80"/>
                  </a:cubicBezTo>
                  <a:cubicBezTo>
                    <a:pt x="263" y="53"/>
                    <a:pt x="264" y="32"/>
                    <a:pt x="262" y="10"/>
                  </a:cubicBezTo>
                  <a:cubicBezTo>
                    <a:pt x="261" y="10"/>
                    <a:pt x="261" y="8"/>
                    <a:pt x="261" y="8"/>
                  </a:cubicBezTo>
                  <a:cubicBezTo>
                    <a:pt x="257" y="5"/>
                    <a:pt x="253" y="5"/>
                    <a:pt x="249" y="5"/>
                  </a:cubicBezTo>
                  <a:cubicBezTo>
                    <a:pt x="246" y="4"/>
                    <a:pt x="243" y="4"/>
                    <a:pt x="241" y="4"/>
                  </a:cubicBezTo>
                  <a:cubicBezTo>
                    <a:pt x="237" y="5"/>
                    <a:pt x="230" y="6"/>
                    <a:pt x="229" y="10"/>
                  </a:cubicBezTo>
                  <a:cubicBezTo>
                    <a:pt x="227" y="15"/>
                    <a:pt x="229" y="27"/>
                    <a:pt x="229" y="32"/>
                  </a:cubicBezTo>
                  <a:cubicBezTo>
                    <a:pt x="229" y="38"/>
                    <a:pt x="229" y="45"/>
                    <a:pt x="230" y="52"/>
                  </a:cubicBezTo>
                  <a:cubicBezTo>
                    <a:pt x="231" y="60"/>
                    <a:pt x="233" y="69"/>
                    <a:pt x="233" y="79"/>
                  </a:cubicBezTo>
                  <a:cubicBezTo>
                    <a:pt x="233" y="94"/>
                    <a:pt x="234" y="112"/>
                    <a:pt x="233" y="128"/>
                  </a:cubicBezTo>
                  <a:cubicBezTo>
                    <a:pt x="232" y="131"/>
                    <a:pt x="233" y="133"/>
                    <a:pt x="233" y="137"/>
                  </a:cubicBezTo>
                  <a:cubicBezTo>
                    <a:pt x="233" y="149"/>
                    <a:pt x="232" y="161"/>
                    <a:pt x="231" y="173"/>
                  </a:cubicBezTo>
                  <a:cubicBezTo>
                    <a:pt x="235" y="175"/>
                    <a:pt x="240" y="177"/>
                    <a:pt x="246" y="177"/>
                  </a:cubicBezTo>
                  <a:close/>
                  <a:moveTo>
                    <a:pt x="208" y="19"/>
                  </a:moveTo>
                  <a:cubicBezTo>
                    <a:pt x="208" y="28"/>
                    <a:pt x="208" y="39"/>
                    <a:pt x="208" y="45"/>
                  </a:cubicBezTo>
                  <a:cubicBezTo>
                    <a:pt x="212" y="46"/>
                    <a:pt x="218" y="47"/>
                    <a:pt x="222" y="48"/>
                  </a:cubicBezTo>
                  <a:cubicBezTo>
                    <a:pt x="222" y="49"/>
                    <a:pt x="223" y="49"/>
                    <a:pt x="224" y="50"/>
                  </a:cubicBezTo>
                  <a:cubicBezTo>
                    <a:pt x="225" y="55"/>
                    <a:pt x="224" y="62"/>
                    <a:pt x="224" y="68"/>
                  </a:cubicBezTo>
                  <a:cubicBezTo>
                    <a:pt x="224" y="85"/>
                    <a:pt x="226" y="104"/>
                    <a:pt x="225" y="123"/>
                  </a:cubicBezTo>
                  <a:cubicBezTo>
                    <a:pt x="225" y="137"/>
                    <a:pt x="225" y="151"/>
                    <a:pt x="224" y="168"/>
                  </a:cubicBezTo>
                  <a:cubicBezTo>
                    <a:pt x="226" y="169"/>
                    <a:pt x="226" y="170"/>
                    <a:pt x="229" y="171"/>
                  </a:cubicBezTo>
                  <a:cubicBezTo>
                    <a:pt x="231" y="152"/>
                    <a:pt x="230" y="134"/>
                    <a:pt x="230" y="111"/>
                  </a:cubicBezTo>
                  <a:cubicBezTo>
                    <a:pt x="230" y="108"/>
                    <a:pt x="231" y="105"/>
                    <a:pt x="231" y="102"/>
                  </a:cubicBezTo>
                  <a:cubicBezTo>
                    <a:pt x="231" y="94"/>
                    <a:pt x="231" y="85"/>
                    <a:pt x="231" y="77"/>
                  </a:cubicBezTo>
                  <a:cubicBezTo>
                    <a:pt x="230" y="68"/>
                    <a:pt x="228" y="58"/>
                    <a:pt x="228" y="48"/>
                  </a:cubicBezTo>
                  <a:cubicBezTo>
                    <a:pt x="227" y="38"/>
                    <a:pt x="227" y="29"/>
                    <a:pt x="226" y="19"/>
                  </a:cubicBezTo>
                  <a:cubicBezTo>
                    <a:pt x="226" y="16"/>
                    <a:pt x="227" y="14"/>
                    <a:pt x="225" y="11"/>
                  </a:cubicBezTo>
                  <a:cubicBezTo>
                    <a:pt x="219" y="14"/>
                    <a:pt x="214" y="16"/>
                    <a:pt x="208" y="19"/>
                  </a:cubicBezTo>
                  <a:close/>
                  <a:moveTo>
                    <a:pt x="123" y="38"/>
                  </a:moveTo>
                  <a:cubicBezTo>
                    <a:pt x="128" y="39"/>
                    <a:pt x="132" y="40"/>
                    <a:pt x="137" y="40"/>
                  </a:cubicBezTo>
                  <a:cubicBezTo>
                    <a:pt x="140" y="40"/>
                    <a:pt x="145" y="39"/>
                    <a:pt x="146" y="39"/>
                  </a:cubicBezTo>
                  <a:cubicBezTo>
                    <a:pt x="147" y="39"/>
                    <a:pt x="149" y="38"/>
                    <a:pt x="150" y="37"/>
                  </a:cubicBezTo>
                  <a:cubicBezTo>
                    <a:pt x="150" y="32"/>
                    <a:pt x="150" y="27"/>
                    <a:pt x="149" y="23"/>
                  </a:cubicBezTo>
                  <a:cubicBezTo>
                    <a:pt x="145" y="22"/>
                    <a:pt x="140" y="20"/>
                    <a:pt x="134" y="20"/>
                  </a:cubicBezTo>
                  <a:cubicBezTo>
                    <a:pt x="128" y="20"/>
                    <a:pt x="117" y="20"/>
                    <a:pt x="115" y="23"/>
                  </a:cubicBezTo>
                  <a:cubicBezTo>
                    <a:pt x="113" y="25"/>
                    <a:pt x="114" y="28"/>
                    <a:pt x="114" y="31"/>
                  </a:cubicBezTo>
                  <a:cubicBezTo>
                    <a:pt x="114" y="34"/>
                    <a:pt x="113" y="36"/>
                    <a:pt x="114" y="38"/>
                  </a:cubicBezTo>
                  <a:cubicBezTo>
                    <a:pt x="116" y="35"/>
                    <a:pt x="120" y="38"/>
                    <a:pt x="123" y="38"/>
                  </a:cubicBezTo>
                  <a:close/>
                  <a:moveTo>
                    <a:pt x="86" y="34"/>
                  </a:moveTo>
                  <a:cubicBezTo>
                    <a:pt x="86" y="36"/>
                    <a:pt x="85" y="39"/>
                    <a:pt x="85" y="41"/>
                  </a:cubicBezTo>
                  <a:cubicBezTo>
                    <a:pt x="90" y="42"/>
                    <a:pt x="94" y="46"/>
                    <a:pt x="98" y="49"/>
                  </a:cubicBezTo>
                  <a:cubicBezTo>
                    <a:pt x="99" y="52"/>
                    <a:pt x="96" y="57"/>
                    <a:pt x="95" y="61"/>
                  </a:cubicBezTo>
                  <a:cubicBezTo>
                    <a:pt x="101" y="60"/>
                    <a:pt x="105" y="61"/>
                    <a:pt x="109" y="63"/>
                  </a:cubicBezTo>
                  <a:cubicBezTo>
                    <a:pt x="109" y="66"/>
                    <a:pt x="108" y="69"/>
                    <a:pt x="110" y="71"/>
                  </a:cubicBezTo>
                  <a:cubicBezTo>
                    <a:pt x="111" y="87"/>
                    <a:pt x="112" y="105"/>
                    <a:pt x="111" y="121"/>
                  </a:cubicBezTo>
                  <a:cubicBezTo>
                    <a:pt x="111" y="124"/>
                    <a:pt x="110" y="126"/>
                    <a:pt x="110" y="129"/>
                  </a:cubicBezTo>
                  <a:cubicBezTo>
                    <a:pt x="110" y="138"/>
                    <a:pt x="111" y="148"/>
                    <a:pt x="111" y="157"/>
                  </a:cubicBezTo>
                  <a:cubicBezTo>
                    <a:pt x="110" y="160"/>
                    <a:pt x="109" y="163"/>
                    <a:pt x="112" y="165"/>
                  </a:cubicBezTo>
                  <a:cubicBezTo>
                    <a:pt x="111" y="163"/>
                    <a:pt x="113" y="157"/>
                    <a:pt x="111" y="154"/>
                  </a:cubicBezTo>
                  <a:cubicBezTo>
                    <a:pt x="111" y="153"/>
                    <a:pt x="112" y="154"/>
                    <a:pt x="112" y="153"/>
                  </a:cubicBezTo>
                  <a:cubicBezTo>
                    <a:pt x="112" y="139"/>
                    <a:pt x="112" y="122"/>
                    <a:pt x="112" y="108"/>
                  </a:cubicBezTo>
                  <a:cubicBezTo>
                    <a:pt x="113" y="97"/>
                    <a:pt x="112" y="85"/>
                    <a:pt x="112" y="75"/>
                  </a:cubicBezTo>
                  <a:cubicBezTo>
                    <a:pt x="112" y="66"/>
                    <a:pt x="112" y="56"/>
                    <a:pt x="112" y="48"/>
                  </a:cubicBezTo>
                  <a:cubicBezTo>
                    <a:pt x="112" y="40"/>
                    <a:pt x="112" y="32"/>
                    <a:pt x="111" y="24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05" y="28"/>
                    <a:pt x="93" y="31"/>
                    <a:pt x="86" y="34"/>
                  </a:cubicBezTo>
                  <a:close/>
                  <a:moveTo>
                    <a:pt x="179" y="170"/>
                  </a:moveTo>
                  <a:cubicBezTo>
                    <a:pt x="186" y="171"/>
                    <a:pt x="192" y="169"/>
                    <a:pt x="194" y="165"/>
                  </a:cubicBezTo>
                  <a:cubicBezTo>
                    <a:pt x="195" y="157"/>
                    <a:pt x="194" y="147"/>
                    <a:pt x="194" y="139"/>
                  </a:cubicBezTo>
                  <a:cubicBezTo>
                    <a:pt x="194" y="120"/>
                    <a:pt x="194" y="103"/>
                    <a:pt x="195" y="87"/>
                  </a:cubicBezTo>
                  <a:cubicBezTo>
                    <a:pt x="196" y="79"/>
                    <a:pt x="195" y="70"/>
                    <a:pt x="195" y="61"/>
                  </a:cubicBezTo>
                  <a:cubicBezTo>
                    <a:pt x="195" y="60"/>
                    <a:pt x="195" y="58"/>
                    <a:pt x="195" y="57"/>
                  </a:cubicBezTo>
                  <a:cubicBezTo>
                    <a:pt x="195" y="55"/>
                    <a:pt x="195" y="54"/>
                    <a:pt x="195" y="52"/>
                  </a:cubicBezTo>
                  <a:cubicBezTo>
                    <a:pt x="195" y="48"/>
                    <a:pt x="197" y="39"/>
                    <a:pt x="194" y="35"/>
                  </a:cubicBezTo>
                  <a:cubicBezTo>
                    <a:pt x="193" y="33"/>
                    <a:pt x="188" y="31"/>
                    <a:pt x="185" y="31"/>
                  </a:cubicBezTo>
                  <a:cubicBezTo>
                    <a:pt x="180" y="30"/>
                    <a:pt x="176" y="31"/>
                    <a:pt x="171" y="30"/>
                  </a:cubicBezTo>
                  <a:cubicBezTo>
                    <a:pt x="166" y="29"/>
                    <a:pt x="161" y="28"/>
                    <a:pt x="158" y="29"/>
                  </a:cubicBezTo>
                  <a:cubicBezTo>
                    <a:pt x="157" y="29"/>
                    <a:pt x="154" y="30"/>
                    <a:pt x="154" y="32"/>
                  </a:cubicBezTo>
                  <a:cubicBezTo>
                    <a:pt x="153" y="32"/>
                    <a:pt x="154" y="33"/>
                    <a:pt x="154" y="34"/>
                  </a:cubicBezTo>
                  <a:cubicBezTo>
                    <a:pt x="154" y="36"/>
                    <a:pt x="154" y="40"/>
                    <a:pt x="154" y="43"/>
                  </a:cubicBezTo>
                  <a:cubicBezTo>
                    <a:pt x="154" y="44"/>
                    <a:pt x="153" y="45"/>
                    <a:pt x="153" y="46"/>
                  </a:cubicBezTo>
                  <a:cubicBezTo>
                    <a:pt x="153" y="50"/>
                    <a:pt x="153" y="54"/>
                    <a:pt x="153" y="57"/>
                  </a:cubicBezTo>
                  <a:cubicBezTo>
                    <a:pt x="153" y="66"/>
                    <a:pt x="155" y="77"/>
                    <a:pt x="155" y="88"/>
                  </a:cubicBezTo>
                  <a:cubicBezTo>
                    <a:pt x="155" y="93"/>
                    <a:pt x="155" y="98"/>
                    <a:pt x="155" y="103"/>
                  </a:cubicBezTo>
                  <a:cubicBezTo>
                    <a:pt x="155" y="108"/>
                    <a:pt x="156" y="113"/>
                    <a:pt x="156" y="118"/>
                  </a:cubicBezTo>
                  <a:cubicBezTo>
                    <a:pt x="156" y="126"/>
                    <a:pt x="156" y="134"/>
                    <a:pt x="156" y="142"/>
                  </a:cubicBezTo>
                  <a:cubicBezTo>
                    <a:pt x="155" y="150"/>
                    <a:pt x="154" y="159"/>
                    <a:pt x="156" y="167"/>
                  </a:cubicBezTo>
                  <a:cubicBezTo>
                    <a:pt x="162" y="167"/>
                    <a:pt x="171" y="169"/>
                    <a:pt x="179" y="170"/>
                  </a:cubicBezTo>
                  <a:close/>
                  <a:moveTo>
                    <a:pt x="114" y="47"/>
                  </a:moveTo>
                  <a:cubicBezTo>
                    <a:pt x="118" y="47"/>
                    <a:pt x="122" y="50"/>
                    <a:pt x="127" y="51"/>
                  </a:cubicBezTo>
                  <a:cubicBezTo>
                    <a:pt x="133" y="52"/>
                    <a:pt x="146" y="53"/>
                    <a:pt x="151" y="49"/>
                  </a:cubicBezTo>
                  <a:cubicBezTo>
                    <a:pt x="150" y="45"/>
                    <a:pt x="150" y="44"/>
                    <a:pt x="151" y="40"/>
                  </a:cubicBezTo>
                  <a:cubicBezTo>
                    <a:pt x="140" y="44"/>
                    <a:pt x="126" y="42"/>
                    <a:pt x="114" y="39"/>
                  </a:cubicBezTo>
                  <a:cubicBezTo>
                    <a:pt x="113" y="42"/>
                    <a:pt x="114" y="44"/>
                    <a:pt x="114" y="47"/>
                  </a:cubicBezTo>
                  <a:close/>
                  <a:moveTo>
                    <a:pt x="94" y="49"/>
                  </a:moveTo>
                  <a:cubicBezTo>
                    <a:pt x="90" y="47"/>
                    <a:pt x="86" y="43"/>
                    <a:pt x="80" y="43"/>
                  </a:cubicBezTo>
                  <a:cubicBezTo>
                    <a:pt x="79" y="44"/>
                    <a:pt x="77" y="45"/>
                    <a:pt x="77" y="47"/>
                  </a:cubicBezTo>
                  <a:cubicBezTo>
                    <a:pt x="84" y="47"/>
                    <a:pt x="88" y="52"/>
                    <a:pt x="94" y="55"/>
                  </a:cubicBezTo>
                  <a:cubicBezTo>
                    <a:pt x="95" y="52"/>
                    <a:pt x="96" y="51"/>
                    <a:pt x="94" y="49"/>
                  </a:cubicBezTo>
                  <a:close/>
                  <a:moveTo>
                    <a:pt x="52" y="50"/>
                  </a:moveTo>
                  <a:cubicBezTo>
                    <a:pt x="43" y="64"/>
                    <a:pt x="36" y="80"/>
                    <a:pt x="28" y="95"/>
                  </a:cubicBezTo>
                  <a:cubicBezTo>
                    <a:pt x="28" y="96"/>
                    <a:pt x="27" y="97"/>
                    <a:pt x="26" y="98"/>
                  </a:cubicBezTo>
                  <a:cubicBezTo>
                    <a:pt x="25" y="100"/>
                    <a:pt x="25" y="103"/>
                    <a:pt x="24" y="105"/>
                  </a:cubicBezTo>
                  <a:cubicBezTo>
                    <a:pt x="21" y="113"/>
                    <a:pt x="15" y="121"/>
                    <a:pt x="12" y="130"/>
                  </a:cubicBezTo>
                  <a:cubicBezTo>
                    <a:pt x="8" y="135"/>
                    <a:pt x="6" y="141"/>
                    <a:pt x="4" y="147"/>
                  </a:cubicBezTo>
                  <a:cubicBezTo>
                    <a:pt x="6" y="150"/>
                    <a:pt x="11" y="151"/>
                    <a:pt x="13" y="152"/>
                  </a:cubicBezTo>
                  <a:cubicBezTo>
                    <a:pt x="14" y="153"/>
                    <a:pt x="15" y="153"/>
                    <a:pt x="15" y="153"/>
                  </a:cubicBezTo>
                  <a:cubicBezTo>
                    <a:pt x="20" y="155"/>
                    <a:pt x="24" y="156"/>
                    <a:pt x="27" y="156"/>
                  </a:cubicBezTo>
                  <a:cubicBezTo>
                    <a:pt x="28" y="155"/>
                    <a:pt x="28" y="154"/>
                    <a:pt x="28" y="152"/>
                  </a:cubicBezTo>
                  <a:cubicBezTo>
                    <a:pt x="28" y="151"/>
                    <a:pt x="29" y="152"/>
                    <a:pt x="30" y="151"/>
                  </a:cubicBezTo>
                  <a:cubicBezTo>
                    <a:pt x="37" y="135"/>
                    <a:pt x="45" y="119"/>
                    <a:pt x="51" y="102"/>
                  </a:cubicBezTo>
                  <a:cubicBezTo>
                    <a:pt x="58" y="85"/>
                    <a:pt x="65" y="65"/>
                    <a:pt x="74" y="50"/>
                  </a:cubicBezTo>
                  <a:cubicBezTo>
                    <a:pt x="73" y="49"/>
                    <a:pt x="72" y="49"/>
                    <a:pt x="72" y="48"/>
                  </a:cubicBezTo>
                  <a:cubicBezTo>
                    <a:pt x="74" y="47"/>
                    <a:pt x="75" y="47"/>
                    <a:pt x="75" y="45"/>
                  </a:cubicBezTo>
                  <a:cubicBezTo>
                    <a:pt x="69" y="44"/>
                    <a:pt x="58" y="46"/>
                    <a:pt x="52" y="50"/>
                  </a:cubicBezTo>
                  <a:close/>
                  <a:moveTo>
                    <a:pt x="222" y="152"/>
                  </a:moveTo>
                  <a:cubicBezTo>
                    <a:pt x="223" y="137"/>
                    <a:pt x="223" y="119"/>
                    <a:pt x="223" y="105"/>
                  </a:cubicBezTo>
                  <a:cubicBezTo>
                    <a:pt x="223" y="100"/>
                    <a:pt x="222" y="96"/>
                    <a:pt x="222" y="93"/>
                  </a:cubicBezTo>
                  <a:cubicBezTo>
                    <a:pt x="222" y="91"/>
                    <a:pt x="222" y="90"/>
                    <a:pt x="222" y="88"/>
                  </a:cubicBezTo>
                  <a:cubicBezTo>
                    <a:pt x="222" y="82"/>
                    <a:pt x="222" y="76"/>
                    <a:pt x="222" y="70"/>
                  </a:cubicBezTo>
                  <a:cubicBezTo>
                    <a:pt x="222" y="65"/>
                    <a:pt x="223" y="53"/>
                    <a:pt x="221" y="51"/>
                  </a:cubicBezTo>
                  <a:cubicBezTo>
                    <a:pt x="220" y="50"/>
                    <a:pt x="211" y="48"/>
                    <a:pt x="208" y="48"/>
                  </a:cubicBezTo>
                  <a:cubicBezTo>
                    <a:pt x="208" y="48"/>
                    <a:pt x="206" y="48"/>
                    <a:pt x="205" y="49"/>
                  </a:cubicBezTo>
                  <a:cubicBezTo>
                    <a:pt x="206" y="53"/>
                    <a:pt x="205" y="58"/>
                    <a:pt x="205" y="63"/>
                  </a:cubicBezTo>
                  <a:cubicBezTo>
                    <a:pt x="205" y="68"/>
                    <a:pt x="205" y="73"/>
                    <a:pt x="205" y="77"/>
                  </a:cubicBezTo>
                  <a:cubicBezTo>
                    <a:pt x="205" y="87"/>
                    <a:pt x="206" y="97"/>
                    <a:pt x="206" y="107"/>
                  </a:cubicBezTo>
                  <a:cubicBezTo>
                    <a:pt x="207" y="128"/>
                    <a:pt x="206" y="149"/>
                    <a:pt x="205" y="169"/>
                  </a:cubicBezTo>
                  <a:cubicBezTo>
                    <a:pt x="209" y="174"/>
                    <a:pt x="217" y="172"/>
                    <a:pt x="221" y="170"/>
                  </a:cubicBezTo>
                  <a:cubicBezTo>
                    <a:pt x="223" y="164"/>
                    <a:pt x="222" y="158"/>
                    <a:pt x="222" y="152"/>
                  </a:cubicBezTo>
                  <a:close/>
                  <a:moveTo>
                    <a:pt x="68" y="115"/>
                  </a:moveTo>
                  <a:cubicBezTo>
                    <a:pt x="68" y="114"/>
                    <a:pt x="69" y="113"/>
                    <a:pt x="70" y="111"/>
                  </a:cubicBezTo>
                  <a:cubicBezTo>
                    <a:pt x="69" y="112"/>
                    <a:pt x="68" y="112"/>
                    <a:pt x="67" y="111"/>
                  </a:cubicBezTo>
                  <a:cubicBezTo>
                    <a:pt x="67" y="107"/>
                    <a:pt x="62" y="108"/>
                    <a:pt x="60" y="105"/>
                  </a:cubicBezTo>
                  <a:cubicBezTo>
                    <a:pt x="60" y="105"/>
                    <a:pt x="60" y="103"/>
                    <a:pt x="62" y="103"/>
                  </a:cubicBezTo>
                  <a:cubicBezTo>
                    <a:pt x="63" y="97"/>
                    <a:pt x="68" y="93"/>
                    <a:pt x="69" y="85"/>
                  </a:cubicBezTo>
                  <a:cubicBezTo>
                    <a:pt x="72" y="82"/>
                    <a:pt x="76" y="87"/>
                    <a:pt x="79" y="88"/>
                  </a:cubicBezTo>
                  <a:cubicBezTo>
                    <a:pt x="80" y="87"/>
                    <a:pt x="81" y="86"/>
                    <a:pt x="81" y="85"/>
                  </a:cubicBezTo>
                  <a:cubicBezTo>
                    <a:pt x="78" y="82"/>
                    <a:pt x="75" y="83"/>
                    <a:pt x="72" y="81"/>
                  </a:cubicBezTo>
                  <a:cubicBezTo>
                    <a:pt x="71" y="76"/>
                    <a:pt x="76" y="76"/>
                    <a:pt x="76" y="71"/>
                  </a:cubicBezTo>
                  <a:cubicBezTo>
                    <a:pt x="78" y="69"/>
                    <a:pt x="79" y="66"/>
                    <a:pt x="80" y="63"/>
                  </a:cubicBezTo>
                  <a:cubicBezTo>
                    <a:pt x="81" y="61"/>
                    <a:pt x="81" y="57"/>
                    <a:pt x="82" y="59"/>
                  </a:cubicBezTo>
                  <a:cubicBezTo>
                    <a:pt x="82" y="58"/>
                    <a:pt x="81" y="58"/>
                    <a:pt x="82" y="58"/>
                  </a:cubicBezTo>
                  <a:cubicBezTo>
                    <a:pt x="86" y="56"/>
                    <a:pt x="89" y="59"/>
                    <a:pt x="92" y="61"/>
                  </a:cubicBezTo>
                  <a:cubicBezTo>
                    <a:pt x="92" y="60"/>
                    <a:pt x="93" y="59"/>
                    <a:pt x="93" y="58"/>
                  </a:cubicBezTo>
                  <a:cubicBezTo>
                    <a:pt x="89" y="53"/>
                    <a:pt x="83" y="50"/>
                    <a:pt x="76" y="49"/>
                  </a:cubicBezTo>
                  <a:cubicBezTo>
                    <a:pt x="76" y="51"/>
                    <a:pt x="74" y="52"/>
                    <a:pt x="75" y="53"/>
                  </a:cubicBezTo>
                  <a:cubicBezTo>
                    <a:pt x="77" y="54"/>
                    <a:pt x="82" y="57"/>
                    <a:pt x="78" y="60"/>
                  </a:cubicBezTo>
                  <a:cubicBezTo>
                    <a:pt x="78" y="61"/>
                    <a:pt x="77" y="62"/>
                    <a:pt x="77" y="63"/>
                  </a:cubicBezTo>
                  <a:cubicBezTo>
                    <a:pt x="75" y="67"/>
                    <a:pt x="73" y="71"/>
                    <a:pt x="72" y="74"/>
                  </a:cubicBezTo>
                  <a:cubicBezTo>
                    <a:pt x="71" y="76"/>
                    <a:pt x="71" y="79"/>
                    <a:pt x="69" y="80"/>
                  </a:cubicBezTo>
                  <a:cubicBezTo>
                    <a:pt x="68" y="79"/>
                    <a:pt x="67" y="78"/>
                    <a:pt x="66" y="77"/>
                  </a:cubicBezTo>
                  <a:cubicBezTo>
                    <a:pt x="65" y="78"/>
                    <a:pt x="64" y="78"/>
                    <a:pt x="63" y="78"/>
                  </a:cubicBezTo>
                  <a:cubicBezTo>
                    <a:pt x="62" y="79"/>
                    <a:pt x="62" y="80"/>
                    <a:pt x="62" y="82"/>
                  </a:cubicBezTo>
                  <a:cubicBezTo>
                    <a:pt x="63" y="83"/>
                    <a:pt x="66" y="84"/>
                    <a:pt x="66" y="86"/>
                  </a:cubicBezTo>
                  <a:cubicBezTo>
                    <a:pt x="66" y="87"/>
                    <a:pt x="64" y="88"/>
                    <a:pt x="63" y="90"/>
                  </a:cubicBezTo>
                  <a:cubicBezTo>
                    <a:pt x="63" y="91"/>
                    <a:pt x="63" y="92"/>
                    <a:pt x="63" y="93"/>
                  </a:cubicBezTo>
                  <a:cubicBezTo>
                    <a:pt x="61" y="97"/>
                    <a:pt x="59" y="102"/>
                    <a:pt x="58" y="105"/>
                  </a:cubicBezTo>
                  <a:cubicBezTo>
                    <a:pt x="57" y="105"/>
                    <a:pt x="57" y="105"/>
                    <a:pt x="56" y="105"/>
                  </a:cubicBezTo>
                  <a:cubicBezTo>
                    <a:pt x="55" y="105"/>
                    <a:pt x="55" y="104"/>
                    <a:pt x="53" y="103"/>
                  </a:cubicBezTo>
                  <a:cubicBezTo>
                    <a:pt x="52" y="105"/>
                    <a:pt x="52" y="107"/>
                    <a:pt x="51" y="108"/>
                  </a:cubicBezTo>
                  <a:cubicBezTo>
                    <a:pt x="53" y="109"/>
                    <a:pt x="55" y="110"/>
                    <a:pt x="55" y="112"/>
                  </a:cubicBezTo>
                  <a:cubicBezTo>
                    <a:pt x="51" y="117"/>
                    <a:pt x="48" y="125"/>
                    <a:pt x="48" y="131"/>
                  </a:cubicBezTo>
                  <a:cubicBezTo>
                    <a:pt x="47" y="132"/>
                    <a:pt x="46" y="132"/>
                    <a:pt x="45" y="133"/>
                  </a:cubicBezTo>
                  <a:cubicBezTo>
                    <a:pt x="44" y="132"/>
                    <a:pt x="43" y="130"/>
                    <a:pt x="42" y="130"/>
                  </a:cubicBezTo>
                  <a:cubicBezTo>
                    <a:pt x="41" y="133"/>
                    <a:pt x="39" y="135"/>
                    <a:pt x="39" y="138"/>
                  </a:cubicBezTo>
                  <a:cubicBezTo>
                    <a:pt x="45" y="136"/>
                    <a:pt x="50" y="141"/>
                    <a:pt x="55" y="143"/>
                  </a:cubicBezTo>
                  <a:cubicBezTo>
                    <a:pt x="56" y="142"/>
                    <a:pt x="57" y="141"/>
                    <a:pt x="57" y="140"/>
                  </a:cubicBezTo>
                  <a:cubicBezTo>
                    <a:pt x="55" y="137"/>
                    <a:pt x="52" y="135"/>
                    <a:pt x="49" y="134"/>
                  </a:cubicBezTo>
                  <a:cubicBezTo>
                    <a:pt x="49" y="134"/>
                    <a:pt x="49" y="133"/>
                    <a:pt x="49" y="133"/>
                  </a:cubicBezTo>
                  <a:cubicBezTo>
                    <a:pt x="49" y="132"/>
                    <a:pt x="49" y="131"/>
                    <a:pt x="50" y="131"/>
                  </a:cubicBezTo>
                  <a:cubicBezTo>
                    <a:pt x="50" y="130"/>
                    <a:pt x="50" y="130"/>
                    <a:pt x="50" y="129"/>
                  </a:cubicBezTo>
                  <a:cubicBezTo>
                    <a:pt x="54" y="126"/>
                    <a:pt x="54" y="120"/>
                    <a:pt x="58" y="117"/>
                  </a:cubicBezTo>
                  <a:cubicBezTo>
                    <a:pt x="58" y="114"/>
                    <a:pt x="58" y="112"/>
                    <a:pt x="60" y="111"/>
                  </a:cubicBezTo>
                  <a:cubicBezTo>
                    <a:pt x="63" y="112"/>
                    <a:pt x="65" y="114"/>
                    <a:pt x="68" y="115"/>
                  </a:cubicBezTo>
                  <a:close/>
                  <a:moveTo>
                    <a:pt x="140" y="54"/>
                  </a:moveTo>
                  <a:cubicBezTo>
                    <a:pt x="131" y="55"/>
                    <a:pt x="122" y="52"/>
                    <a:pt x="114" y="50"/>
                  </a:cubicBezTo>
                  <a:cubicBezTo>
                    <a:pt x="114" y="50"/>
                    <a:pt x="114" y="51"/>
                    <a:pt x="114" y="51"/>
                  </a:cubicBezTo>
                  <a:cubicBezTo>
                    <a:pt x="115" y="82"/>
                    <a:pt x="113" y="115"/>
                    <a:pt x="114" y="142"/>
                  </a:cubicBezTo>
                  <a:cubicBezTo>
                    <a:pt x="115" y="141"/>
                    <a:pt x="117" y="142"/>
                    <a:pt x="117" y="142"/>
                  </a:cubicBezTo>
                  <a:cubicBezTo>
                    <a:pt x="119" y="141"/>
                    <a:pt x="119" y="142"/>
                    <a:pt x="121" y="143"/>
                  </a:cubicBezTo>
                  <a:cubicBezTo>
                    <a:pt x="122" y="143"/>
                    <a:pt x="123" y="142"/>
                    <a:pt x="124" y="143"/>
                  </a:cubicBezTo>
                  <a:cubicBezTo>
                    <a:pt x="125" y="143"/>
                    <a:pt x="126" y="143"/>
                    <a:pt x="126" y="143"/>
                  </a:cubicBezTo>
                  <a:cubicBezTo>
                    <a:pt x="135" y="145"/>
                    <a:pt x="145" y="144"/>
                    <a:pt x="153" y="143"/>
                  </a:cubicBezTo>
                  <a:cubicBezTo>
                    <a:pt x="153" y="132"/>
                    <a:pt x="154" y="121"/>
                    <a:pt x="153" y="110"/>
                  </a:cubicBezTo>
                  <a:cubicBezTo>
                    <a:pt x="152" y="101"/>
                    <a:pt x="153" y="91"/>
                    <a:pt x="152" y="82"/>
                  </a:cubicBezTo>
                  <a:cubicBezTo>
                    <a:pt x="152" y="73"/>
                    <a:pt x="150" y="62"/>
                    <a:pt x="151" y="53"/>
                  </a:cubicBezTo>
                  <a:cubicBezTo>
                    <a:pt x="147" y="52"/>
                    <a:pt x="144" y="54"/>
                    <a:pt x="140" y="54"/>
                  </a:cubicBezTo>
                  <a:close/>
                  <a:moveTo>
                    <a:pt x="197" y="51"/>
                  </a:moveTo>
                  <a:cubicBezTo>
                    <a:pt x="197" y="57"/>
                    <a:pt x="198" y="59"/>
                    <a:pt x="197" y="62"/>
                  </a:cubicBezTo>
                  <a:cubicBezTo>
                    <a:pt x="198" y="70"/>
                    <a:pt x="199" y="78"/>
                    <a:pt x="198" y="86"/>
                  </a:cubicBezTo>
                  <a:cubicBezTo>
                    <a:pt x="196" y="112"/>
                    <a:pt x="197" y="141"/>
                    <a:pt x="198" y="165"/>
                  </a:cubicBezTo>
                  <a:cubicBezTo>
                    <a:pt x="199" y="166"/>
                    <a:pt x="201" y="168"/>
                    <a:pt x="202" y="167"/>
                  </a:cubicBezTo>
                  <a:cubicBezTo>
                    <a:pt x="205" y="146"/>
                    <a:pt x="204" y="126"/>
                    <a:pt x="204" y="105"/>
                  </a:cubicBezTo>
                  <a:cubicBezTo>
                    <a:pt x="204" y="98"/>
                    <a:pt x="203" y="92"/>
                    <a:pt x="202" y="85"/>
                  </a:cubicBezTo>
                  <a:cubicBezTo>
                    <a:pt x="202" y="74"/>
                    <a:pt x="203" y="62"/>
                    <a:pt x="203" y="51"/>
                  </a:cubicBezTo>
                  <a:cubicBezTo>
                    <a:pt x="200" y="51"/>
                    <a:pt x="199" y="52"/>
                    <a:pt x="198" y="51"/>
                  </a:cubicBezTo>
                  <a:cubicBezTo>
                    <a:pt x="198" y="51"/>
                    <a:pt x="197" y="51"/>
                    <a:pt x="197" y="51"/>
                  </a:cubicBezTo>
                  <a:close/>
                  <a:moveTo>
                    <a:pt x="279" y="76"/>
                  </a:moveTo>
                  <a:cubicBezTo>
                    <a:pt x="284" y="75"/>
                    <a:pt x="291" y="72"/>
                    <a:pt x="294" y="68"/>
                  </a:cubicBezTo>
                  <a:cubicBezTo>
                    <a:pt x="296" y="65"/>
                    <a:pt x="293" y="62"/>
                    <a:pt x="292" y="60"/>
                  </a:cubicBezTo>
                  <a:cubicBezTo>
                    <a:pt x="291" y="58"/>
                    <a:pt x="290" y="55"/>
                    <a:pt x="288" y="54"/>
                  </a:cubicBezTo>
                  <a:cubicBezTo>
                    <a:pt x="287" y="54"/>
                    <a:pt x="284" y="54"/>
                    <a:pt x="281" y="54"/>
                  </a:cubicBezTo>
                  <a:cubicBezTo>
                    <a:pt x="279" y="55"/>
                    <a:pt x="276" y="55"/>
                    <a:pt x="275" y="55"/>
                  </a:cubicBezTo>
                  <a:cubicBezTo>
                    <a:pt x="272" y="56"/>
                    <a:pt x="269" y="59"/>
                    <a:pt x="267" y="60"/>
                  </a:cubicBezTo>
                  <a:cubicBezTo>
                    <a:pt x="268" y="61"/>
                    <a:pt x="266" y="62"/>
                    <a:pt x="267" y="63"/>
                  </a:cubicBezTo>
                  <a:cubicBezTo>
                    <a:pt x="266" y="63"/>
                    <a:pt x="265" y="63"/>
                    <a:pt x="265" y="64"/>
                  </a:cubicBezTo>
                  <a:cubicBezTo>
                    <a:pt x="265" y="69"/>
                    <a:pt x="268" y="73"/>
                    <a:pt x="270" y="77"/>
                  </a:cubicBezTo>
                  <a:cubicBezTo>
                    <a:pt x="273" y="76"/>
                    <a:pt x="275" y="76"/>
                    <a:pt x="279" y="76"/>
                  </a:cubicBezTo>
                  <a:close/>
                  <a:moveTo>
                    <a:pt x="73" y="56"/>
                  </a:moveTo>
                  <a:cubicBezTo>
                    <a:pt x="70" y="62"/>
                    <a:pt x="67" y="68"/>
                    <a:pt x="64" y="75"/>
                  </a:cubicBezTo>
                  <a:cubicBezTo>
                    <a:pt x="66" y="74"/>
                    <a:pt x="66" y="76"/>
                    <a:pt x="68" y="76"/>
                  </a:cubicBezTo>
                  <a:cubicBezTo>
                    <a:pt x="71" y="70"/>
                    <a:pt x="74" y="63"/>
                    <a:pt x="76" y="57"/>
                  </a:cubicBezTo>
                  <a:cubicBezTo>
                    <a:pt x="76" y="56"/>
                    <a:pt x="75" y="55"/>
                    <a:pt x="73" y="56"/>
                  </a:cubicBezTo>
                  <a:close/>
                  <a:moveTo>
                    <a:pt x="85" y="61"/>
                  </a:moveTo>
                  <a:cubicBezTo>
                    <a:pt x="83" y="63"/>
                    <a:pt x="82" y="66"/>
                    <a:pt x="80" y="70"/>
                  </a:cubicBezTo>
                  <a:cubicBezTo>
                    <a:pt x="79" y="73"/>
                    <a:pt x="76" y="76"/>
                    <a:pt x="76" y="78"/>
                  </a:cubicBezTo>
                  <a:cubicBezTo>
                    <a:pt x="77" y="81"/>
                    <a:pt x="80" y="81"/>
                    <a:pt x="81" y="83"/>
                  </a:cubicBezTo>
                  <a:cubicBezTo>
                    <a:pt x="86" y="77"/>
                    <a:pt x="88" y="70"/>
                    <a:pt x="91" y="64"/>
                  </a:cubicBezTo>
                  <a:cubicBezTo>
                    <a:pt x="89" y="62"/>
                    <a:pt x="87" y="61"/>
                    <a:pt x="85" y="61"/>
                  </a:cubicBezTo>
                  <a:close/>
                  <a:moveTo>
                    <a:pt x="93" y="64"/>
                  </a:moveTo>
                  <a:cubicBezTo>
                    <a:pt x="91" y="70"/>
                    <a:pt x="86" y="77"/>
                    <a:pt x="84" y="83"/>
                  </a:cubicBezTo>
                  <a:cubicBezTo>
                    <a:pt x="83" y="89"/>
                    <a:pt x="84" y="98"/>
                    <a:pt x="85" y="105"/>
                  </a:cubicBezTo>
                  <a:cubicBezTo>
                    <a:pt x="85" y="111"/>
                    <a:pt x="84" y="117"/>
                    <a:pt x="84" y="123"/>
                  </a:cubicBezTo>
                  <a:cubicBezTo>
                    <a:pt x="85" y="135"/>
                    <a:pt x="85" y="150"/>
                    <a:pt x="85" y="163"/>
                  </a:cubicBezTo>
                  <a:cubicBezTo>
                    <a:pt x="85" y="164"/>
                    <a:pt x="87" y="165"/>
                    <a:pt x="86" y="167"/>
                  </a:cubicBezTo>
                  <a:cubicBezTo>
                    <a:pt x="93" y="170"/>
                    <a:pt x="101" y="169"/>
                    <a:pt x="107" y="167"/>
                  </a:cubicBezTo>
                  <a:cubicBezTo>
                    <a:pt x="109" y="159"/>
                    <a:pt x="108" y="152"/>
                    <a:pt x="108" y="144"/>
                  </a:cubicBezTo>
                  <a:cubicBezTo>
                    <a:pt x="108" y="132"/>
                    <a:pt x="109" y="119"/>
                    <a:pt x="109" y="105"/>
                  </a:cubicBezTo>
                  <a:cubicBezTo>
                    <a:pt x="109" y="101"/>
                    <a:pt x="109" y="96"/>
                    <a:pt x="109" y="93"/>
                  </a:cubicBezTo>
                  <a:cubicBezTo>
                    <a:pt x="109" y="92"/>
                    <a:pt x="108" y="91"/>
                    <a:pt x="108" y="90"/>
                  </a:cubicBezTo>
                  <a:cubicBezTo>
                    <a:pt x="108" y="87"/>
                    <a:pt x="109" y="84"/>
                    <a:pt x="108" y="81"/>
                  </a:cubicBezTo>
                  <a:cubicBezTo>
                    <a:pt x="108" y="75"/>
                    <a:pt x="106" y="70"/>
                    <a:pt x="106" y="64"/>
                  </a:cubicBezTo>
                  <a:cubicBezTo>
                    <a:pt x="102" y="62"/>
                    <a:pt x="97" y="62"/>
                    <a:pt x="93" y="64"/>
                  </a:cubicBezTo>
                  <a:close/>
                  <a:moveTo>
                    <a:pt x="271" y="79"/>
                  </a:moveTo>
                  <a:cubicBezTo>
                    <a:pt x="271" y="82"/>
                    <a:pt x="272" y="83"/>
                    <a:pt x="273" y="84"/>
                  </a:cubicBezTo>
                  <a:cubicBezTo>
                    <a:pt x="274" y="84"/>
                    <a:pt x="274" y="83"/>
                    <a:pt x="276" y="83"/>
                  </a:cubicBezTo>
                  <a:cubicBezTo>
                    <a:pt x="285" y="87"/>
                    <a:pt x="306" y="80"/>
                    <a:pt x="296" y="69"/>
                  </a:cubicBezTo>
                  <a:cubicBezTo>
                    <a:pt x="292" y="77"/>
                    <a:pt x="281" y="78"/>
                    <a:pt x="271" y="79"/>
                  </a:cubicBezTo>
                  <a:close/>
                  <a:moveTo>
                    <a:pt x="265" y="96"/>
                  </a:moveTo>
                  <a:cubicBezTo>
                    <a:pt x="265" y="98"/>
                    <a:pt x="265" y="100"/>
                    <a:pt x="265" y="103"/>
                  </a:cubicBezTo>
                  <a:cubicBezTo>
                    <a:pt x="265" y="107"/>
                    <a:pt x="265" y="112"/>
                    <a:pt x="265" y="118"/>
                  </a:cubicBezTo>
                  <a:cubicBezTo>
                    <a:pt x="265" y="121"/>
                    <a:pt x="265" y="125"/>
                    <a:pt x="266" y="127"/>
                  </a:cubicBezTo>
                  <a:cubicBezTo>
                    <a:pt x="266" y="128"/>
                    <a:pt x="268" y="130"/>
                    <a:pt x="269" y="132"/>
                  </a:cubicBezTo>
                  <a:cubicBezTo>
                    <a:pt x="272" y="136"/>
                    <a:pt x="274" y="141"/>
                    <a:pt x="276" y="147"/>
                  </a:cubicBezTo>
                  <a:cubicBezTo>
                    <a:pt x="278" y="151"/>
                    <a:pt x="281" y="160"/>
                    <a:pt x="284" y="163"/>
                  </a:cubicBezTo>
                  <a:cubicBezTo>
                    <a:pt x="285" y="164"/>
                    <a:pt x="289" y="165"/>
                    <a:pt x="291" y="166"/>
                  </a:cubicBezTo>
                  <a:cubicBezTo>
                    <a:pt x="296" y="168"/>
                    <a:pt x="302" y="168"/>
                    <a:pt x="306" y="169"/>
                  </a:cubicBezTo>
                  <a:cubicBezTo>
                    <a:pt x="304" y="166"/>
                    <a:pt x="303" y="162"/>
                    <a:pt x="302" y="159"/>
                  </a:cubicBezTo>
                  <a:cubicBezTo>
                    <a:pt x="301" y="156"/>
                    <a:pt x="299" y="153"/>
                    <a:pt x="298" y="151"/>
                  </a:cubicBezTo>
                  <a:cubicBezTo>
                    <a:pt x="298" y="150"/>
                    <a:pt x="298" y="148"/>
                    <a:pt x="298" y="147"/>
                  </a:cubicBezTo>
                  <a:cubicBezTo>
                    <a:pt x="296" y="141"/>
                    <a:pt x="292" y="135"/>
                    <a:pt x="290" y="128"/>
                  </a:cubicBezTo>
                  <a:cubicBezTo>
                    <a:pt x="287" y="122"/>
                    <a:pt x="285" y="115"/>
                    <a:pt x="282" y="109"/>
                  </a:cubicBezTo>
                  <a:cubicBezTo>
                    <a:pt x="276" y="97"/>
                    <a:pt x="271" y="84"/>
                    <a:pt x="265" y="73"/>
                  </a:cubicBezTo>
                  <a:cubicBezTo>
                    <a:pt x="265" y="72"/>
                    <a:pt x="265" y="72"/>
                    <a:pt x="265" y="73"/>
                  </a:cubicBezTo>
                  <a:cubicBezTo>
                    <a:pt x="264" y="79"/>
                    <a:pt x="265" y="87"/>
                    <a:pt x="265" y="96"/>
                  </a:cubicBezTo>
                  <a:close/>
                  <a:moveTo>
                    <a:pt x="274" y="87"/>
                  </a:moveTo>
                  <a:cubicBezTo>
                    <a:pt x="276" y="89"/>
                    <a:pt x="276" y="92"/>
                    <a:pt x="278" y="94"/>
                  </a:cubicBezTo>
                  <a:cubicBezTo>
                    <a:pt x="278" y="93"/>
                    <a:pt x="278" y="93"/>
                    <a:pt x="278" y="93"/>
                  </a:cubicBezTo>
                  <a:cubicBezTo>
                    <a:pt x="280" y="93"/>
                    <a:pt x="283" y="93"/>
                    <a:pt x="285" y="93"/>
                  </a:cubicBezTo>
                  <a:cubicBezTo>
                    <a:pt x="291" y="93"/>
                    <a:pt x="299" y="87"/>
                    <a:pt x="301" y="83"/>
                  </a:cubicBezTo>
                  <a:cubicBezTo>
                    <a:pt x="302" y="81"/>
                    <a:pt x="302" y="79"/>
                    <a:pt x="300" y="78"/>
                  </a:cubicBezTo>
                  <a:cubicBezTo>
                    <a:pt x="295" y="87"/>
                    <a:pt x="283" y="86"/>
                    <a:pt x="274" y="87"/>
                  </a:cubicBezTo>
                  <a:close/>
                  <a:moveTo>
                    <a:pt x="278" y="96"/>
                  </a:moveTo>
                  <a:cubicBezTo>
                    <a:pt x="279" y="96"/>
                    <a:pt x="279" y="97"/>
                    <a:pt x="279" y="98"/>
                  </a:cubicBezTo>
                  <a:cubicBezTo>
                    <a:pt x="283" y="98"/>
                    <a:pt x="287" y="99"/>
                    <a:pt x="290" y="98"/>
                  </a:cubicBezTo>
                  <a:cubicBezTo>
                    <a:pt x="297" y="98"/>
                    <a:pt x="302" y="92"/>
                    <a:pt x="305" y="87"/>
                  </a:cubicBezTo>
                  <a:cubicBezTo>
                    <a:pt x="304" y="86"/>
                    <a:pt x="304" y="84"/>
                    <a:pt x="303" y="84"/>
                  </a:cubicBezTo>
                  <a:cubicBezTo>
                    <a:pt x="298" y="92"/>
                    <a:pt x="289" y="97"/>
                    <a:pt x="278" y="96"/>
                  </a:cubicBezTo>
                  <a:close/>
                  <a:moveTo>
                    <a:pt x="54" y="102"/>
                  </a:moveTo>
                  <a:cubicBezTo>
                    <a:pt x="55" y="102"/>
                    <a:pt x="56" y="103"/>
                    <a:pt x="57" y="102"/>
                  </a:cubicBezTo>
                  <a:cubicBezTo>
                    <a:pt x="57" y="100"/>
                    <a:pt x="60" y="96"/>
                    <a:pt x="61" y="92"/>
                  </a:cubicBezTo>
                  <a:cubicBezTo>
                    <a:pt x="62" y="90"/>
                    <a:pt x="65" y="84"/>
                    <a:pt x="60" y="84"/>
                  </a:cubicBezTo>
                  <a:cubicBezTo>
                    <a:pt x="59" y="91"/>
                    <a:pt x="56" y="95"/>
                    <a:pt x="54" y="102"/>
                  </a:cubicBezTo>
                  <a:close/>
                  <a:moveTo>
                    <a:pt x="72" y="88"/>
                  </a:moveTo>
                  <a:cubicBezTo>
                    <a:pt x="69" y="92"/>
                    <a:pt x="66" y="99"/>
                    <a:pt x="64" y="105"/>
                  </a:cubicBezTo>
                  <a:cubicBezTo>
                    <a:pt x="66" y="106"/>
                    <a:pt x="68" y="108"/>
                    <a:pt x="70" y="110"/>
                  </a:cubicBezTo>
                  <a:cubicBezTo>
                    <a:pt x="73" y="104"/>
                    <a:pt x="76" y="98"/>
                    <a:pt x="78" y="91"/>
                  </a:cubicBezTo>
                  <a:cubicBezTo>
                    <a:pt x="77" y="89"/>
                    <a:pt x="74" y="88"/>
                    <a:pt x="72" y="88"/>
                  </a:cubicBezTo>
                  <a:close/>
                  <a:moveTo>
                    <a:pt x="79" y="94"/>
                  </a:moveTo>
                  <a:cubicBezTo>
                    <a:pt x="79" y="95"/>
                    <a:pt x="79" y="96"/>
                    <a:pt x="79" y="97"/>
                  </a:cubicBezTo>
                  <a:cubicBezTo>
                    <a:pt x="77" y="101"/>
                    <a:pt x="74" y="105"/>
                    <a:pt x="73" y="109"/>
                  </a:cubicBezTo>
                  <a:cubicBezTo>
                    <a:pt x="72" y="113"/>
                    <a:pt x="72" y="118"/>
                    <a:pt x="71" y="123"/>
                  </a:cubicBezTo>
                  <a:cubicBezTo>
                    <a:pt x="71" y="135"/>
                    <a:pt x="72" y="143"/>
                    <a:pt x="70" y="154"/>
                  </a:cubicBezTo>
                  <a:cubicBezTo>
                    <a:pt x="74" y="157"/>
                    <a:pt x="78" y="160"/>
                    <a:pt x="82" y="163"/>
                  </a:cubicBezTo>
                  <a:cubicBezTo>
                    <a:pt x="83" y="155"/>
                    <a:pt x="83" y="148"/>
                    <a:pt x="83" y="139"/>
                  </a:cubicBezTo>
                  <a:cubicBezTo>
                    <a:pt x="83" y="131"/>
                    <a:pt x="82" y="123"/>
                    <a:pt x="82" y="117"/>
                  </a:cubicBezTo>
                  <a:cubicBezTo>
                    <a:pt x="82" y="109"/>
                    <a:pt x="83" y="97"/>
                    <a:pt x="82" y="89"/>
                  </a:cubicBezTo>
                  <a:cubicBezTo>
                    <a:pt x="81" y="91"/>
                    <a:pt x="80" y="92"/>
                    <a:pt x="79" y="94"/>
                  </a:cubicBezTo>
                  <a:close/>
                  <a:moveTo>
                    <a:pt x="280" y="100"/>
                  </a:moveTo>
                  <a:cubicBezTo>
                    <a:pt x="285" y="111"/>
                    <a:pt x="290" y="124"/>
                    <a:pt x="295" y="136"/>
                  </a:cubicBezTo>
                  <a:cubicBezTo>
                    <a:pt x="305" y="137"/>
                    <a:pt x="318" y="131"/>
                    <a:pt x="322" y="122"/>
                  </a:cubicBezTo>
                  <a:cubicBezTo>
                    <a:pt x="317" y="111"/>
                    <a:pt x="312" y="100"/>
                    <a:pt x="306" y="90"/>
                  </a:cubicBezTo>
                  <a:cubicBezTo>
                    <a:pt x="302" y="97"/>
                    <a:pt x="291" y="104"/>
                    <a:pt x="280" y="100"/>
                  </a:cubicBezTo>
                  <a:close/>
                  <a:moveTo>
                    <a:pt x="43" y="128"/>
                  </a:moveTo>
                  <a:cubicBezTo>
                    <a:pt x="44" y="129"/>
                    <a:pt x="44" y="129"/>
                    <a:pt x="45" y="129"/>
                  </a:cubicBezTo>
                  <a:cubicBezTo>
                    <a:pt x="47" y="123"/>
                    <a:pt x="50" y="117"/>
                    <a:pt x="52" y="111"/>
                  </a:cubicBezTo>
                  <a:cubicBezTo>
                    <a:pt x="51" y="112"/>
                    <a:pt x="51" y="111"/>
                    <a:pt x="50" y="111"/>
                  </a:cubicBezTo>
                  <a:cubicBezTo>
                    <a:pt x="48" y="117"/>
                    <a:pt x="45" y="122"/>
                    <a:pt x="43" y="128"/>
                  </a:cubicBezTo>
                  <a:close/>
                  <a:moveTo>
                    <a:pt x="62" y="115"/>
                  </a:moveTo>
                  <a:cubicBezTo>
                    <a:pt x="59" y="116"/>
                    <a:pt x="58" y="121"/>
                    <a:pt x="57" y="124"/>
                  </a:cubicBezTo>
                  <a:cubicBezTo>
                    <a:pt x="56" y="126"/>
                    <a:pt x="53" y="129"/>
                    <a:pt x="52" y="133"/>
                  </a:cubicBezTo>
                  <a:cubicBezTo>
                    <a:pt x="54" y="134"/>
                    <a:pt x="57" y="136"/>
                    <a:pt x="58" y="138"/>
                  </a:cubicBezTo>
                  <a:cubicBezTo>
                    <a:pt x="61" y="132"/>
                    <a:pt x="64" y="125"/>
                    <a:pt x="66" y="118"/>
                  </a:cubicBezTo>
                  <a:cubicBezTo>
                    <a:pt x="65" y="117"/>
                    <a:pt x="64" y="116"/>
                    <a:pt x="62" y="115"/>
                  </a:cubicBezTo>
                  <a:close/>
                  <a:moveTo>
                    <a:pt x="297" y="139"/>
                  </a:moveTo>
                  <a:cubicBezTo>
                    <a:pt x="297" y="140"/>
                    <a:pt x="297" y="141"/>
                    <a:pt x="298" y="142"/>
                  </a:cubicBezTo>
                  <a:cubicBezTo>
                    <a:pt x="298" y="141"/>
                    <a:pt x="298" y="141"/>
                    <a:pt x="299" y="140"/>
                  </a:cubicBezTo>
                  <a:cubicBezTo>
                    <a:pt x="302" y="141"/>
                    <a:pt x="306" y="140"/>
                    <a:pt x="308" y="140"/>
                  </a:cubicBezTo>
                  <a:cubicBezTo>
                    <a:pt x="314" y="139"/>
                    <a:pt x="320" y="135"/>
                    <a:pt x="323" y="132"/>
                  </a:cubicBezTo>
                  <a:cubicBezTo>
                    <a:pt x="324" y="130"/>
                    <a:pt x="326" y="127"/>
                    <a:pt x="323" y="125"/>
                  </a:cubicBezTo>
                  <a:cubicBezTo>
                    <a:pt x="317" y="134"/>
                    <a:pt x="308" y="138"/>
                    <a:pt x="297" y="139"/>
                  </a:cubicBezTo>
                  <a:close/>
                  <a:moveTo>
                    <a:pt x="326" y="131"/>
                  </a:moveTo>
                  <a:cubicBezTo>
                    <a:pt x="321" y="139"/>
                    <a:pt x="310" y="145"/>
                    <a:pt x="298" y="142"/>
                  </a:cubicBezTo>
                  <a:cubicBezTo>
                    <a:pt x="299" y="146"/>
                    <a:pt x="301" y="150"/>
                    <a:pt x="306" y="148"/>
                  </a:cubicBezTo>
                  <a:cubicBezTo>
                    <a:pt x="316" y="150"/>
                    <a:pt x="327" y="146"/>
                    <a:pt x="330" y="137"/>
                  </a:cubicBezTo>
                  <a:cubicBezTo>
                    <a:pt x="328" y="135"/>
                    <a:pt x="328" y="132"/>
                    <a:pt x="326" y="131"/>
                  </a:cubicBezTo>
                  <a:close/>
                  <a:moveTo>
                    <a:pt x="37" y="140"/>
                  </a:moveTo>
                  <a:cubicBezTo>
                    <a:pt x="36" y="142"/>
                    <a:pt x="35" y="145"/>
                    <a:pt x="34" y="147"/>
                  </a:cubicBezTo>
                  <a:cubicBezTo>
                    <a:pt x="38" y="148"/>
                    <a:pt x="41" y="147"/>
                    <a:pt x="45" y="149"/>
                  </a:cubicBezTo>
                  <a:cubicBezTo>
                    <a:pt x="47" y="150"/>
                    <a:pt x="49" y="153"/>
                    <a:pt x="51" y="154"/>
                  </a:cubicBezTo>
                  <a:cubicBezTo>
                    <a:pt x="52" y="151"/>
                    <a:pt x="53" y="150"/>
                    <a:pt x="54" y="147"/>
                  </a:cubicBezTo>
                  <a:cubicBezTo>
                    <a:pt x="50" y="143"/>
                    <a:pt x="44" y="140"/>
                    <a:pt x="37" y="140"/>
                  </a:cubicBezTo>
                  <a:close/>
                  <a:moveTo>
                    <a:pt x="313" y="160"/>
                  </a:moveTo>
                  <a:cubicBezTo>
                    <a:pt x="320" y="161"/>
                    <a:pt x="328" y="157"/>
                    <a:pt x="332" y="153"/>
                  </a:cubicBezTo>
                  <a:cubicBezTo>
                    <a:pt x="335" y="149"/>
                    <a:pt x="334" y="145"/>
                    <a:pt x="332" y="141"/>
                  </a:cubicBezTo>
                  <a:cubicBezTo>
                    <a:pt x="332" y="141"/>
                    <a:pt x="331" y="141"/>
                    <a:pt x="331" y="141"/>
                  </a:cubicBezTo>
                  <a:cubicBezTo>
                    <a:pt x="326" y="150"/>
                    <a:pt x="312" y="151"/>
                    <a:pt x="302" y="151"/>
                  </a:cubicBezTo>
                  <a:cubicBezTo>
                    <a:pt x="303" y="154"/>
                    <a:pt x="304" y="157"/>
                    <a:pt x="306" y="159"/>
                  </a:cubicBezTo>
                  <a:cubicBezTo>
                    <a:pt x="308" y="159"/>
                    <a:pt x="311" y="160"/>
                    <a:pt x="313" y="160"/>
                  </a:cubicBezTo>
                  <a:close/>
                  <a:moveTo>
                    <a:pt x="114" y="154"/>
                  </a:moveTo>
                  <a:cubicBezTo>
                    <a:pt x="125" y="157"/>
                    <a:pt x="139" y="158"/>
                    <a:pt x="153" y="156"/>
                  </a:cubicBezTo>
                  <a:cubicBezTo>
                    <a:pt x="153" y="152"/>
                    <a:pt x="153" y="149"/>
                    <a:pt x="153" y="145"/>
                  </a:cubicBezTo>
                  <a:cubicBezTo>
                    <a:pt x="139" y="147"/>
                    <a:pt x="124" y="147"/>
                    <a:pt x="115" y="144"/>
                  </a:cubicBezTo>
                  <a:cubicBezTo>
                    <a:pt x="114" y="147"/>
                    <a:pt x="114" y="150"/>
                    <a:pt x="114" y="154"/>
                  </a:cubicBezTo>
                  <a:close/>
                  <a:moveTo>
                    <a:pt x="32" y="153"/>
                  </a:moveTo>
                  <a:cubicBezTo>
                    <a:pt x="40" y="153"/>
                    <a:pt x="44" y="158"/>
                    <a:pt x="49" y="160"/>
                  </a:cubicBezTo>
                  <a:cubicBezTo>
                    <a:pt x="49" y="159"/>
                    <a:pt x="50" y="158"/>
                    <a:pt x="50" y="157"/>
                  </a:cubicBezTo>
                  <a:cubicBezTo>
                    <a:pt x="47" y="152"/>
                    <a:pt x="41" y="150"/>
                    <a:pt x="34" y="149"/>
                  </a:cubicBezTo>
                  <a:cubicBezTo>
                    <a:pt x="34" y="149"/>
                    <a:pt x="33" y="149"/>
                    <a:pt x="33" y="149"/>
                  </a:cubicBezTo>
                  <a:cubicBezTo>
                    <a:pt x="33" y="150"/>
                    <a:pt x="32" y="151"/>
                    <a:pt x="32" y="153"/>
                  </a:cubicBezTo>
                  <a:close/>
                  <a:moveTo>
                    <a:pt x="332" y="156"/>
                  </a:moveTo>
                  <a:cubicBezTo>
                    <a:pt x="326" y="163"/>
                    <a:pt x="317" y="163"/>
                    <a:pt x="307" y="162"/>
                  </a:cubicBezTo>
                  <a:cubicBezTo>
                    <a:pt x="309" y="166"/>
                    <a:pt x="310" y="171"/>
                    <a:pt x="314" y="172"/>
                  </a:cubicBezTo>
                  <a:cubicBezTo>
                    <a:pt x="316" y="173"/>
                    <a:pt x="321" y="173"/>
                    <a:pt x="323" y="173"/>
                  </a:cubicBezTo>
                  <a:cubicBezTo>
                    <a:pt x="331" y="172"/>
                    <a:pt x="337" y="168"/>
                    <a:pt x="339" y="162"/>
                  </a:cubicBezTo>
                  <a:cubicBezTo>
                    <a:pt x="341" y="158"/>
                    <a:pt x="338" y="154"/>
                    <a:pt x="336" y="150"/>
                  </a:cubicBezTo>
                  <a:cubicBezTo>
                    <a:pt x="335" y="152"/>
                    <a:pt x="333" y="155"/>
                    <a:pt x="332" y="156"/>
                  </a:cubicBezTo>
                  <a:close/>
                  <a:moveTo>
                    <a:pt x="30" y="160"/>
                  </a:moveTo>
                  <a:cubicBezTo>
                    <a:pt x="33" y="164"/>
                    <a:pt x="45" y="169"/>
                    <a:pt x="48" y="162"/>
                  </a:cubicBezTo>
                  <a:cubicBezTo>
                    <a:pt x="42" y="159"/>
                    <a:pt x="38" y="155"/>
                    <a:pt x="31" y="154"/>
                  </a:cubicBezTo>
                  <a:cubicBezTo>
                    <a:pt x="30" y="156"/>
                    <a:pt x="30" y="158"/>
                    <a:pt x="30" y="160"/>
                  </a:cubicBezTo>
                  <a:close/>
                  <a:moveTo>
                    <a:pt x="115" y="166"/>
                  </a:moveTo>
                  <a:cubicBezTo>
                    <a:pt x="119" y="167"/>
                    <a:pt x="125" y="169"/>
                    <a:pt x="132" y="169"/>
                  </a:cubicBezTo>
                  <a:cubicBezTo>
                    <a:pt x="138" y="170"/>
                    <a:pt x="149" y="171"/>
                    <a:pt x="152" y="167"/>
                  </a:cubicBezTo>
                  <a:cubicBezTo>
                    <a:pt x="153" y="165"/>
                    <a:pt x="152" y="160"/>
                    <a:pt x="152" y="159"/>
                  </a:cubicBezTo>
                  <a:cubicBezTo>
                    <a:pt x="139" y="159"/>
                    <a:pt x="125" y="160"/>
                    <a:pt x="114" y="156"/>
                  </a:cubicBezTo>
                  <a:cubicBezTo>
                    <a:pt x="114" y="160"/>
                    <a:pt x="113" y="164"/>
                    <a:pt x="115" y="1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9" name="Freeform 107"/>
            <p:cNvSpPr>
              <a:spLocks noEditPoints="1"/>
            </p:cNvSpPr>
            <p:nvPr/>
          </p:nvSpPr>
          <p:spPr bwMode="auto">
            <a:xfrm>
              <a:off x="7893218" y="3755274"/>
              <a:ext cx="97606" cy="368593"/>
            </a:xfrm>
            <a:custGeom>
              <a:avLst/>
              <a:gdLst>
                <a:gd name="T0" fmla="*/ 28 w 31"/>
                <a:gd name="T1" fmla="*/ 114 h 117"/>
                <a:gd name="T2" fmla="*/ 4 w 31"/>
                <a:gd name="T3" fmla="*/ 114 h 117"/>
                <a:gd name="T4" fmla="*/ 2 w 31"/>
                <a:gd name="T5" fmla="*/ 91 h 117"/>
                <a:gd name="T6" fmla="*/ 3 w 31"/>
                <a:gd name="T7" fmla="*/ 67 h 117"/>
                <a:gd name="T8" fmla="*/ 2 w 31"/>
                <a:gd name="T9" fmla="*/ 61 h 117"/>
                <a:gd name="T10" fmla="*/ 2 w 31"/>
                <a:gd name="T11" fmla="*/ 34 h 117"/>
                <a:gd name="T12" fmla="*/ 1 w 31"/>
                <a:gd name="T13" fmla="*/ 18 h 117"/>
                <a:gd name="T14" fmla="*/ 2 w 31"/>
                <a:gd name="T15" fmla="*/ 5 h 117"/>
                <a:gd name="T16" fmla="*/ 7 w 31"/>
                <a:gd name="T17" fmla="*/ 1 h 117"/>
                <a:gd name="T18" fmla="*/ 12 w 31"/>
                <a:gd name="T19" fmla="*/ 1 h 117"/>
                <a:gd name="T20" fmla="*/ 29 w 31"/>
                <a:gd name="T21" fmla="*/ 7 h 117"/>
                <a:gd name="T22" fmla="*/ 29 w 31"/>
                <a:gd name="T23" fmla="*/ 24 h 117"/>
                <a:gd name="T24" fmla="*/ 29 w 31"/>
                <a:gd name="T25" fmla="*/ 82 h 117"/>
                <a:gd name="T26" fmla="*/ 28 w 31"/>
                <a:gd name="T27" fmla="*/ 114 h 117"/>
                <a:gd name="T28" fmla="*/ 9 w 31"/>
                <a:gd name="T29" fmla="*/ 112 h 117"/>
                <a:gd name="T30" fmla="*/ 19 w 31"/>
                <a:gd name="T31" fmla="*/ 112 h 117"/>
                <a:gd name="T32" fmla="*/ 26 w 31"/>
                <a:gd name="T33" fmla="*/ 108 h 117"/>
                <a:gd name="T34" fmla="*/ 26 w 31"/>
                <a:gd name="T35" fmla="*/ 97 h 117"/>
                <a:gd name="T36" fmla="*/ 26 w 31"/>
                <a:gd name="T37" fmla="*/ 76 h 117"/>
                <a:gd name="T38" fmla="*/ 27 w 31"/>
                <a:gd name="T39" fmla="*/ 24 h 117"/>
                <a:gd name="T40" fmla="*/ 27 w 31"/>
                <a:gd name="T41" fmla="*/ 10 h 117"/>
                <a:gd name="T42" fmla="*/ 21 w 31"/>
                <a:gd name="T43" fmla="*/ 5 h 117"/>
                <a:gd name="T44" fmla="*/ 7 w 31"/>
                <a:gd name="T45" fmla="*/ 5 h 117"/>
                <a:gd name="T46" fmla="*/ 4 w 31"/>
                <a:gd name="T47" fmla="*/ 13 h 117"/>
                <a:gd name="T48" fmla="*/ 4 w 31"/>
                <a:gd name="T49" fmla="*/ 15 h 117"/>
                <a:gd name="T50" fmla="*/ 5 w 31"/>
                <a:gd name="T51" fmla="*/ 54 h 117"/>
                <a:gd name="T52" fmla="*/ 4 w 31"/>
                <a:gd name="T53" fmla="*/ 106 h 117"/>
                <a:gd name="T54" fmla="*/ 4 w 31"/>
                <a:gd name="T55" fmla="*/ 109 h 117"/>
                <a:gd name="T56" fmla="*/ 8 w 31"/>
                <a:gd name="T57" fmla="*/ 113 h 117"/>
                <a:gd name="T58" fmla="*/ 9 w 31"/>
                <a:gd name="T59" fmla="*/ 11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1" h="117">
                  <a:moveTo>
                    <a:pt x="28" y="114"/>
                  </a:moveTo>
                  <a:cubicBezTo>
                    <a:pt x="22" y="117"/>
                    <a:pt x="12" y="117"/>
                    <a:pt x="4" y="114"/>
                  </a:cubicBezTo>
                  <a:cubicBezTo>
                    <a:pt x="0" y="108"/>
                    <a:pt x="2" y="100"/>
                    <a:pt x="2" y="91"/>
                  </a:cubicBezTo>
                  <a:cubicBezTo>
                    <a:pt x="2" y="83"/>
                    <a:pt x="3" y="75"/>
                    <a:pt x="3" y="67"/>
                  </a:cubicBezTo>
                  <a:cubicBezTo>
                    <a:pt x="3" y="65"/>
                    <a:pt x="2" y="63"/>
                    <a:pt x="2" y="61"/>
                  </a:cubicBezTo>
                  <a:cubicBezTo>
                    <a:pt x="3" y="51"/>
                    <a:pt x="2" y="42"/>
                    <a:pt x="2" y="34"/>
                  </a:cubicBezTo>
                  <a:cubicBezTo>
                    <a:pt x="1" y="28"/>
                    <a:pt x="1" y="23"/>
                    <a:pt x="1" y="18"/>
                  </a:cubicBezTo>
                  <a:cubicBezTo>
                    <a:pt x="2" y="14"/>
                    <a:pt x="0" y="9"/>
                    <a:pt x="2" y="5"/>
                  </a:cubicBezTo>
                  <a:cubicBezTo>
                    <a:pt x="3" y="3"/>
                    <a:pt x="6" y="1"/>
                    <a:pt x="7" y="1"/>
                  </a:cubicBezTo>
                  <a:cubicBezTo>
                    <a:pt x="8" y="1"/>
                    <a:pt x="10" y="1"/>
                    <a:pt x="12" y="1"/>
                  </a:cubicBezTo>
                  <a:cubicBezTo>
                    <a:pt x="19" y="1"/>
                    <a:pt x="26" y="0"/>
                    <a:pt x="29" y="7"/>
                  </a:cubicBezTo>
                  <a:cubicBezTo>
                    <a:pt x="31" y="13"/>
                    <a:pt x="29" y="19"/>
                    <a:pt x="29" y="24"/>
                  </a:cubicBezTo>
                  <a:cubicBezTo>
                    <a:pt x="28" y="41"/>
                    <a:pt x="29" y="64"/>
                    <a:pt x="29" y="82"/>
                  </a:cubicBezTo>
                  <a:cubicBezTo>
                    <a:pt x="29" y="94"/>
                    <a:pt x="30" y="104"/>
                    <a:pt x="28" y="114"/>
                  </a:cubicBezTo>
                  <a:close/>
                  <a:moveTo>
                    <a:pt x="9" y="112"/>
                  </a:moveTo>
                  <a:cubicBezTo>
                    <a:pt x="10" y="113"/>
                    <a:pt x="16" y="114"/>
                    <a:pt x="19" y="112"/>
                  </a:cubicBezTo>
                  <a:cubicBezTo>
                    <a:pt x="23" y="114"/>
                    <a:pt x="26" y="112"/>
                    <a:pt x="26" y="108"/>
                  </a:cubicBezTo>
                  <a:cubicBezTo>
                    <a:pt x="27" y="105"/>
                    <a:pt x="26" y="101"/>
                    <a:pt x="26" y="97"/>
                  </a:cubicBezTo>
                  <a:cubicBezTo>
                    <a:pt x="27" y="90"/>
                    <a:pt x="26" y="83"/>
                    <a:pt x="26" y="76"/>
                  </a:cubicBezTo>
                  <a:cubicBezTo>
                    <a:pt x="27" y="56"/>
                    <a:pt x="26" y="43"/>
                    <a:pt x="27" y="24"/>
                  </a:cubicBezTo>
                  <a:cubicBezTo>
                    <a:pt x="27" y="19"/>
                    <a:pt x="28" y="13"/>
                    <a:pt x="27" y="10"/>
                  </a:cubicBezTo>
                  <a:cubicBezTo>
                    <a:pt x="26" y="8"/>
                    <a:pt x="24" y="6"/>
                    <a:pt x="21" y="5"/>
                  </a:cubicBezTo>
                  <a:cubicBezTo>
                    <a:pt x="17" y="2"/>
                    <a:pt x="10" y="5"/>
                    <a:pt x="7" y="5"/>
                  </a:cubicBezTo>
                  <a:cubicBezTo>
                    <a:pt x="4" y="6"/>
                    <a:pt x="4" y="10"/>
                    <a:pt x="4" y="13"/>
                  </a:cubicBezTo>
                  <a:cubicBezTo>
                    <a:pt x="4" y="13"/>
                    <a:pt x="4" y="14"/>
                    <a:pt x="4" y="15"/>
                  </a:cubicBezTo>
                  <a:cubicBezTo>
                    <a:pt x="3" y="27"/>
                    <a:pt x="4" y="41"/>
                    <a:pt x="5" y="54"/>
                  </a:cubicBezTo>
                  <a:cubicBezTo>
                    <a:pt x="6" y="71"/>
                    <a:pt x="4" y="91"/>
                    <a:pt x="4" y="106"/>
                  </a:cubicBezTo>
                  <a:cubicBezTo>
                    <a:pt x="4" y="107"/>
                    <a:pt x="5" y="108"/>
                    <a:pt x="4" y="109"/>
                  </a:cubicBezTo>
                  <a:cubicBezTo>
                    <a:pt x="6" y="110"/>
                    <a:pt x="7" y="112"/>
                    <a:pt x="8" y="113"/>
                  </a:cubicBezTo>
                  <a:cubicBezTo>
                    <a:pt x="8" y="112"/>
                    <a:pt x="8" y="111"/>
                    <a:pt x="9" y="1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6533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文本框 138"/>
          <p:cNvSpPr txBox="1"/>
          <p:nvPr/>
        </p:nvSpPr>
        <p:spPr>
          <a:xfrm>
            <a:off x="438596" y="266742"/>
            <a:ext cx="2263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EarLand</a:t>
            </a:r>
            <a:r>
              <a:rPr lang="zh-CN" altLang="en-US" sz="2800" dirty="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主页</a:t>
            </a:r>
            <a:endParaRPr lang="zh-CN" altLang="en-US" sz="2800" kern="1200" dirty="0">
              <a:solidFill>
                <a:schemeClr val="tx1"/>
              </a:solidFill>
              <a:latin typeface="Arial"/>
              <a:ea typeface="微软雅黑"/>
              <a:cs typeface="方正苏新诗柳楷简体-yolan" panose="02000000000000000000" pitchFamily="2" charset="-122"/>
              <a:sym typeface="Arial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2770797" y="304495"/>
            <a:ext cx="636853" cy="393183"/>
            <a:chOff x="3610120" y="261689"/>
            <a:chExt cx="636853" cy="393183"/>
          </a:xfrm>
        </p:grpSpPr>
        <p:pic>
          <p:nvPicPr>
            <p:cNvPr id="141" name="图片 140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9115">
              <a:off x="3830226" y="261689"/>
              <a:ext cx="416747" cy="246260"/>
            </a:xfrm>
            <a:prstGeom prst="rect">
              <a:avLst/>
            </a:prstGeom>
          </p:spPr>
        </p:pic>
        <p:sp>
          <p:nvSpPr>
            <p:cNvPr id="142" name="Freeform 249"/>
            <p:cNvSpPr>
              <a:spLocks noEditPoints="1"/>
            </p:cNvSpPr>
            <p:nvPr userDrawn="1"/>
          </p:nvSpPr>
          <p:spPr bwMode="auto">
            <a:xfrm rot="2431720" flipH="1">
              <a:off x="3610120" y="366070"/>
              <a:ext cx="211706" cy="288802"/>
            </a:xfrm>
            <a:custGeom>
              <a:avLst/>
              <a:gdLst>
                <a:gd name="T0" fmla="*/ 82 w 239"/>
                <a:gd name="T1" fmla="*/ 301 h 301"/>
                <a:gd name="T2" fmla="*/ 64 w 239"/>
                <a:gd name="T3" fmla="*/ 298 h 301"/>
                <a:gd name="T4" fmla="*/ 8 w 239"/>
                <a:gd name="T5" fmla="*/ 212 h 301"/>
                <a:gd name="T6" fmla="*/ 100 w 239"/>
                <a:gd name="T7" fmla="*/ 162 h 301"/>
                <a:gd name="T8" fmla="*/ 153 w 239"/>
                <a:gd name="T9" fmla="*/ 182 h 301"/>
                <a:gd name="T10" fmla="*/ 44 w 239"/>
                <a:gd name="T11" fmla="*/ 17 h 301"/>
                <a:gd name="T12" fmla="*/ 53 w 239"/>
                <a:gd name="T13" fmla="*/ 47 h 301"/>
                <a:gd name="T14" fmla="*/ 51 w 239"/>
                <a:gd name="T15" fmla="*/ 52 h 301"/>
                <a:gd name="T16" fmla="*/ 46 w 239"/>
                <a:gd name="T17" fmla="*/ 50 h 301"/>
                <a:gd name="T18" fmla="*/ 34 w 239"/>
                <a:gd name="T19" fmla="*/ 11 h 301"/>
                <a:gd name="T20" fmla="*/ 33 w 239"/>
                <a:gd name="T21" fmla="*/ 8 h 301"/>
                <a:gd name="T22" fmla="*/ 34 w 239"/>
                <a:gd name="T23" fmla="*/ 3 h 301"/>
                <a:gd name="T24" fmla="*/ 36 w 239"/>
                <a:gd name="T25" fmla="*/ 3 h 301"/>
                <a:gd name="T26" fmla="*/ 44 w 239"/>
                <a:gd name="T27" fmla="*/ 0 h 301"/>
                <a:gd name="T28" fmla="*/ 81 w 239"/>
                <a:gd name="T29" fmla="*/ 6 h 301"/>
                <a:gd name="T30" fmla="*/ 80 w 239"/>
                <a:gd name="T31" fmla="*/ 14 h 301"/>
                <a:gd name="T32" fmla="*/ 47 w 239"/>
                <a:gd name="T33" fmla="*/ 9 h 301"/>
                <a:gd name="T34" fmla="*/ 161 w 239"/>
                <a:gd name="T35" fmla="*/ 187 h 301"/>
                <a:gd name="T36" fmla="*/ 239 w 239"/>
                <a:gd name="T37" fmla="*/ 288 h 301"/>
                <a:gd name="T38" fmla="*/ 236 w 239"/>
                <a:gd name="T39" fmla="*/ 293 h 301"/>
                <a:gd name="T40" fmla="*/ 231 w 239"/>
                <a:gd name="T41" fmla="*/ 291 h 301"/>
                <a:gd name="T42" fmla="*/ 161 w 239"/>
                <a:gd name="T43" fmla="*/ 197 h 301"/>
                <a:gd name="T44" fmla="*/ 149 w 239"/>
                <a:gd name="T45" fmla="*/ 252 h 301"/>
                <a:gd name="T46" fmla="*/ 82 w 239"/>
                <a:gd name="T47" fmla="*/ 301 h 301"/>
                <a:gd name="T48" fmla="*/ 79 w 239"/>
                <a:gd name="T49" fmla="*/ 168 h 301"/>
                <a:gd name="T50" fmla="*/ 16 w 239"/>
                <a:gd name="T51" fmla="*/ 214 h 301"/>
                <a:gd name="T52" fmla="*/ 66 w 239"/>
                <a:gd name="T53" fmla="*/ 291 h 301"/>
                <a:gd name="T54" fmla="*/ 141 w 239"/>
                <a:gd name="T55" fmla="*/ 249 h 301"/>
                <a:gd name="T56" fmla="*/ 153 w 239"/>
                <a:gd name="T57" fmla="*/ 191 h 301"/>
                <a:gd name="T58" fmla="*/ 99 w 239"/>
                <a:gd name="T59" fmla="*/ 170 h 301"/>
                <a:gd name="T60" fmla="*/ 79 w 239"/>
                <a:gd name="T61" fmla="*/ 16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9" h="301">
                  <a:moveTo>
                    <a:pt x="82" y="301"/>
                  </a:moveTo>
                  <a:cubicBezTo>
                    <a:pt x="76" y="301"/>
                    <a:pt x="70" y="300"/>
                    <a:pt x="64" y="298"/>
                  </a:cubicBezTo>
                  <a:cubicBezTo>
                    <a:pt x="17" y="285"/>
                    <a:pt x="0" y="245"/>
                    <a:pt x="8" y="212"/>
                  </a:cubicBezTo>
                  <a:cubicBezTo>
                    <a:pt x="15" y="180"/>
                    <a:pt x="47" y="152"/>
                    <a:pt x="100" y="162"/>
                  </a:cubicBezTo>
                  <a:cubicBezTo>
                    <a:pt x="120" y="165"/>
                    <a:pt x="137" y="173"/>
                    <a:pt x="153" y="182"/>
                  </a:cubicBezTo>
                  <a:cubicBezTo>
                    <a:pt x="148" y="130"/>
                    <a:pt x="116" y="69"/>
                    <a:pt x="44" y="1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4" y="49"/>
                    <a:pt x="53" y="51"/>
                    <a:pt x="51" y="52"/>
                  </a:cubicBezTo>
                  <a:cubicBezTo>
                    <a:pt x="49" y="53"/>
                    <a:pt x="46" y="52"/>
                    <a:pt x="46" y="50"/>
                  </a:cubicBezTo>
                  <a:cubicBezTo>
                    <a:pt x="41" y="41"/>
                    <a:pt x="33" y="22"/>
                    <a:pt x="34" y="1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6"/>
                    <a:pt x="33" y="4"/>
                    <a:pt x="34" y="3"/>
                  </a:cubicBezTo>
                  <a:cubicBezTo>
                    <a:pt x="35" y="3"/>
                    <a:pt x="35" y="3"/>
                    <a:pt x="36" y="3"/>
                  </a:cubicBezTo>
                  <a:cubicBezTo>
                    <a:pt x="37" y="1"/>
                    <a:pt x="40" y="0"/>
                    <a:pt x="44" y="0"/>
                  </a:cubicBezTo>
                  <a:cubicBezTo>
                    <a:pt x="59" y="3"/>
                    <a:pt x="81" y="6"/>
                    <a:pt x="81" y="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62" y="11"/>
                    <a:pt x="47" y="9"/>
                  </a:cubicBezTo>
                  <a:cubicBezTo>
                    <a:pt x="125" y="66"/>
                    <a:pt x="158" y="131"/>
                    <a:pt x="161" y="187"/>
                  </a:cubicBezTo>
                  <a:cubicBezTo>
                    <a:pt x="217" y="225"/>
                    <a:pt x="238" y="287"/>
                    <a:pt x="239" y="288"/>
                  </a:cubicBezTo>
                  <a:cubicBezTo>
                    <a:pt x="239" y="290"/>
                    <a:pt x="238" y="293"/>
                    <a:pt x="236" y="293"/>
                  </a:cubicBezTo>
                  <a:cubicBezTo>
                    <a:pt x="234" y="294"/>
                    <a:pt x="232" y="293"/>
                    <a:pt x="231" y="291"/>
                  </a:cubicBezTo>
                  <a:cubicBezTo>
                    <a:pt x="231" y="290"/>
                    <a:pt x="211" y="233"/>
                    <a:pt x="161" y="197"/>
                  </a:cubicBezTo>
                  <a:cubicBezTo>
                    <a:pt x="161" y="217"/>
                    <a:pt x="156" y="236"/>
                    <a:pt x="149" y="252"/>
                  </a:cubicBezTo>
                  <a:cubicBezTo>
                    <a:pt x="134" y="283"/>
                    <a:pt x="109" y="301"/>
                    <a:pt x="82" y="301"/>
                  </a:cubicBezTo>
                  <a:close/>
                  <a:moveTo>
                    <a:pt x="79" y="168"/>
                  </a:moveTo>
                  <a:cubicBezTo>
                    <a:pt x="43" y="168"/>
                    <a:pt x="21" y="189"/>
                    <a:pt x="16" y="214"/>
                  </a:cubicBezTo>
                  <a:cubicBezTo>
                    <a:pt x="9" y="243"/>
                    <a:pt x="24" y="279"/>
                    <a:pt x="66" y="291"/>
                  </a:cubicBezTo>
                  <a:cubicBezTo>
                    <a:pt x="96" y="299"/>
                    <a:pt x="125" y="283"/>
                    <a:pt x="141" y="249"/>
                  </a:cubicBezTo>
                  <a:cubicBezTo>
                    <a:pt x="149" y="232"/>
                    <a:pt x="154" y="212"/>
                    <a:pt x="153" y="191"/>
                  </a:cubicBezTo>
                  <a:cubicBezTo>
                    <a:pt x="138" y="181"/>
                    <a:pt x="120" y="174"/>
                    <a:pt x="99" y="170"/>
                  </a:cubicBezTo>
                  <a:cubicBezTo>
                    <a:pt x="92" y="168"/>
                    <a:pt x="85" y="168"/>
                    <a:pt x="79" y="1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Arial"/>
                <a:ea typeface="微软雅黑"/>
                <a:sym typeface="Arial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9" b="10727"/>
          <a:stretch/>
        </p:blipFill>
        <p:spPr>
          <a:xfrm>
            <a:off x="192505" y="1005300"/>
            <a:ext cx="11999495" cy="5186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4082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文本框 138"/>
          <p:cNvSpPr txBox="1"/>
          <p:nvPr/>
        </p:nvSpPr>
        <p:spPr>
          <a:xfrm>
            <a:off x="228168" y="20860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用户登录注册</a:t>
            </a:r>
            <a:endParaRPr lang="zh-CN" altLang="en-US" sz="2800" kern="1200" dirty="0">
              <a:solidFill>
                <a:schemeClr val="tx1"/>
              </a:solidFill>
              <a:latin typeface="Arial"/>
              <a:ea typeface="微软雅黑"/>
              <a:cs typeface="方正苏新诗柳楷简体-yolan" panose="02000000000000000000" pitchFamily="2" charset="-122"/>
              <a:sym typeface="Arial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2676824" y="273618"/>
            <a:ext cx="636853" cy="393183"/>
            <a:chOff x="3610120" y="261689"/>
            <a:chExt cx="636853" cy="393183"/>
          </a:xfrm>
        </p:grpSpPr>
        <p:pic>
          <p:nvPicPr>
            <p:cNvPr id="141" name="图片 140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9115">
              <a:off x="3830226" y="261689"/>
              <a:ext cx="416747" cy="246260"/>
            </a:xfrm>
            <a:prstGeom prst="rect">
              <a:avLst/>
            </a:prstGeom>
          </p:spPr>
        </p:pic>
        <p:sp>
          <p:nvSpPr>
            <p:cNvPr id="142" name="Freeform 249"/>
            <p:cNvSpPr>
              <a:spLocks noEditPoints="1"/>
            </p:cNvSpPr>
            <p:nvPr userDrawn="1"/>
          </p:nvSpPr>
          <p:spPr bwMode="auto">
            <a:xfrm rot="2431720" flipH="1">
              <a:off x="3610120" y="366070"/>
              <a:ext cx="211706" cy="288802"/>
            </a:xfrm>
            <a:custGeom>
              <a:avLst/>
              <a:gdLst>
                <a:gd name="T0" fmla="*/ 82 w 239"/>
                <a:gd name="T1" fmla="*/ 301 h 301"/>
                <a:gd name="T2" fmla="*/ 64 w 239"/>
                <a:gd name="T3" fmla="*/ 298 h 301"/>
                <a:gd name="T4" fmla="*/ 8 w 239"/>
                <a:gd name="T5" fmla="*/ 212 h 301"/>
                <a:gd name="T6" fmla="*/ 100 w 239"/>
                <a:gd name="T7" fmla="*/ 162 h 301"/>
                <a:gd name="T8" fmla="*/ 153 w 239"/>
                <a:gd name="T9" fmla="*/ 182 h 301"/>
                <a:gd name="T10" fmla="*/ 44 w 239"/>
                <a:gd name="T11" fmla="*/ 17 h 301"/>
                <a:gd name="T12" fmla="*/ 53 w 239"/>
                <a:gd name="T13" fmla="*/ 47 h 301"/>
                <a:gd name="T14" fmla="*/ 51 w 239"/>
                <a:gd name="T15" fmla="*/ 52 h 301"/>
                <a:gd name="T16" fmla="*/ 46 w 239"/>
                <a:gd name="T17" fmla="*/ 50 h 301"/>
                <a:gd name="T18" fmla="*/ 34 w 239"/>
                <a:gd name="T19" fmla="*/ 11 h 301"/>
                <a:gd name="T20" fmla="*/ 33 w 239"/>
                <a:gd name="T21" fmla="*/ 8 h 301"/>
                <a:gd name="T22" fmla="*/ 34 w 239"/>
                <a:gd name="T23" fmla="*/ 3 h 301"/>
                <a:gd name="T24" fmla="*/ 36 w 239"/>
                <a:gd name="T25" fmla="*/ 3 h 301"/>
                <a:gd name="T26" fmla="*/ 44 w 239"/>
                <a:gd name="T27" fmla="*/ 0 h 301"/>
                <a:gd name="T28" fmla="*/ 81 w 239"/>
                <a:gd name="T29" fmla="*/ 6 h 301"/>
                <a:gd name="T30" fmla="*/ 80 w 239"/>
                <a:gd name="T31" fmla="*/ 14 h 301"/>
                <a:gd name="T32" fmla="*/ 47 w 239"/>
                <a:gd name="T33" fmla="*/ 9 h 301"/>
                <a:gd name="T34" fmla="*/ 161 w 239"/>
                <a:gd name="T35" fmla="*/ 187 h 301"/>
                <a:gd name="T36" fmla="*/ 239 w 239"/>
                <a:gd name="T37" fmla="*/ 288 h 301"/>
                <a:gd name="T38" fmla="*/ 236 w 239"/>
                <a:gd name="T39" fmla="*/ 293 h 301"/>
                <a:gd name="T40" fmla="*/ 231 w 239"/>
                <a:gd name="T41" fmla="*/ 291 h 301"/>
                <a:gd name="T42" fmla="*/ 161 w 239"/>
                <a:gd name="T43" fmla="*/ 197 h 301"/>
                <a:gd name="T44" fmla="*/ 149 w 239"/>
                <a:gd name="T45" fmla="*/ 252 h 301"/>
                <a:gd name="T46" fmla="*/ 82 w 239"/>
                <a:gd name="T47" fmla="*/ 301 h 301"/>
                <a:gd name="T48" fmla="*/ 79 w 239"/>
                <a:gd name="T49" fmla="*/ 168 h 301"/>
                <a:gd name="T50" fmla="*/ 16 w 239"/>
                <a:gd name="T51" fmla="*/ 214 h 301"/>
                <a:gd name="T52" fmla="*/ 66 w 239"/>
                <a:gd name="T53" fmla="*/ 291 h 301"/>
                <a:gd name="T54" fmla="*/ 141 w 239"/>
                <a:gd name="T55" fmla="*/ 249 h 301"/>
                <a:gd name="T56" fmla="*/ 153 w 239"/>
                <a:gd name="T57" fmla="*/ 191 h 301"/>
                <a:gd name="T58" fmla="*/ 99 w 239"/>
                <a:gd name="T59" fmla="*/ 170 h 301"/>
                <a:gd name="T60" fmla="*/ 79 w 239"/>
                <a:gd name="T61" fmla="*/ 16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9" h="301">
                  <a:moveTo>
                    <a:pt x="82" y="301"/>
                  </a:moveTo>
                  <a:cubicBezTo>
                    <a:pt x="76" y="301"/>
                    <a:pt x="70" y="300"/>
                    <a:pt x="64" y="298"/>
                  </a:cubicBezTo>
                  <a:cubicBezTo>
                    <a:pt x="17" y="285"/>
                    <a:pt x="0" y="245"/>
                    <a:pt x="8" y="212"/>
                  </a:cubicBezTo>
                  <a:cubicBezTo>
                    <a:pt x="15" y="180"/>
                    <a:pt x="47" y="152"/>
                    <a:pt x="100" y="162"/>
                  </a:cubicBezTo>
                  <a:cubicBezTo>
                    <a:pt x="120" y="165"/>
                    <a:pt x="137" y="173"/>
                    <a:pt x="153" y="182"/>
                  </a:cubicBezTo>
                  <a:cubicBezTo>
                    <a:pt x="148" y="130"/>
                    <a:pt x="116" y="69"/>
                    <a:pt x="44" y="1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4" y="49"/>
                    <a:pt x="53" y="51"/>
                    <a:pt x="51" y="52"/>
                  </a:cubicBezTo>
                  <a:cubicBezTo>
                    <a:pt x="49" y="53"/>
                    <a:pt x="46" y="52"/>
                    <a:pt x="46" y="50"/>
                  </a:cubicBezTo>
                  <a:cubicBezTo>
                    <a:pt x="41" y="41"/>
                    <a:pt x="33" y="22"/>
                    <a:pt x="34" y="1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6"/>
                    <a:pt x="33" y="4"/>
                    <a:pt x="34" y="3"/>
                  </a:cubicBezTo>
                  <a:cubicBezTo>
                    <a:pt x="35" y="3"/>
                    <a:pt x="35" y="3"/>
                    <a:pt x="36" y="3"/>
                  </a:cubicBezTo>
                  <a:cubicBezTo>
                    <a:pt x="37" y="1"/>
                    <a:pt x="40" y="0"/>
                    <a:pt x="44" y="0"/>
                  </a:cubicBezTo>
                  <a:cubicBezTo>
                    <a:pt x="59" y="3"/>
                    <a:pt x="81" y="6"/>
                    <a:pt x="81" y="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62" y="11"/>
                    <a:pt x="47" y="9"/>
                  </a:cubicBezTo>
                  <a:cubicBezTo>
                    <a:pt x="125" y="66"/>
                    <a:pt x="158" y="131"/>
                    <a:pt x="161" y="187"/>
                  </a:cubicBezTo>
                  <a:cubicBezTo>
                    <a:pt x="217" y="225"/>
                    <a:pt x="238" y="287"/>
                    <a:pt x="239" y="288"/>
                  </a:cubicBezTo>
                  <a:cubicBezTo>
                    <a:pt x="239" y="290"/>
                    <a:pt x="238" y="293"/>
                    <a:pt x="236" y="293"/>
                  </a:cubicBezTo>
                  <a:cubicBezTo>
                    <a:pt x="234" y="294"/>
                    <a:pt x="232" y="293"/>
                    <a:pt x="231" y="291"/>
                  </a:cubicBezTo>
                  <a:cubicBezTo>
                    <a:pt x="231" y="290"/>
                    <a:pt x="211" y="233"/>
                    <a:pt x="161" y="197"/>
                  </a:cubicBezTo>
                  <a:cubicBezTo>
                    <a:pt x="161" y="217"/>
                    <a:pt x="156" y="236"/>
                    <a:pt x="149" y="252"/>
                  </a:cubicBezTo>
                  <a:cubicBezTo>
                    <a:pt x="134" y="283"/>
                    <a:pt x="109" y="301"/>
                    <a:pt x="82" y="301"/>
                  </a:cubicBezTo>
                  <a:close/>
                  <a:moveTo>
                    <a:pt x="79" y="168"/>
                  </a:moveTo>
                  <a:cubicBezTo>
                    <a:pt x="43" y="168"/>
                    <a:pt x="21" y="189"/>
                    <a:pt x="16" y="214"/>
                  </a:cubicBezTo>
                  <a:cubicBezTo>
                    <a:pt x="9" y="243"/>
                    <a:pt x="24" y="279"/>
                    <a:pt x="66" y="291"/>
                  </a:cubicBezTo>
                  <a:cubicBezTo>
                    <a:pt x="96" y="299"/>
                    <a:pt x="125" y="283"/>
                    <a:pt x="141" y="249"/>
                  </a:cubicBezTo>
                  <a:cubicBezTo>
                    <a:pt x="149" y="232"/>
                    <a:pt x="154" y="212"/>
                    <a:pt x="153" y="191"/>
                  </a:cubicBezTo>
                  <a:cubicBezTo>
                    <a:pt x="138" y="181"/>
                    <a:pt x="120" y="174"/>
                    <a:pt x="99" y="170"/>
                  </a:cubicBezTo>
                  <a:cubicBezTo>
                    <a:pt x="92" y="168"/>
                    <a:pt x="85" y="168"/>
                    <a:pt x="79" y="1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Arial"/>
                <a:ea typeface="微软雅黑"/>
                <a:sym typeface="Arial"/>
              </a:endParaRPr>
            </a:p>
          </p:txBody>
        </p:sp>
      </p:grpSp>
      <p:pic>
        <p:nvPicPr>
          <p:cNvPr id="7" name="图片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91" y="844879"/>
            <a:ext cx="4965047" cy="4942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345" y="374734"/>
            <a:ext cx="4882976" cy="6132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矩形 1"/>
          <p:cNvSpPr/>
          <p:nvPr/>
        </p:nvSpPr>
        <p:spPr>
          <a:xfrm>
            <a:off x="278822" y="6020075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/>
              <a:t>健壮性的检测：例如非法的输入，重复注册同一个用户名等。</a:t>
            </a:r>
          </a:p>
        </p:txBody>
      </p:sp>
    </p:spTree>
    <p:extLst>
      <p:ext uri="{BB962C8B-B14F-4D97-AF65-F5344CB8AC3E}">
        <p14:creationId xmlns:p14="http://schemas.microsoft.com/office/powerpoint/2010/main" val="1077155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文本框 138"/>
          <p:cNvSpPr txBox="1"/>
          <p:nvPr/>
        </p:nvSpPr>
        <p:spPr>
          <a:xfrm>
            <a:off x="634319" y="23556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歌曲播放</a:t>
            </a:r>
            <a:endParaRPr lang="zh-CN" altLang="en-US" sz="2800" kern="1200" dirty="0">
              <a:solidFill>
                <a:schemeClr val="tx1"/>
              </a:solidFill>
              <a:latin typeface="Arial"/>
              <a:ea typeface="微软雅黑"/>
              <a:cs typeface="方正苏新诗柳楷简体-yolan" panose="02000000000000000000" pitchFamily="2" charset="-122"/>
              <a:sym typeface="Arial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2461417" y="304495"/>
            <a:ext cx="636853" cy="393183"/>
            <a:chOff x="3610120" y="261689"/>
            <a:chExt cx="636853" cy="393183"/>
          </a:xfrm>
        </p:grpSpPr>
        <p:pic>
          <p:nvPicPr>
            <p:cNvPr id="141" name="图片 140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9115">
              <a:off x="3830226" y="261689"/>
              <a:ext cx="416747" cy="246260"/>
            </a:xfrm>
            <a:prstGeom prst="rect">
              <a:avLst/>
            </a:prstGeom>
          </p:spPr>
        </p:pic>
        <p:sp>
          <p:nvSpPr>
            <p:cNvPr id="142" name="Freeform 249"/>
            <p:cNvSpPr>
              <a:spLocks noEditPoints="1"/>
            </p:cNvSpPr>
            <p:nvPr userDrawn="1"/>
          </p:nvSpPr>
          <p:spPr bwMode="auto">
            <a:xfrm rot="2431720" flipH="1">
              <a:off x="3610120" y="366070"/>
              <a:ext cx="211706" cy="288802"/>
            </a:xfrm>
            <a:custGeom>
              <a:avLst/>
              <a:gdLst>
                <a:gd name="T0" fmla="*/ 82 w 239"/>
                <a:gd name="T1" fmla="*/ 301 h 301"/>
                <a:gd name="T2" fmla="*/ 64 w 239"/>
                <a:gd name="T3" fmla="*/ 298 h 301"/>
                <a:gd name="T4" fmla="*/ 8 w 239"/>
                <a:gd name="T5" fmla="*/ 212 h 301"/>
                <a:gd name="T6" fmla="*/ 100 w 239"/>
                <a:gd name="T7" fmla="*/ 162 h 301"/>
                <a:gd name="T8" fmla="*/ 153 w 239"/>
                <a:gd name="T9" fmla="*/ 182 h 301"/>
                <a:gd name="T10" fmla="*/ 44 w 239"/>
                <a:gd name="T11" fmla="*/ 17 h 301"/>
                <a:gd name="T12" fmla="*/ 53 w 239"/>
                <a:gd name="T13" fmla="*/ 47 h 301"/>
                <a:gd name="T14" fmla="*/ 51 w 239"/>
                <a:gd name="T15" fmla="*/ 52 h 301"/>
                <a:gd name="T16" fmla="*/ 46 w 239"/>
                <a:gd name="T17" fmla="*/ 50 h 301"/>
                <a:gd name="T18" fmla="*/ 34 w 239"/>
                <a:gd name="T19" fmla="*/ 11 h 301"/>
                <a:gd name="T20" fmla="*/ 33 w 239"/>
                <a:gd name="T21" fmla="*/ 8 h 301"/>
                <a:gd name="T22" fmla="*/ 34 w 239"/>
                <a:gd name="T23" fmla="*/ 3 h 301"/>
                <a:gd name="T24" fmla="*/ 36 w 239"/>
                <a:gd name="T25" fmla="*/ 3 h 301"/>
                <a:gd name="T26" fmla="*/ 44 w 239"/>
                <a:gd name="T27" fmla="*/ 0 h 301"/>
                <a:gd name="T28" fmla="*/ 81 w 239"/>
                <a:gd name="T29" fmla="*/ 6 h 301"/>
                <a:gd name="T30" fmla="*/ 80 w 239"/>
                <a:gd name="T31" fmla="*/ 14 h 301"/>
                <a:gd name="T32" fmla="*/ 47 w 239"/>
                <a:gd name="T33" fmla="*/ 9 h 301"/>
                <a:gd name="T34" fmla="*/ 161 w 239"/>
                <a:gd name="T35" fmla="*/ 187 h 301"/>
                <a:gd name="T36" fmla="*/ 239 w 239"/>
                <a:gd name="T37" fmla="*/ 288 h 301"/>
                <a:gd name="T38" fmla="*/ 236 w 239"/>
                <a:gd name="T39" fmla="*/ 293 h 301"/>
                <a:gd name="T40" fmla="*/ 231 w 239"/>
                <a:gd name="T41" fmla="*/ 291 h 301"/>
                <a:gd name="T42" fmla="*/ 161 w 239"/>
                <a:gd name="T43" fmla="*/ 197 h 301"/>
                <a:gd name="T44" fmla="*/ 149 w 239"/>
                <a:gd name="T45" fmla="*/ 252 h 301"/>
                <a:gd name="T46" fmla="*/ 82 w 239"/>
                <a:gd name="T47" fmla="*/ 301 h 301"/>
                <a:gd name="T48" fmla="*/ 79 w 239"/>
                <a:gd name="T49" fmla="*/ 168 h 301"/>
                <a:gd name="T50" fmla="*/ 16 w 239"/>
                <a:gd name="T51" fmla="*/ 214 h 301"/>
                <a:gd name="T52" fmla="*/ 66 w 239"/>
                <a:gd name="T53" fmla="*/ 291 h 301"/>
                <a:gd name="T54" fmla="*/ 141 w 239"/>
                <a:gd name="T55" fmla="*/ 249 h 301"/>
                <a:gd name="T56" fmla="*/ 153 w 239"/>
                <a:gd name="T57" fmla="*/ 191 h 301"/>
                <a:gd name="T58" fmla="*/ 99 w 239"/>
                <a:gd name="T59" fmla="*/ 170 h 301"/>
                <a:gd name="T60" fmla="*/ 79 w 239"/>
                <a:gd name="T61" fmla="*/ 16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9" h="301">
                  <a:moveTo>
                    <a:pt x="82" y="301"/>
                  </a:moveTo>
                  <a:cubicBezTo>
                    <a:pt x="76" y="301"/>
                    <a:pt x="70" y="300"/>
                    <a:pt x="64" y="298"/>
                  </a:cubicBezTo>
                  <a:cubicBezTo>
                    <a:pt x="17" y="285"/>
                    <a:pt x="0" y="245"/>
                    <a:pt x="8" y="212"/>
                  </a:cubicBezTo>
                  <a:cubicBezTo>
                    <a:pt x="15" y="180"/>
                    <a:pt x="47" y="152"/>
                    <a:pt x="100" y="162"/>
                  </a:cubicBezTo>
                  <a:cubicBezTo>
                    <a:pt x="120" y="165"/>
                    <a:pt x="137" y="173"/>
                    <a:pt x="153" y="182"/>
                  </a:cubicBezTo>
                  <a:cubicBezTo>
                    <a:pt x="148" y="130"/>
                    <a:pt x="116" y="69"/>
                    <a:pt x="44" y="1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4" y="49"/>
                    <a:pt x="53" y="51"/>
                    <a:pt x="51" y="52"/>
                  </a:cubicBezTo>
                  <a:cubicBezTo>
                    <a:pt x="49" y="53"/>
                    <a:pt x="46" y="52"/>
                    <a:pt x="46" y="50"/>
                  </a:cubicBezTo>
                  <a:cubicBezTo>
                    <a:pt x="41" y="41"/>
                    <a:pt x="33" y="22"/>
                    <a:pt x="34" y="1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6"/>
                    <a:pt x="33" y="4"/>
                    <a:pt x="34" y="3"/>
                  </a:cubicBezTo>
                  <a:cubicBezTo>
                    <a:pt x="35" y="3"/>
                    <a:pt x="35" y="3"/>
                    <a:pt x="36" y="3"/>
                  </a:cubicBezTo>
                  <a:cubicBezTo>
                    <a:pt x="37" y="1"/>
                    <a:pt x="40" y="0"/>
                    <a:pt x="44" y="0"/>
                  </a:cubicBezTo>
                  <a:cubicBezTo>
                    <a:pt x="59" y="3"/>
                    <a:pt x="81" y="6"/>
                    <a:pt x="81" y="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62" y="11"/>
                    <a:pt x="47" y="9"/>
                  </a:cubicBezTo>
                  <a:cubicBezTo>
                    <a:pt x="125" y="66"/>
                    <a:pt x="158" y="131"/>
                    <a:pt x="161" y="187"/>
                  </a:cubicBezTo>
                  <a:cubicBezTo>
                    <a:pt x="217" y="225"/>
                    <a:pt x="238" y="287"/>
                    <a:pt x="239" y="288"/>
                  </a:cubicBezTo>
                  <a:cubicBezTo>
                    <a:pt x="239" y="290"/>
                    <a:pt x="238" y="293"/>
                    <a:pt x="236" y="293"/>
                  </a:cubicBezTo>
                  <a:cubicBezTo>
                    <a:pt x="234" y="294"/>
                    <a:pt x="232" y="293"/>
                    <a:pt x="231" y="291"/>
                  </a:cubicBezTo>
                  <a:cubicBezTo>
                    <a:pt x="231" y="290"/>
                    <a:pt x="211" y="233"/>
                    <a:pt x="161" y="197"/>
                  </a:cubicBezTo>
                  <a:cubicBezTo>
                    <a:pt x="161" y="217"/>
                    <a:pt x="156" y="236"/>
                    <a:pt x="149" y="252"/>
                  </a:cubicBezTo>
                  <a:cubicBezTo>
                    <a:pt x="134" y="283"/>
                    <a:pt x="109" y="301"/>
                    <a:pt x="82" y="301"/>
                  </a:cubicBezTo>
                  <a:close/>
                  <a:moveTo>
                    <a:pt x="79" y="168"/>
                  </a:moveTo>
                  <a:cubicBezTo>
                    <a:pt x="43" y="168"/>
                    <a:pt x="21" y="189"/>
                    <a:pt x="16" y="214"/>
                  </a:cubicBezTo>
                  <a:cubicBezTo>
                    <a:pt x="9" y="243"/>
                    <a:pt x="24" y="279"/>
                    <a:pt x="66" y="291"/>
                  </a:cubicBezTo>
                  <a:cubicBezTo>
                    <a:pt x="96" y="299"/>
                    <a:pt x="125" y="283"/>
                    <a:pt x="141" y="249"/>
                  </a:cubicBezTo>
                  <a:cubicBezTo>
                    <a:pt x="149" y="232"/>
                    <a:pt x="154" y="212"/>
                    <a:pt x="153" y="191"/>
                  </a:cubicBezTo>
                  <a:cubicBezTo>
                    <a:pt x="138" y="181"/>
                    <a:pt x="120" y="174"/>
                    <a:pt x="99" y="170"/>
                  </a:cubicBezTo>
                  <a:cubicBezTo>
                    <a:pt x="92" y="168"/>
                    <a:pt x="85" y="168"/>
                    <a:pt x="79" y="1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Arial"/>
                <a:ea typeface="微软雅黑"/>
                <a:sym typeface="Arial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408" y="1134085"/>
            <a:ext cx="8351644" cy="48037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图片 9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36" y="844879"/>
            <a:ext cx="11260899" cy="54682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6380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文本框 138"/>
          <p:cNvSpPr txBox="1"/>
          <p:nvPr/>
        </p:nvSpPr>
        <p:spPr>
          <a:xfrm>
            <a:off x="345622" y="23378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管理员模块</a:t>
            </a:r>
            <a:endParaRPr lang="zh-CN" altLang="en-US" sz="2800" kern="1200" dirty="0">
              <a:solidFill>
                <a:schemeClr val="tx1"/>
              </a:solidFill>
              <a:latin typeface="Arial"/>
              <a:ea typeface="微软雅黑"/>
              <a:cs typeface="方正苏新诗柳楷简体-yolan" panose="02000000000000000000" pitchFamily="2" charset="-122"/>
              <a:sym typeface="Arial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2394091" y="304495"/>
            <a:ext cx="636853" cy="393183"/>
            <a:chOff x="3610120" y="261689"/>
            <a:chExt cx="636853" cy="393183"/>
          </a:xfrm>
        </p:grpSpPr>
        <p:pic>
          <p:nvPicPr>
            <p:cNvPr id="141" name="图片 140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9115">
              <a:off x="3830226" y="261689"/>
              <a:ext cx="416747" cy="246260"/>
            </a:xfrm>
            <a:prstGeom prst="rect">
              <a:avLst/>
            </a:prstGeom>
          </p:spPr>
        </p:pic>
        <p:sp>
          <p:nvSpPr>
            <p:cNvPr id="142" name="Freeform 249"/>
            <p:cNvSpPr>
              <a:spLocks noEditPoints="1"/>
            </p:cNvSpPr>
            <p:nvPr userDrawn="1"/>
          </p:nvSpPr>
          <p:spPr bwMode="auto">
            <a:xfrm rot="2431720" flipH="1">
              <a:off x="3610120" y="366070"/>
              <a:ext cx="211706" cy="288802"/>
            </a:xfrm>
            <a:custGeom>
              <a:avLst/>
              <a:gdLst>
                <a:gd name="T0" fmla="*/ 82 w 239"/>
                <a:gd name="T1" fmla="*/ 301 h 301"/>
                <a:gd name="T2" fmla="*/ 64 w 239"/>
                <a:gd name="T3" fmla="*/ 298 h 301"/>
                <a:gd name="T4" fmla="*/ 8 w 239"/>
                <a:gd name="T5" fmla="*/ 212 h 301"/>
                <a:gd name="T6" fmla="*/ 100 w 239"/>
                <a:gd name="T7" fmla="*/ 162 h 301"/>
                <a:gd name="T8" fmla="*/ 153 w 239"/>
                <a:gd name="T9" fmla="*/ 182 h 301"/>
                <a:gd name="T10" fmla="*/ 44 w 239"/>
                <a:gd name="T11" fmla="*/ 17 h 301"/>
                <a:gd name="T12" fmla="*/ 53 w 239"/>
                <a:gd name="T13" fmla="*/ 47 h 301"/>
                <a:gd name="T14" fmla="*/ 51 w 239"/>
                <a:gd name="T15" fmla="*/ 52 h 301"/>
                <a:gd name="T16" fmla="*/ 46 w 239"/>
                <a:gd name="T17" fmla="*/ 50 h 301"/>
                <a:gd name="T18" fmla="*/ 34 w 239"/>
                <a:gd name="T19" fmla="*/ 11 h 301"/>
                <a:gd name="T20" fmla="*/ 33 w 239"/>
                <a:gd name="T21" fmla="*/ 8 h 301"/>
                <a:gd name="T22" fmla="*/ 34 w 239"/>
                <a:gd name="T23" fmla="*/ 3 h 301"/>
                <a:gd name="T24" fmla="*/ 36 w 239"/>
                <a:gd name="T25" fmla="*/ 3 h 301"/>
                <a:gd name="T26" fmla="*/ 44 w 239"/>
                <a:gd name="T27" fmla="*/ 0 h 301"/>
                <a:gd name="T28" fmla="*/ 81 w 239"/>
                <a:gd name="T29" fmla="*/ 6 h 301"/>
                <a:gd name="T30" fmla="*/ 80 w 239"/>
                <a:gd name="T31" fmla="*/ 14 h 301"/>
                <a:gd name="T32" fmla="*/ 47 w 239"/>
                <a:gd name="T33" fmla="*/ 9 h 301"/>
                <a:gd name="T34" fmla="*/ 161 w 239"/>
                <a:gd name="T35" fmla="*/ 187 h 301"/>
                <a:gd name="T36" fmla="*/ 239 w 239"/>
                <a:gd name="T37" fmla="*/ 288 h 301"/>
                <a:gd name="T38" fmla="*/ 236 w 239"/>
                <a:gd name="T39" fmla="*/ 293 h 301"/>
                <a:gd name="T40" fmla="*/ 231 w 239"/>
                <a:gd name="T41" fmla="*/ 291 h 301"/>
                <a:gd name="T42" fmla="*/ 161 w 239"/>
                <a:gd name="T43" fmla="*/ 197 h 301"/>
                <a:gd name="T44" fmla="*/ 149 w 239"/>
                <a:gd name="T45" fmla="*/ 252 h 301"/>
                <a:gd name="T46" fmla="*/ 82 w 239"/>
                <a:gd name="T47" fmla="*/ 301 h 301"/>
                <a:gd name="T48" fmla="*/ 79 w 239"/>
                <a:gd name="T49" fmla="*/ 168 h 301"/>
                <a:gd name="T50" fmla="*/ 16 w 239"/>
                <a:gd name="T51" fmla="*/ 214 h 301"/>
                <a:gd name="T52" fmla="*/ 66 w 239"/>
                <a:gd name="T53" fmla="*/ 291 h 301"/>
                <a:gd name="T54" fmla="*/ 141 w 239"/>
                <a:gd name="T55" fmla="*/ 249 h 301"/>
                <a:gd name="T56" fmla="*/ 153 w 239"/>
                <a:gd name="T57" fmla="*/ 191 h 301"/>
                <a:gd name="T58" fmla="*/ 99 w 239"/>
                <a:gd name="T59" fmla="*/ 170 h 301"/>
                <a:gd name="T60" fmla="*/ 79 w 239"/>
                <a:gd name="T61" fmla="*/ 16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9" h="301">
                  <a:moveTo>
                    <a:pt x="82" y="301"/>
                  </a:moveTo>
                  <a:cubicBezTo>
                    <a:pt x="76" y="301"/>
                    <a:pt x="70" y="300"/>
                    <a:pt x="64" y="298"/>
                  </a:cubicBezTo>
                  <a:cubicBezTo>
                    <a:pt x="17" y="285"/>
                    <a:pt x="0" y="245"/>
                    <a:pt x="8" y="212"/>
                  </a:cubicBezTo>
                  <a:cubicBezTo>
                    <a:pt x="15" y="180"/>
                    <a:pt x="47" y="152"/>
                    <a:pt x="100" y="162"/>
                  </a:cubicBezTo>
                  <a:cubicBezTo>
                    <a:pt x="120" y="165"/>
                    <a:pt x="137" y="173"/>
                    <a:pt x="153" y="182"/>
                  </a:cubicBezTo>
                  <a:cubicBezTo>
                    <a:pt x="148" y="130"/>
                    <a:pt x="116" y="69"/>
                    <a:pt x="44" y="1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4" y="49"/>
                    <a:pt x="53" y="51"/>
                    <a:pt x="51" y="52"/>
                  </a:cubicBezTo>
                  <a:cubicBezTo>
                    <a:pt x="49" y="53"/>
                    <a:pt x="46" y="52"/>
                    <a:pt x="46" y="50"/>
                  </a:cubicBezTo>
                  <a:cubicBezTo>
                    <a:pt x="41" y="41"/>
                    <a:pt x="33" y="22"/>
                    <a:pt x="34" y="1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6"/>
                    <a:pt x="33" y="4"/>
                    <a:pt x="34" y="3"/>
                  </a:cubicBezTo>
                  <a:cubicBezTo>
                    <a:pt x="35" y="3"/>
                    <a:pt x="35" y="3"/>
                    <a:pt x="36" y="3"/>
                  </a:cubicBezTo>
                  <a:cubicBezTo>
                    <a:pt x="37" y="1"/>
                    <a:pt x="40" y="0"/>
                    <a:pt x="44" y="0"/>
                  </a:cubicBezTo>
                  <a:cubicBezTo>
                    <a:pt x="59" y="3"/>
                    <a:pt x="81" y="6"/>
                    <a:pt x="81" y="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62" y="11"/>
                    <a:pt x="47" y="9"/>
                  </a:cubicBezTo>
                  <a:cubicBezTo>
                    <a:pt x="125" y="66"/>
                    <a:pt x="158" y="131"/>
                    <a:pt x="161" y="187"/>
                  </a:cubicBezTo>
                  <a:cubicBezTo>
                    <a:pt x="217" y="225"/>
                    <a:pt x="238" y="287"/>
                    <a:pt x="239" y="288"/>
                  </a:cubicBezTo>
                  <a:cubicBezTo>
                    <a:pt x="239" y="290"/>
                    <a:pt x="238" y="293"/>
                    <a:pt x="236" y="293"/>
                  </a:cubicBezTo>
                  <a:cubicBezTo>
                    <a:pt x="234" y="294"/>
                    <a:pt x="232" y="293"/>
                    <a:pt x="231" y="291"/>
                  </a:cubicBezTo>
                  <a:cubicBezTo>
                    <a:pt x="231" y="290"/>
                    <a:pt x="211" y="233"/>
                    <a:pt x="161" y="197"/>
                  </a:cubicBezTo>
                  <a:cubicBezTo>
                    <a:pt x="161" y="217"/>
                    <a:pt x="156" y="236"/>
                    <a:pt x="149" y="252"/>
                  </a:cubicBezTo>
                  <a:cubicBezTo>
                    <a:pt x="134" y="283"/>
                    <a:pt x="109" y="301"/>
                    <a:pt x="82" y="301"/>
                  </a:cubicBezTo>
                  <a:close/>
                  <a:moveTo>
                    <a:pt x="79" y="168"/>
                  </a:moveTo>
                  <a:cubicBezTo>
                    <a:pt x="43" y="168"/>
                    <a:pt x="21" y="189"/>
                    <a:pt x="16" y="214"/>
                  </a:cubicBezTo>
                  <a:cubicBezTo>
                    <a:pt x="9" y="243"/>
                    <a:pt x="24" y="279"/>
                    <a:pt x="66" y="291"/>
                  </a:cubicBezTo>
                  <a:cubicBezTo>
                    <a:pt x="96" y="299"/>
                    <a:pt x="125" y="283"/>
                    <a:pt x="141" y="249"/>
                  </a:cubicBezTo>
                  <a:cubicBezTo>
                    <a:pt x="149" y="232"/>
                    <a:pt x="154" y="212"/>
                    <a:pt x="153" y="191"/>
                  </a:cubicBezTo>
                  <a:cubicBezTo>
                    <a:pt x="138" y="181"/>
                    <a:pt x="120" y="174"/>
                    <a:pt x="99" y="170"/>
                  </a:cubicBezTo>
                  <a:cubicBezTo>
                    <a:pt x="92" y="168"/>
                    <a:pt x="85" y="168"/>
                    <a:pt x="79" y="1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Arial"/>
                <a:ea typeface="微软雅黑"/>
                <a:sym typeface="Arial"/>
              </a:endParaRPr>
            </a:p>
          </p:txBody>
        </p:sp>
      </p:grpSp>
      <p:pic>
        <p:nvPicPr>
          <p:cNvPr id="7" name="图片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944" y="825928"/>
            <a:ext cx="6871394" cy="54032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36" y="825928"/>
            <a:ext cx="11505424" cy="50775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36" y="821152"/>
            <a:ext cx="11505424" cy="54679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图片 10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36" y="821152"/>
            <a:ext cx="11505424" cy="38245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489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_任意多边形 5"/>
          <p:cNvSpPr>
            <a:spLocks noEditPoints="1" noChangeArrowheads="1"/>
          </p:cNvSpPr>
          <p:nvPr>
            <p:custDataLst>
              <p:tags r:id="rId1"/>
            </p:custDataLst>
          </p:nvPr>
        </p:nvSpPr>
        <p:spPr bwMode="auto">
          <a:xfrm>
            <a:off x="3734536" y="1677440"/>
            <a:ext cx="4337233" cy="2102713"/>
          </a:xfrm>
          <a:custGeom>
            <a:avLst/>
            <a:gdLst>
              <a:gd name="T0" fmla="*/ 342 w 2787"/>
              <a:gd name="T1" fmla="*/ 280 h 1349"/>
              <a:gd name="T2" fmla="*/ 170 w 2787"/>
              <a:gd name="T3" fmla="*/ 344 h 1349"/>
              <a:gd name="T4" fmla="*/ 143 w 2787"/>
              <a:gd name="T5" fmla="*/ 698 h 1349"/>
              <a:gd name="T6" fmla="*/ 214 w 2787"/>
              <a:gd name="T7" fmla="*/ 912 h 1349"/>
              <a:gd name="T8" fmla="*/ 230 w 2787"/>
              <a:gd name="T9" fmla="*/ 1199 h 1349"/>
              <a:gd name="T10" fmla="*/ 506 w 2787"/>
              <a:gd name="T11" fmla="*/ 1115 h 1349"/>
              <a:gd name="T12" fmla="*/ 727 w 2787"/>
              <a:gd name="T13" fmla="*/ 1124 h 1349"/>
              <a:gd name="T14" fmla="*/ 944 w 2787"/>
              <a:gd name="T15" fmla="*/ 1141 h 1349"/>
              <a:gd name="T16" fmla="*/ 1129 w 2787"/>
              <a:gd name="T17" fmla="*/ 1226 h 1349"/>
              <a:gd name="T18" fmla="*/ 1335 w 2787"/>
              <a:gd name="T19" fmla="*/ 1185 h 1349"/>
              <a:gd name="T20" fmla="*/ 1521 w 2787"/>
              <a:gd name="T21" fmla="*/ 1247 h 1349"/>
              <a:gd name="T22" fmla="*/ 1690 w 2787"/>
              <a:gd name="T23" fmla="*/ 1203 h 1349"/>
              <a:gd name="T24" fmla="*/ 1912 w 2787"/>
              <a:gd name="T25" fmla="*/ 1176 h 1349"/>
              <a:gd name="T26" fmla="*/ 2077 w 2787"/>
              <a:gd name="T27" fmla="*/ 1212 h 1349"/>
              <a:gd name="T28" fmla="*/ 2177 w 2787"/>
              <a:gd name="T29" fmla="*/ 1253 h 1349"/>
              <a:gd name="T30" fmla="*/ 2397 w 2787"/>
              <a:gd name="T31" fmla="*/ 1269 h 1349"/>
              <a:gd name="T32" fmla="*/ 2570 w 2787"/>
              <a:gd name="T33" fmla="*/ 1313 h 1349"/>
              <a:gd name="T34" fmla="*/ 2721 w 2787"/>
              <a:gd name="T35" fmla="*/ 1127 h 1349"/>
              <a:gd name="T36" fmla="*/ 2731 w 2787"/>
              <a:gd name="T37" fmla="*/ 940 h 1349"/>
              <a:gd name="T38" fmla="*/ 2713 w 2787"/>
              <a:gd name="T39" fmla="*/ 775 h 1349"/>
              <a:gd name="T40" fmla="*/ 2754 w 2787"/>
              <a:gd name="T41" fmla="*/ 619 h 1349"/>
              <a:gd name="T42" fmla="*/ 2679 w 2787"/>
              <a:gd name="T43" fmla="*/ 606 h 1349"/>
              <a:gd name="T44" fmla="*/ 2628 w 2787"/>
              <a:gd name="T45" fmla="*/ 456 h 1349"/>
              <a:gd name="T46" fmla="*/ 2656 w 2787"/>
              <a:gd name="T47" fmla="*/ 409 h 1349"/>
              <a:gd name="T48" fmla="*/ 2663 w 2787"/>
              <a:gd name="T49" fmla="*/ 320 h 1349"/>
              <a:gd name="T50" fmla="*/ 2553 w 2787"/>
              <a:gd name="T51" fmla="*/ 287 h 1349"/>
              <a:gd name="T52" fmla="*/ 2432 w 2787"/>
              <a:gd name="T53" fmla="*/ 203 h 1349"/>
              <a:gd name="T54" fmla="*/ 2270 w 2787"/>
              <a:gd name="T55" fmla="*/ 177 h 1349"/>
              <a:gd name="T56" fmla="*/ 2019 w 2787"/>
              <a:gd name="T57" fmla="*/ 176 h 1349"/>
              <a:gd name="T58" fmla="*/ 1872 w 2787"/>
              <a:gd name="T59" fmla="*/ 84 h 1349"/>
              <a:gd name="T60" fmla="*/ 1773 w 2787"/>
              <a:gd name="T61" fmla="*/ 58 h 1349"/>
              <a:gd name="T62" fmla="*/ 1403 w 2787"/>
              <a:gd name="T63" fmla="*/ 190 h 1349"/>
              <a:gd name="T64" fmla="*/ 1482 w 2787"/>
              <a:gd name="T65" fmla="*/ 56 h 1349"/>
              <a:gd name="T66" fmla="*/ 922 w 2787"/>
              <a:gd name="T67" fmla="*/ 148 h 1349"/>
              <a:gd name="T68" fmla="*/ 311 w 2787"/>
              <a:gd name="T69" fmla="*/ 791 h 1349"/>
              <a:gd name="T70" fmla="*/ 784 w 2787"/>
              <a:gd name="T71" fmla="*/ 160 h 1349"/>
              <a:gd name="T72" fmla="*/ 404 w 2787"/>
              <a:gd name="T73" fmla="*/ 437 h 1349"/>
              <a:gd name="T74" fmla="*/ 758 w 2787"/>
              <a:gd name="T75" fmla="*/ 62 h 1349"/>
              <a:gd name="T76" fmla="*/ 1093 w 2787"/>
              <a:gd name="T77" fmla="*/ 148 h 1349"/>
              <a:gd name="T78" fmla="*/ 1230 w 2787"/>
              <a:gd name="T79" fmla="*/ 120 h 1349"/>
              <a:gd name="T80" fmla="*/ 494 w 2787"/>
              <a:gd name="T81" fmla="*/ 771 h 1349"/>
              <a:gd name="T82" fmla="*/ 665 w 2787"/>
              <a:gd name="T83" fmla="*/ 689 h 1349"/>
              <a:gd name="T84" fmla="*/ 633 w 2787"/>
              <a:gd name="T85" fmla="*/ 1098 h 1349"/>
              <a:gd name="T86" fmla="*/ 1051 w 2787"/>
              <a:gd name="T87" fmla="*/ 834 h 1349"/>
              <a:gd name="T88" fmla="*/ 1129 w 2787"/>
              <a:gd name="T89" fmla="*/ 605 h 1349"/>
              <a:gd name="T90" fmla="*/ 1207 w 2787"/>
              <a:gd name="T91" fmla="*/ 805 h 1349"/>
              <a:gd name="T92" fmla="*/ 1880 w 2787"/>
              <a:gd name="T93" fmla="*/ 220 h 1349"/>
              <a:gd name="T94" fmla="*/ 1469 w 2787"/>
              <a:gd name="T95" fmla="*/ 729 h 1349"/>
              <a:gd name="T96" fmla="*/ 1829 w 2787"/>
              <a:gd name="T97" fmla="*/ 257 h 1349"/>
              <a:gd name="T98" fmla="*/ 1600 w 2787"/>
              <a:gd name="T99" fmla="*/ 706 h 1349"/>
              <a:gd name="T100" fmla="*/ 2342 w 2787"/>
              <a:gd name="T101" fmla="*/ 327 h 1349"/>
              <a:gd name="T102" fmla="*/ 2264 w 2787"/>
              <a:gd name="T103" fmla="*/ 375 h 1349"/>
              <a:gd name="T104" fmla="*/ 1893 w 2787"/>
              <a:gd name="T105" fmla="*/ 989 h 1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787" h="1349">
                <a:moveTo>
                  <a:pt x="573" y="70"/>
                </a:moveTo>
                <a:cubicBezTo>
                  <a:pt x="569" y="74"/>
                  <a:pt x="565" y="78"/>
                  <a:pt x="561" y="82"/>
                </a:cubicBezTo>
                <a:cubicBezTo>
                  <a:pt x="556" y="85"/>
                  <a:pt x="552" y="88"/>
                  <a:pt x="548" y="92"/>
                </a:cubicBezTo>
                <a:cubicBezTo>
                  <a:pt x="537" y="102"/>
                  <a:pt x="527" y="112"/>
                  <a:pt x="517" y="123"/>
                </a:cubicBezTo>
                <a:cubicBezTo>
                  <a:pt x="494" y="144"/>
                  <a:pt x="472" y="163"/>
                  <a:pt x="450" y="183"/>
                </a:cubicBezTo>
                <a:cubicBezTo>
                  <a:pt x="415" y="213"/>
                  <a:pt x="379" y="245"/>
                  <a:pt x="342" y="280"/>
                </a:cubicBezTo>
                <a:cubicBezTo>
                  <a:pt x="387" y="230"/>
                  <a:pt x="436" y="183"/>
                  <a:pt x="486" y="135"/>
                </a:cubicBezTo>
                <a:cubicBezTo>
                  <a:pt x="495" y="127"/>
                  <a:pt x="500" y="115"/>
                  <a:pt x="500" y="103"/>
                </a:cubicBezTo>
                <a:cubicBezTo>
                  <a:pt x="500" y="92"/>
                  <a:pt x="496" y="81"/>
                  <a:pt x="488" y="72"/>
                </a:cubicBezTo>
                <a:cubicBezTo>
                  <a:pt x="471" y="54"/>
                  <a:pt x="442" y="53"/>
                  <a:pt x="424" y="70"/>
                </a:cubicBezTo>
                <a:cubicBezTo>
                  <a:pt x="345" y="144"/>
                  <a:pt x="270" y="218"/>
                  <a:pt x="206" y="304"/>
                </a:cubicBezTo>
                <a:cubicBezTo>
                  <a:pt x="200" y="312"/>
                  <a:pt x="185" y="328"/>
                  <a:pt x="170" y="344"/>
                </a:cubicBezTo>
                <a:cubicBezTo>
                  <a:pt x="98" y="420"/>
                  <a:pt x="0" y="524"/>
                  <a:pt x="52" y="605"/>
                </a:cubicBezTo>
                <a:cubicBezTo>
                  <a:pt x="60" y="617"/>
                  <a:pt x="74" y="625"/>
                  <a:pt x="89" y="626"/>
                </a:cubicBezTo>
                <a:cubicBezTo>
                  <a:pt x="136" y="627"/>
                  <a:pt x="166" y="586"/>
                  <a:pt x="186" y="558"/>
                </a:cubicBezTo>
                <a:cubicBezTo>
                  <a:pt x="190" y="552"/>
                  <a:pt x="194" y="547"/>
                  <a:pt x="197" y="544"/>
                </a:cubicBezTo>
                <a:cubicBezTo>
                  <a:pt x="216" y="522"/>
                  <a:pt x="237" y="501"/>
                  <a:pt x="259" y="479"/>
                </a:cubicBezTo>
                <a:cubicBezTo>
                  <a:pt x="211" y="547"/>
                  <a:pt x="167" y="621"/>
                  <a:pt x="143" y="698"/>
                </a:cubicBezTo>
                <a:cubicBezTo>
                  <a:pt x="142" y="703"/>
                  <a:pt x="138" y="712"/>
                  <a:pt x="134" y="720"/>
                </a:cubicBezTo>
                <a:cubicBezTo>
                  <a:pt x="122" y="746"/>
                  <a:pt x="105" y="785"/>
                  <a:pt x="105" y="822"/>
                </a:cubicBezTo>
                <a:cubicBezTo>
                  <a:pt x="105" y="847"/>
                  <a:pt x="113" y="872"/>
                  <a:pt x="136" y="890"/>
                </a:cubicBezTo>
                <a:cubicBezTo>
                  <a:pt x="151" y="901"/>
                  <a:pt x="168" y="905"/>
                  <a:pt x="187" y="901"/>
                </a:cubicBezTo>
                <a:cubicBezTo>
                  <a:pt x="191" y="900"/>
                  <a:pt x="196" y="899"/>
                  <a:pt x="200" y="897"/>
                </a:cubicBezTo>
                <a:cubicBezTo>
                  <a:pt x="204" y="903"/>
                  <a:pt x="208" y="908"/>
                  <a:pt x="214" y="912"/>
                </a:cubicBezTo>
                <a:cubicBezTo>
                  <a:pt x="229" y="924"/>
                  <a:pt x="247" y="929"/>
                  <a:pt x="267" y="926"/>
                </a:cubicBezTo>
                <a:cubicBezTo>
                  <a:pt x="273" y="925"/>
                  <a:pt x="280" y="924"/>
                  <a:pt x="287" y="921"/>
                </a:cubicBezTo>
                <a:cubicBezTo>
                  <a:pt x="274" y="955"/>
                  <a:pt x="262" y="989"/>
                  <a:pt x="251" y="1024"/>
                </a:cubicBezTo>
                <a:cubicBezTo>
                  <a:pt x="251" y="1024"/>
                  <a:pt x="244" y="1044"/>
                  <a:pt x="244" y="1044"/>
                </a:cubicBezTo>
                <a:cubicBezTo>
                  <a:pt x="233" y="1075"/>
                  <a:pt x="219" y="1115"/>
                  <a:pt x="219" y="1151"/>
                </a:cubicBezTo>
                <a:cubicBezTo>
                  <a:pt x="219" y="1168"/>
                  <a:pt x="222" y="1184"/>
                  <a:pt x="230" y="1199"/>
                </a:cubicBezTo>
                <a:cubicBezTo>
                  <a:pt x="236" y="1209"/>
                  <a:pt x="246" y="1216"/>
                  <a:pt x="258" y="1219"/>
                </a:cubicBezTo>
                <a:cubicBezTo>
                  <a:pt x="270" y="1222"/>
                  <a:pt x="282" y="1220"/>
                  <a:pt x="293" y="1214"/>
                </a:cubicBezTo>
                <a:cubicBezTo>
                  <a:pt x="310" y="1203"/>
                  <a:pt x="326" y="1188"/>
                  <a:pt x="340" y="1172"/>
                </a:cubicBezTo>
                <a:cubicBezTo>
                  <a:pt x="340" y="1180"/>
                  <a:pt x="342" y="1188"/>
                  <a:pt x="345" y="1196"/>
                </a:cubicBezTo>
                <a:cubicBezTo>
                  <a:pt x="353" y="1216"/>
                  <a:pt x="374" y="1228"/>
                  <a:pt x="396" y="1223"/>
                </a:cubicBezTo>
                <a:cubicBezTo>
                  <a:pt x="447" y="1213"/>
                  <a:pt x="481" y="1156"/>
                  <a:pt x="506" y="1115"/>
                </a:cubicBezTo>
                <a:cubicBezTo>
                  <a:pt x="506" y="1115"/>
                  <a:pt x="508" y="1112"/>
                  <a:pt x="508" y="1111"/>
                </a:cubicBezTo>
                <a:cubicBezTo>
                  <a:pt x="514" y="1118"/>
                  <a:pt x="521" y="1124"/>
                  <a:pt x="529" y="1127"/>
                </a:cubicBezTo>
                <a:cubicBezTo>
                  <a:pt x="526" y="1142"/>
                  <a:pt x="524" y="1156"/>
                  <a:pt x="524" y="1169"/>
                </a:cubicBezTo>
                <a:cubicBezTo>
                  <a:pt x="524" y="1195"/>
                  <a:pt x="531" y="1216"/>
                  <a:pt x="549" y="1231"/>
                </a:cubicBezTo>
                <a:cubicBezTo>
                  <a:pt x="560" y="1241"/>
                  <a:pt x="575" y="1244"/>
                  <a:pt x="590" y="1241"/>
                </a:cubicBezTo>
                <a:cubicBezTo>
                  <a:pt x="649" y="1225"/>
                  <a:pt x="694" y="1167"/>
                  <a:pt x="727" y="1124"/>
                </a:cubicBezTo>
                <a:cubicBezTo>
                  <a:pt x="740" y="1107"/>
                  <a:pt x="740" y="1107"/>
                  <a:pt x="740" y="1107"/>
                </a:cubicBezTo>
                <a:cubicBezTo>
                  <a:pt x="763" y="1079"/>
                  <a:pt x="784" y="1050"/>
                  <a:pt x="806" y="1021"/>
                </a:cubicBezTo>
                <a:cubicBezTo>
                  <a:pt x="790" y="1064"/>
                  <a:pt x="778" y="1106"/>
                  <a:pt x="778" y="1142"/>
                </a:cubicBezTo>
                <a:cubicBezTo>
                  <a:pt x="778" y="1166"/>
                  <a:pt x="783" y="1187"/>
                  <a:pt x="796" y="1204"/>
                </a:cubicBezTo>
                <a:cubicBezTo>
                  <a:pt x="807" y="1217"/>
                  <a:pt x="824" y="1223"/>
                  <a:pt x="840" y="1220"/>
                </a:cubicBezTo>
                <a:cubicBezTo>
                  <a:pt x="883" y="1212"/>
                  <a:pt x="917" y="1176"/>
                  <a:pt x="944" y="1141"/>
                </a:cubicBezTo>
                <a:cubicBezTo>
                  <a:pt x="944" y="1156"/>
                  <a:pt x="947" y="1169"/>
                  <a:pt x="952" y="1181"/>
                </a:cubicBezTo>
                <a:cubicBezTo>
                  <a:pt x="959" y="1199"/>
                  <a:pt x="977" y="1210"/>
                  <a:pt x="997" y="1208"/>
                </a:cubicBezTo>
                <a:cubicBezTo>
                  <a:pt x="1015" y="1207"/>
                  <a:pt x="1032" y="1200"/>
                  <a:pt x="1046" y="1190"/>
                </a:cubicBezTo>
                <a:cubicBezTo>
                  <a:pt x="1051" y="1191"/>
                  <a:pt x="1056" y="1191"/>
                  <a:pt x="1062" y="1191"/>
                </a:cubicBezTo>
                <a:cubicBezTo>
                  <a:pt x="1075" y="1190"/>
                  <a:pt x="1088" y="1186"/>
                  <a:pt x="1100" y="1180"/>
                </a:cubicBezTo>
                <a:cubicBezTo>
                  <a:pt x="1103" y="1199"/>
                  <a:pt x="1112" y="1215"/>
                  <a:pt x="1129" y="1226"/>
                </a:cubicBezTo>
                <a:cubicBezTo>
                  <a:pt x="1146" y="1237"/>
                  <a:pt x="1163" y="1238"/>
                  <a:pt x="1180" y="1233"/>
                </a:cubicBezTo>
                <a:cubicBezTo>
                  <a:pt x="1182" y="1239"/>
                  <a:pt x="1185" y="1244"/>
                  <a:pt x="1190" y="1248"/>
                </a:cubicBezTo>
                <a:cubicBezTo>
                  <a:pt x="1200" y="1258"/>
                  <a:pt x="1214" y="1262"/>
                  <a:pt x="1228" y="1260"/>
                </a:cubicBezTo>
                <a:cubicBezTo>
                  <a:pt x="1275" y="1253"/>
                  <a:pt x="1308" y="1210"/>
                  <a:pt x="1331" y="1179"/>
                </a:cubicBezTo>
                <a:cubicBezTo>
                  <a:pt x="1331" y="1179"/>
                  <a:pt x="1332" y="1179"/>
                  <a:pt x="1332" y="1179"/>
                </a:cubicBezTo>
                <a:cubicBezTo>
                  <a:pt x="1333" y="1181"/>
                  <a:pt x="1334" y="1183"/>
                  <a:pt x="1335" y="1185"/>
                </a:cubicBezTo>
                <a:cubicBezTo>
                  <a:pt x="1339" y="1190"/>
                  <a:pt x="1343" y="1194"/>
                  <a:pt x="1349" y="1198"/>
                </a:cubicBezTo>
                <a:cubicBezTo>
                  <a:pt x="1343" y="1218"/>
                  <a:pt x="1339" y="1238"/>
                  <a:pt x="1339" y="1258"/>
                </a:cubicBezTo>
                <a:cubicBezTo>
                  <a:pt x="1339" y="1259"/>
                  <a:pt x="1339" y="1260"/>
                  <a:pt x="1339" y="1262"/>
                </a:cubicBezTo>
                <a:cubicBezTo>
                  <a:pt x="1340" y="1284"/>
                  <a:pt x="1357" y="1303"/>
                  <a:pt x="1379" y="1305"/>
                </a:cubicBezTo>
                <a:cubicBezTo>
                  <a:pt x="1426" y="1311"/>
                  <a:pt x="1465" y="1273"/>
                  <a:pt x="1506" y="1222"/>
                </a:cubicBezTo>
                <a:cubicBezTo>
                  <a:pt x="1508" y="1232"/>
                  <a:pt x="1513" y="1240"/>
                  <a:pt x="1521" y="1247"/>
                </a:cubicBezTo>
                <a:cubicBezTo>
                  <a:pt x="1532" y="1256"/>
                  <a:pt x="1547" y="1259"/>
                  <a:pt x="1561" y="1256"/>
                </a:cubicBezTo>
                <a:cubicBezTo>
                  <a:pt x="1597" y="1246"/>
                  <a:pt x="1622" y="1213"/>
                  <a:pt x="1639" y="1189"/>
                </a:cubicBezTo>
                <a:cubicBezTo>
                  <a:pt x="1648" y="1177"/>
                  <a:pt x="1648" y="1177"/>
                  <a:pt x="1648" y="1177"/>
                </a:cubicBezTo>
                <a:cubicBezTo>
                  <a:pt x="1673" y="1147"/>
                  <a:pt x="1698" y="1117"/>
                  <a:pt x="1722" y="1088"/>
                </a:cubicBezTo>
                <a:cubicBezTo>
                  <a:pt x="1722" y="1089"/>
                  <a:pt x="1721" y="1091"/>
                  <a:pt x="1721" y="1092"/>
                </a:cubicBezTo>
                <a:cubicBezTo>
                  <a:pt x="1707" y="1126"/>
                  <a:pt x="1690" y="1166"/>
                  <a:pt x="1690" y="1203"/>
                </a:cubicBezTo>
                <a:cubicBezTo>
                  <a:pt x="1690" y="1217"/>
                  <a:pt x="1692" y="1230"/>
                  <a:pt x="1698" y="1243"/>
                </a:cubicBezTo>
                <a:cubicBezTo>
                  <a:pt x="1703" y="1255"/>
                  <a:pt x="1713" y="1264"/>
                  <a:pt x="1726" y="1268"/>
                </a:cubicBezTo>
                <a:cubicBezTo>
                  <a:pt x="1738" y="1272"/>
                  <a:pt x="1752" y="1270"/>
                  <a:pt x="1763" y="1263"/>
                </a:cubicBezTo>
                <a:cubicBezTo>
                  <a:pt x="1784" y="1249"/>
                  <a:pt x="1803" y="1231"/>
                  <a:pt x="1821" y="1211"/>
                </a:cubicBezTo>
                <a:cubicBezTo>
                  <a:pt x="1823" y="1212"/>
                  <a:pt x="1826" y="1212"/>
                  <a:pt x="1829" y="1213"/>
                </a:cubicBezTo>
                <a:cubicBezTo>
                  <a:pt x="1862" y="1216"/>
                  <a:pt x="1889" y="1196"/>
                  <a:pt x="1912" y="1176"/>
                </a:cubicBezTo>
                <a:cubicBezTo>
                  <a:pt x="1913" y="1183"/>
                  <a:pt x="1916" y="1190"/>
                  <a:pt x="1921" y="1196"/>
                </a:cubicBezTo>
                <a:cubicBezTo>
                  <a:pt x="1933" y="1210"/>
                  <a:pt x="1952" y="1216"/>
                  <a:pt x="1969" y="1210"/>
                </a:cubicBezTo>
                <a:cubicBezTo>
                  <a:pt x="1992" y="1203"/>
                  <a:pt x="2012" y="1188"/>
                  <a:pt x="2029" y="1172"/>
                </a:cubicBezTo>
                <a:cubicBezTo>
                  <a:pt x="2038" y="1184"/>
                  <a:pt x="2052" y="1191"/>
                  <a:pt x="2067" y="1190"/>
                </a:cubicBezTo>
                <a:cubicBezTo>
                  <a:pt x="2072" y="1190"/>
                  <a:pt x="2078" y="1189"/>
                  <a:pt x="2083" y="1188"/>
                </a:cubicBezTo>
                <a:cubicBezTo>
                  <a:pt x="2080" y="1196"/>
                  <a:pt x="2078" y="1204"/>
                  <a:pt x="2077" y="1212"/>
                </a:cubicBezTo>
                <a:cubicBezTo>
                  <a:pt x="2077" y="1214"/>
                  <a:pt x="2077" y="1215"/>
                  <a:pt x="2077" y="1216"/>
                </a:cubicBezTo>
                <a:cubicBezTo>
                  <a:pt x="2077" y="1231"/>
                  <a:pt x="2084" y="1245"/>
                  <a:pt x="2096" y="1253"/>
                </a:cubicBezTo>
                <a:cubicBezTo>
                  <a:pt x="2110" y="1263"/>
                  <a:pt x="2127" y="1264"/>
                  <a:pt x="2142" y="1257"/>
                </a:cubicBezTo>
                <a:cubicBezTo>
                  <a:pt x="2157" y="1249"/>
                  <a:pt x="2171" y="1240"/>
                  <a:pt x="2183" y="1229"/>
                </a:cubicBezTo>
                <a:cubicBezTo>
                  <a:pt x="2181" y="1233"/>
                  <a:pt x="2180" y="1237"/>
                  <a:pt x="2179" y="1241"/>
                </a:cubicBezTo>
                <a:cubicBezTo>
                  <a:pt x="2178" y="1245"/>
                  <a:pt x="2177" y="1249"/>
                  <a:pt x="2177" y="1253"/>
                </a:cubicBezTo>
                <a:cubicBezTo>
                  <a:pt x="2177" y="1264"/>
                  <a:pt x="2182" y="1276"/>
                  <a:pt x="2190" y="1284"/>
                </a:cubicBezTo>
                <a:cubicBezTo>
                  <a:pt x="2201" y="1296"/>
                  <a:pt x="2218" y="1300"/>
                  <a:pt x="2233" y="1296"/>
                </a:cubicBezTo>
                <a:cubicBezTo>
                  <a:pt x="2235" y="1296"/>
                  <a:pt x="2237" y="1295"/>
                  <a:pt x="2239" y="1295"/>
                </a:cubicBezTo>
                <a:cubicBezTo>
                  <a:pt x="2239" y="1297"/>
                  <a:pt x="2240" y="1300"/>
                  <a:pt x="2242" y="1303"/>
                </a:cubicBezTo>
                <a:cubicBezTo>
                  <a:pt x="2250" y="1317"/>
                  <a:pt x="2264" y="1325"/>
                  <a:pt x="2280" y="1326"/>
                </a:cubicBezTo>
                <a:cubicBezTo>
                  <a:pt x="2319" y="1326"/>
                  <a:pt x="2357" y="1304"/>
                  <a:pt x="2397" y="1269"/>
                </a:cubicBezTo>
                <a:cubicBezTo>
                  <a:pt x="2397" y="1281"/>
                  <a:pt x="2402" y="1292"/>
                  <a:pt x="2411" y="1301"/>
                </a:cubicBezTo>
                <a:cubicBezTo>
                  <a:pt x="2428" y="1316"/>
                  <a:pt x="2454" y="1316"/>
                  <a:pt x="2471" y="1301"/>
                </a:cubicBezTo>
                <a:cubicBezTo>
                  <a:pt x="2472" y="1301"/>
                  <a:pt x="2473" y="1300"/>
                  <a:pt x="2473" y="1300"/>
                </a:cubicBezTo>
                <a:cubicBezTo>
                  <a:pt x="2473" y="1311"/>
                  <a:pt x="2477" y="1322"/>
                  <a:pt x="2485" y="1330"/>
                </a:cubicBezTo>
                <a:cubicBezTo>
                  <a:pt x="2502" y="1348"/>
                  <a:pt x="2530" y="1349"/>
                  <a:pt x="2548" y="1333"/>
                </a:cubicBezTo>
                <a:cubicBezTo>
                  <a:pt x="2570" y="1313"/>
                  <a:pt x="2570" y="1313"/>
                  <a:pt x="2570" y="1313"/>
                </a:cubicBezTo>
                <a:cubicBezTo>
                  <a:pt x="2595" y="1290"/>
                  <a:pt x="2628" y="1260"/>
                  <a:pt x="2660" y="1239"/>
                </a:cubicBezTo>
                <a:cubicBezTo>
                  <a:pt x="2675" y="1254"/>
                  <a:pt x="2698" y="1258"/>
                  <a:pt x="2716" y="1247"/>
                </a:cubicBezTo>
                <a:cubicBezTo>
                  <a:pt x="2744" y="1230"/>
                  <a:pt x="2762" y="1203"/>
                  <a:pt x="2763" y="1174"/>
                </a:cubicBezTo>
                <a:cubicBezTo>
                  <a:pt x="2763" y="1174"/>
                  <a:pt x="2763" y="1173"/>
                  <a:pt x="2763" y="1172"/>
                </a:cubicBezTo>
                <a:cubicBezTo>
                  <a:pt x="2763" y="1160"/>
                  <a:pt x="2759" y="1149"/>
                  <a:pt x="2751" y="1140"/>
                </a:cubicBezTo>
                <a:cubicBezTo>
                  <a:pt x="2743" y="1132"/>
                  <a:pt x="2732" y="1127"/>
                  <a:pt x="2721" y="1127"/>
                </a:cubicBezTo>
                <a:cubicBezTo>
                  <a:pt x="2741" y="1097"/>
                  <a:pt x="2759" y="1065"/>
                  <a:pt x="2766" y="1032"/>
                </a:cubicBezTo>
                <a:cubicBezTo>
                  <a:pt x="2766" y="1029"/>
                  <a:pt x="2767" y="1025"/>
                  <a:pt x="2767" y="1022"/>
                </a:cubicBezTo>
                <a:cubicBezTo>
                  <a:pt x="2767" y="1011"/>
                  <a:pt x="2763" y="1001"/>
                  <a:pt x="2755" y="992"/>
                </a:cubicBezTo>
                <a:cubicBezTo>
                  <a:pt x="2747" y="984"/>
                  <a:pt x="2737" y="979"/>
                  <a:pt x="2725" y="978"/>
                </a:cubicBezTo>
                <a:cubicBezTo>
                  <a:pt x="2729" y="967"/>
                  <a:pt x="2731" y="956"/>
                  <a:pt x="2731" y="945"/>
                </a:cubicBezTo>
                <a:cubicBezTo>
                  <a:pt x="2731" y="944"/>
                  <a:pt x="2731" y="942"/>
                  <a:pt x="2731" y="940"/>
                </a:cubicBezTo>
                <a:cubicBezTo>
                  <a:pt x="2731" y="928"/>
                  <a:pt x="2725" y="917"/>
                  <a:pt x="2716" y="909"/>
                </a:cubicBezTo>
                <a:cubicBezTo>
                  <a:pt x="2716" y="909"/>
                  <a:pt x="2716" y="909"/>
                  <a:pt x="2715" y="909"/>
                </a:cubicBezTo>
                <a:cubicBezTo>
                  <a:pt x="2737" y="885"/>
                  <a:pt x="2758" y="862"/>
                  <a:pt x="2777" y="837"/>
                </a:cubicBezTo>
                <a:cubicBezTo>
                  <a:pt x="2784" y="829"/>
                  <a:pt x="2787" y="819"/>
                  <a:pt x="2787" y="809"/>
                </a:cubicBezTo>
                <a:cubicBezTo>
                  <a:pt x="2787" y="797"/>
                  <a:pt x="2783" y="785"/>
                  <a:pt x="2774" y="777"/>
                </a:cubicBezTo>
                <a:cubicBezTo>
                  <a:pt x="2757" y="760"/>
                  <a:pt x="2731" y="760"/>
                  <a:pt x="2713" y="775"/>
                </a:cubicBezTo>
                <a:cubicBezTo>
                  <a:pt x="2663" y="818"/>
                  <a:pt x="2609" y="858"/>
                  <a:pt x="2556" y="896"/>
                </a:cubicBezTo>
                <a:cubicBezTo>
                  <a:pt x="2552" y="899"/>
                  <a:pt x="2548" y="902"/>
                  <a:pt x="2544" y="905"/>
                </a:cubicBezTo>
                <a:cubicBezTo>
                  <a:pt x="2595" y="839"/>
                  <a:pt x="2648" y="771"/>
                  <a:pt x="2709" y="715"/>
                </a:cubicBezTo>
                <a:cubicBezTo>
                  <a:pt x="2722" y="704"/>
                  <a:pt x="2735" y="693"/>
                  <a:pt x="2748" y="682"/>
                </a:cubicBezTo>
                <a:cubicBezTo>
                  <a:pt x="2759" y="673"/>
                  <a:pt x="2764" y="660"/>
                  <a:pt x="2764" y="647"/>
                </a:cubicBezTo>
                <a:cubicBezTo>
                  <a:pt x="2764" y="637"/>
                  <a:pt x="2761" y="627"/>
                  <a:pt x="2754" y="619"/>
                </a:cubicBezTo>
                <a:cubicBezTo>
                  <a:pt x="2738" y="600"/>
                  <a:pt x="2711" y="597"/>
                  <a:pt x="2691" y="612"/>
                </a:cubicBezTo>
                <a:cubicBezTo>
                  <a:pt x="2691" y="612"/>
                  <a:pt x="2690" y="613"/>
                  <a:pt x="2690" y="613"/>
                </a:cubicBezTo>
                <a:cubicBezTo>
                  <a:pt x="2690" y="613"/>
                  <a:pt x="2690" y="613"/>
                  <a:pt x="2690" y="613"/>
                </a:cubicBezTo>
                <a:cubicBezTo>
                  <a:pt x="2690" y="614"/>
                  <a:pt x="2689" y="614"/>
                  <a:pt x="2689" y="614"/>
                </a:cubicBezTo>
                <a:cubicBezTo>
                  <a:pt x="2684" y="618"/>
                  <a:pt x="2678" y="623"/>
                  <a:pt x="2673" y="627"/>
                </a:cubicBezTo>
                <a:cubicBezTo>
                  <a:pt x="2677" y="621"/>
                  <a:pt x="2679" y="614"/>
                  <a:pt x="2679" y="606"/>
                </a:cubicBezTo>
                <a:cubicBezTo>
                  <a:pt x="2679" y="598"/>
                  <a:pt x="2676" y="589"/>
                  <a:pt x="2671" y="582"/>
                </a:cubicBezTo>
                <a:cubicBezTo>
                  <a:pt x="2662" y="568"/>
                  <a:pt x="2647" y="561"/>
                  <a:pt x="2631" y="562"/>
                </a:cubicBezTo>
                <a:cubicBezTo>
                  <a:pt x="2645" y="551"/>
                  <a:pt x="2660" y="542"/>
                  <a:pt x="2674" y="533"/>
                </a:cubicBezTo>
                <a:cubicBezTo>
                  <a:pt x="2688" y="524"/>
                  <a:pt x="2696" y="509"/>
                  <a:pt x="2696" y="494"/>
                </a:cubicBezTo>
                <a:cubicBezTo>
                  <a:pt x="2696" y="486"/>
                  <a:pt x="2694" y="478"/>
                  <a:pt x="2689" y="471"/>
                </a:cubicBezTo>
                <a:cubicBezTo>
                  <a:pt x="2676" y="450"/>
                  <a:pt x="2649" y="443"/>
                  <a:pt x="2628" y="456"/>
                </a:cubicBezTo>
                <a:cubicBezTo>
                  <a:pt x="2628" y="456"/>
                  <a:pt x="2627" y="456"/>
                  <a:pt x="2627" y="456"/>
                </a:cubicBezTo>
                <a:cubicBezTo>
                  <a:pt x="2627" y="456"/>
                  <a:pt x="2627" y="456"/>
                  <a:pt x="2627" y="456"/>
                </a:cubicBezTo>
                <a:cubicBezTo>
                  <a:pt x="2627" y="456"/>
                  <a:pt x="2627" y="456"/>
                  <a:pt x="2627" y="456"/>
                </a:cubicBezTo>
                <a:cubicBezTo>
                  <a:pt x="2624" y="458"/>
                  <a:pt x="2620" y="460"/>
                  <a:pt x="2617" y="462"/>
                </a:cubicBezTo>
                <a:cubicBezTo>
                  <a:pt x="2625" y="456"/>
                  <a:pt x="2632" y="450"/>
                  <a:pt x="2640" y="443"/>
                </a:cubicBezTo>
                <a:cubicBezTo>
                  <a:pt x="2650" y="435"/>
                  <a:pt x="2656" y="422"/>
                  <a:pt x="2656" y="409"/>
                </a:cubicBezTo>
                <a:cubicBezTo>
                  <a:pt x="2656" y="400"/>
                  <a:pt x="2654" y="392"/>
                  <a:pt x="2649" y="384"/>
                </a:cubicBezTo>
                <a:cubicBezTo>
                  <a:pt x="2644" y="376"/>
                  <a:pt x="2636" y="371"/>
                  <a:pt x="2628" y="367"/>
                </a:cubicBezTo>
                <a:cubicBezTo>
                  <a:pt x="2633" y="364"/>
                  <a:pt x="2638" y="360"/>
                  <a:pt x="2643" y="357"/>
                </a:cubicBezTo>
                <a:cubicBezTo>
                  <a:pt x="2643" y="357"/>
                  <a:pt x="2642" y="357"/>
                  <a:pt x="2642" y="358"/>
                </a:cubicBezTo>
                <a:cubicBezTo>
                  <a:pt x="2643" y="357"/>
                  <a:pt x="2644" y="357"/>
                  <a:pt x="2644" y="356"/>
                </a:cubicBezTo>
                <a:cubicBezTo>
                  <a:pt x="2657" y="348"/>
                  <a:pt x="2663" y="334"/>
                  <a:pt x="2663" y="320"/>
                </a:cubicBezTo>
                <a:cubicBezTo>
                  <a:pt x="2663" y="311"/>
                  <a:pt x="2661" y="302"/>
                  <a:pt x="2656" y="294"/>
                </a:cubicBezTo>
                <a:cubicBezTo>
                  <a:pt x="2642" y="274"/>
                  <a:pt x="2614" y="269"/>
                  <a:pt x="2594" y="282"/>
                </a:cubicBezTo>
                <a:cubicBezTo>
                  <a:pt x="2593" y="282"/>
                  <a:pt x="2593" y="283"/>
                  <a:pt x="2592" y="283"/>
                </a:cubicBezTo>
                <a:cubicBezTo>
                  <a:pt x="2572" y="298"/>
                  <a:pt x="2547" y="309"/>
                  <a:pt x="2521" y="321"/>
                </a:cubicBezTo>
                <a:cubicBezTo>
                  <a:pt x="2516" y="323"/>
                  <a:pt x="2512" y="325"/>
                  <a:pt x="2508" y="327"/>
                </a:cubicBezTo>
                <a:cubicBezTo>
                  <a:pt x="2524" y="315"/>
                  <a:pt x="2540" y="302"/>
                  <a:pt x="2553" y="287"/>
                </a:cubicBezTo>
                <a:cubicBezTo>
                  <a:pt x="2561" y="278"/>
                  <a:pt x="2566" y="267"/>
                  <a:pt x="2566" y="256"/>
                </a:cubicBezTo>
                <a:cubicBezTo>
                  <a:pt x="2566" y="249"/>
                  <a:pt x="2564" y="241"/>
                  <a:pt x="2560" y="234"/>
                </a:cubicBezTo>
                <a:cubicBezTo>
                  <a:pt x="2550" y="217"/>
                  <a:pt x="2531" y="208"/>
                  <a:pt x="2512" y="212"/>
                </a:cubicBezTo>
                <a:cubicBezTo>
                  <a:pt x="2484" y="218"/>
                  <a:pt x="2457" y="232"/>
                  <a:pt x="2431" y="249"/>
                </a:cubicBezTo>
                <a:cubicBezTo>
                  <a:pt x="2436" y="242"/>
                  <a:pt x="2438" y="234"/>
                  <a:pt x="2438" y="226"/>
                </a:cubicBezTo>
                <a:cubicBezTo>
                  <a:pt x="2438" y="218"/>
                  <a:pt x="2436" y="210"/>
                  <a:pt x="2432" y="203"/>
                </a:cubicBezTo>
                <a:cubicBezTo>
                  <a:pt x="2421" y="184"/>
                  <a:pt x="2399" y="176"/>
                  <a:pt x="2378" y="183"/>
                </a:cubicBezTo>
                <a:cubicBezTo>
                  <a:pt x="2301" y="211"/>
                  <a:pt x="2231" y="266"/>
                  <a:pt x="2175" y="310"/>
                </a:cubicBezTo>
                <a:cubicBezTo>
                  <a:pt x="2086" y="380"/>
                  <a:pt x="2003" y="462"/>
                  <a:pt x="1913" y="568"/>
                </a:cubicBezTo>
                <a:cubicBezTo>
                  <a:pt x="1982" y="478"/>
                  <a:pt x="2056" y="390"/>
                  <a:pt x="2141" y="311"/>
                </a:cubicBezTo>
                <a:cubicBezTo>
                  <a:pt x="2148" y="305"/>
                  <a:pt x="2159" y="296"/>
                  <a:pt x="2172" y="286"/>
                </a:cubicBezTo>
                <a:cubicBezTo>
                  <a:pt x="2213" y="255"/>
                  <a:pt x="2259" y="219"/>
                  <a:pt x="2270" y="177"/>
                </a:cubicBezTo>
                <a:cubicBezTo>
                  <a:pt x="2271" y="174"/>
                  <a:pt x="2271" y="170"/>
                  <a:pt x="2271" y="166"/>
                </a:cubicBezTo>
                <a:cubicBezTo>
                  <a:pt x="2271" y="154"/>
                  <a:pt x="2266" y="142"/>
                  <a:pt x="2257" y="133"/>
                </a:cubicBezTo>
                <a:cubicBezTo>
                  <a:pt x="2246" y="122"/>
                  <a:pt x="2228" y="118"/>
                  <a:pt x="2213" y="123"/>
                </a:cubicBezTo>
                <a:cubicBezTo>
                  <a:pt x="2201" y="127"/>
                  <a:pt x="2189" y="132"/>
                  <a:pt x="2177" y="138"/>
                </a:cubicBezTo>
                <a:cubicBezTo>
                  <a:pt x="2175" y="136"/>
                  <a:pt x="2173" y="135"/>
                  <a:pt x="2170" y="135"/>
                </a:cubicBezTo>
                <a:cubicBezTo>
                  <a:pt x="2126" y="119"/>
                  <a:pt x="2074" y="143"/>
                  <a:pt x="2019" y="176"/>
                </a:cubicBezTo>
                <a:cubicBezTo>
                  <a:pt x="2025" y="160"/>
                  <a:pt x="2029" y="145"/>
                  <a:pt x="2029" y="130"/>
                </a:cubicBezTo>
                <a:cubicBezTo>
                  <a:pt x="2029" y="126"/>
                  <a:pt x="2028" y="122"/>
                  <a:pt x="2028" y="119"/>
                </a:cubicBezTo>
                <a:cubicBezTo>
                  <a:pt x="2025" y="98"/>
                  <a:pt x="2009" y="82"/>
                  <a:pt x="1988" y="80"/>
                </a:cubicBezTo>
                <a:cubicBezTo>
                  <a:pt x="1970" y="78"/>
                  <a:pt x="1952" y="81"/>
                  <a:pt x="1934" y="86"/>
                </a:cubicBezTo>
                <a:cubicBezTo>
                  <a:pt x="1934" y="86"/>
                  <a:pt x="1934" y="86"/>
                  <a:pt x="1934" y="86"/>
                </a:cubicBezTo>
                <a:cubicBezTo>
                  <a:pt x="1918" y="69"/>
                  <a:pt x="1890" y="68"/>
                  <a:pt x="1872" y="84"/>
                </a:cubicBezTo>
                <a:cubicBezTo>
                  <a:pt x="1866" y="88"/>
                  <a:pt x="1861" y="94"/>
                  <a:pt x="1856" y="99"/>
                </a:cubicBezTo>
                <a:cubicBezTo>
                  <a:pt x="1845" y="108"/>
                  <a:pt x="1833" y="117"/>
                  <a:pt x="1821" y="126"/>
                </a:cubicBezTo>
                <a:cubicBezTo>
                  <a:pt x="1823" y="121"/>
                  <a:pt x="1824" y="115"/>
                  <a:pt x="1825" y="109"/>
                </a:cubicBezTo>
                <a:cubicBezTo>
                  <a:pt x="1825" y="107"/>
                  <a:pt x="1825" y="105"/>
                  <a:pt x="1825" y="102"/>
                </a:cubicBezTo>
                <a:cubicBezTo>
                  <a:pt x="1825" y="90"/>
                  <a:pt x="1821" y="79"/>
                  <a:pt x="1812" y="70"/>
                </a:cubicBezTo>
                <a:cubicBezTo>
                  <a:pt x="1802" y="60"/>
                  <a:pt x="1787" y="56"/>
                  <a:pt x="1773" y="58"/>
                </a:cubicBezTo>
                <a:cubicBezTo>
                  <a:pt x="1714" y="68"/>
                  <a:pt x="1657" y="106"/>
                  <a:pt x="1611" y="136"/>
                </a:cubicBezTo>
                <a:cubicBezTo>
                  <a:pt x="1611" y="136"/>
                  <a:pt x="1610" y="137"/>
                  <a:pt x="1610" y="137"/>
                </a:cubicBezTo>
                <a:cubicBezTo>
                  <a:pt x="1610" y="135"/>
                  <a:pt x="1610" y="134"/>
                  <a:pt x="1610" y="132"/>
                </a:cubicBezTo>
                <a:cubicBezTo>
                  <a:pt x="1610" y="124"/>
                  <a:pt x="1608" y="116"/>
                  <a:pt x="1603" y="109"/>
                </a:cubicBezTo>
                <a:cubicBezTo>
                  <a:pt x="1593" y="91"/>
                  <a:pt x="1571" y="83"/>
                  <a:pt x="1551" y="89"/>
                </a:cubicBezTo>
                <a:cubicBezTo>
                  <a:pt x="1495" y="108"/>
                  <a:pt x="1446" y="151"/>
                  <a:pt x="1403" y="190"/>
                </a:cubicBezTo>
                <a:cubicBezTo>
                  <a:pt x="1405" y="183"/>
                  <a:pt x="1407" y="176"/>
                  <a:pt x="1408" y="169"/>
                </a:cubicBezTo>
                <a:cubicBezTo>
                  <a:pt x="1408" y="167"/>
                  <a:pt x="1408" y="165"/>
                  <a:pt x="1408" y="163"/>
                </a:cubicBezTo>
                <a:cubicBezTo>
                  <a:pt x="1408" y="162"/>
                  <a:pt x="1408" y="160"/>
                  <a:pt x="1408" y="159"/>
                </a:cubicBezTo>
                <a:cubicBezTo>
                  <a:pt x="1429" y="143"/>
                  <a:pt x="1450" y="127"/>
                  <a:pt x="1470" y="110"/>
                </a:cubicBezTo>
                <a:cubicBezTo>
                  <a:pt x="1481" y="101"/>
                  <a:pt x="1486" y="88"/>
                  <a:pt x="1486" y="76"/>
                </a:cubicBezTo>
                <a:cubicBezTo>
                  <a:pt x="1486" y="69"/>
                  <a:pt x="1485" y="62"/>
                  <a:pt x="1482" y="56"/>
                </a:cubicBezTo>
                <a:cubicBezTo>
                  <a:pt x="1472" y="37"/>
                  <a:pt x="1452" y="27"/>
                  <a:pt x="1431" y="32"/>
                </a:cubicBezTo>
                <a:cubicBezTo>
                  <a:pt x="1397" y="39"/>
                  <a:pt x="1365" y="56"/>
                  <a:pt x="1334" y="77"/>
                </a:cubicBezTo>
                <a:cubicBezTo>
                  <a:pt x="1321" y="43"/>
                  <a:pt x="1293" y="22"/>
                  <a:pt x="1254" y="17"/>
                </a:cubicBezTo>
                <a:cubicBezTo>
                  <a:pt x="1228" y="13"/>
                  <a:pt x="1202" y="17"/>
                  <a:pt x="1180" y="21"/>
                </a:cubicBezTo>
                <a:cubicBezTo>
                  <a:pt x="1084" y="39"/>
                  <a:pt x="1001" y="92"/>
                  <a:pt x="927" y="156"/>
                </a:cubicBezTo>
                <a:cubicBezTo>
                  <a:pt x="926" y="153"/>
                  <a:pt x="924" y="151"/>
                  <a:pt x="922" y="148"/>
                </a:cubicBezTo>
                <a:cubicBezTo>
                  <a:pt x="911" y="134"/>
                  <a:pt x="892" y="128"/>
                  <a:pt x="874" y="133"/>
                </a:cubicBezTo>
                <a:cubicBezTo>
                  <a:pt x="800" y="155"/>
                  <a:pt x="699" y="288"/>
                  <a:pt x="540" y="502"/>
                </a:cubicBezTo>
                <a:cubicBezTo>
                  <a:pt x="538" y="506"/>
                  <a:pt x="535" y="509"/>
                  <a:pt x="533" y="512"/>
                </a:cubicBezTo>
                <a:cubicBezTo>
                  <a:pt x="510" y="542"/>
                  <a:pt x="487" y="573"/>
                  <a:pt x="466" y="603"/>
                </a:cubicBezTo>
                <a:cubicBezTo>
                  <a:pt x="430" y="651"/>
                  <a:pt x="394" y="696"/>
                  <a:pt x="363" y="734"/>
                </a:cubicBezTo>
                <a:cubicBezTo>
                  <a:pt x="342" y="758"/>
                  <a:pt x="325" y="777"/>
                  <a:pt x="311" y="791"/>
                </a:cubicBezTo>
                <a:cubicBezTo>
                  <a:pt x="353" y="736"/>
                  <a:pt x="406" y="656"/>
                  <a:pt x="474" y="545"/>
                </a:cubicBezTo>
                <a:cubicBezTo>
                  <a:pt x="490" y="519"/>
                  <a:pt x="505" y="495"/>
                  <a:pt x="509" y="489"/>
                </a:cubicBezTo>
                <a:cubicBezTo>
                  <a:pt x="576" y="398"/>
                  <a:pt x="634" y="324"/>
                  <a:pt x="705" y="260"/>
                </a:cubicBezTo>
                <a:cubicBezTo>
                  <a:pt x="717" y="249"/>
                  <a:pt x="717" y="249"/>
                  <a:pt x="717" y="249"/>
                </a:cubicBezTo>
                <a:cubicBezTo>
                  <a:pt x="739" y="231"/>
                  <a:pt x="763" y="210"/>
                  <a:pt x="778" y="182"/>
                </a:cubicBezTo>
                <a:cubicBezTo>
                  <a:pt x="782" y="175"/>
                  <a:pt x="784" y="167"/>
                  <a:pt x="784" y="160"/>
                </a:cubicBezTo>
                <a:cubicBezTo>
                  <a:pt x="784" y="148"/>
                  <a:pt x="779" y="136"/>
                  <a:pt x="770" y="127"/>
                </a:cubicBezTo>
                <a:cubicBezTo>
                  <a:pt x="755" y="113"/>
                  <a:pt x="732" y="111"/>
                  <a:pt x="715" y="122"/>
                </a:cubicBezTo>
                <a:cubicBezTo>
                  <a:pt x="605" y="192"/>
                  <a:pt x="514" y="303"/>
                  <a:pt x="433" y="402"/>
                </a:cubicBezTo>
                <a:cubicBezTo>
                  <a:pt x="420" y="418"/>
                  <a:pt x="420" y="418"/>
                  <a:pt x="420" y="418"/>
                </a:cubicBezTo>
                <a:cubicBezTo>
                  <a:pt x="376" y="472"/>
                  <a:pt x="332" y="529"/>
                  <a:pt x="293" y="590"/>
                </a:cubicBezTo>
                <a:cubicBezTo>
                  <a:pt x="327" y="536"/>
                  <a:pt x="367" y="484"/>
                  <a:pt x="404" y="437"/>
                </a:cubicBezTo>
                <a:cubicBezTo>
                  <a:pt x="433" y="400"/>
                  <a:pt x="459" y="360"/>
                  <a:pt x="484" y="321"/>
                </a:cubicBezTo>
                <a:cubicBezTo>
                  <a:pt x="515" y="272"/>
                  <a:pt x="545" y="226"/>
                  <a:pt x="580" y="187"/>
                </a:cubicBezTo>
                <a:cubicBezTo>
                  <a:pt x="592" y="177"/>
                  <a:pt x="603" y="166"/>
                  <a:pt x="615" y="155"/>
                </a:cubicBezTo>
                <a:cubicBezTo>
                  <a:pt x="625" y="150"/>
                  <a:pt x="640" y="146"/>
                  <a:pt x="651" y="143"/>
                </a:cubicBezTo>
                <a:cubicBezTo>
                  <a:pt x="687" y="134"/>
                  <a:pt x="732" y="122"/>
                  <a:pt x="753" y="82"/>
                </a:cubicBezTo>
                <a:cubicBezTo>
                  <a:pt x="756" y="76"/>
                  <a:pt x="758" y="69"/>
                  <a:pt x="758" y="62"/>
                </a:cubicBezTo>
                <a:cubicBezTo>
                  <a:pt x="758" y="56"/>
                  <a:pt x="757" y="50"/>
                  <a:pt x="754" y="44"/>
                </a:cubicBezTo>
                <a:cubicBezTo>
                  <a:pt x="749" y="32"/>
                  <a:pt x="739" y="23"/>
                  <a:pt x="726" y="19"/>
                </a:cubicBezTo>
                <a:cubicBezTo>
                  <a:pt x="669" y="0"/>
                  <a:pt x="594" y="50"/>
                  <a:pt x="573" y="70"/>
                </a:cubicBezTo>
                <a:close/>
                <a:moveTo>
                  <a:pt x="1117" y="136"/>
                </a:moveTo>
                <a:cubicBezTo>
                  <a:pt x="1109" y="140"/>
                  <a:pt x="1102" y="144"/>
                  <a:pt x="1095" y="149"/>
                </a:cubicBezTo>
                <a:cubicBezTo>
                  <a:pt x="1094" y="149"/>
                  <a:pt x="1094" y="148"/>
                  <a:pt x="1093" y="148"/>
                </a:cubicBezTo>
                <a:cubicBezTo>
                  <a:pt x="1101" y="143"/>
                  <a:pt x="1109" y="139"/>
                  <a:pt x="1117" y="136"/>
                </a:cubicBezTo>
                <a:close/>
                <a:moveTo>
                  <a:pt x="1249" y="107"/>
                </a:moveTo>
                <a:cubicBezTo>
                  <a:pt x="1250" y="108"/>
                  <a:pt x="1250" y="108"/>
                  <a:pt x="1250" y="108"/>
                </a:cubicBezTo>
                <a:cubicBezTo>
                  <a:pt x="1250" y="108"/>
                  <a:pt x="1250" y="109"/>
                  <a:pt x="1250" y="110"/>
                </a:cubicBezTo>
                <a:cubicBezTo>
                  <a:pt x="1250" y="115"/>
                  <a:pt x="1249" y="125"/>
                  <a:pt x="1240" y="146"/>
                </a:cubicBezTo>
                <a:cubicBezTo>
                  <a:pt x="1239" y="137"/>
                  <a:pt x="1236" y="128"/>
                  <a:pt x="1230" y="120"/>
                </a:cubicBezTo>
                <a:cubicBezTo>
                  <a:pt x="1225" y="114"/>
                  <a:pt x="1218" y="110"/>
                  <a:pt x="1211" y="107"/>
                </a:cubicBezTo>
                <a:cubicBezTo>
                  <a:pt x="1237" y="104"/>
                  <a:pt x="1246" y="105"/>
                  <a:pt x="1249" y="107"/>
                </a:cubicBezTo>
                <a:close/>
                <a:moveTo>
                  <a:pt x="590" y="586"/>
                </a:moveTo>
                <a:cubicBezTo>
                  <a:pt x="580" y="605"/>
                  <a:pt x="569" y="624"/>
                  <a:pt x="559" y="643"/>
                </a:cubicBezTo>
                <a:cubicBezTo>
                  <a:pt x="543" y="673"/>
                  <a:pt x="543" y="673"/>
                  <a:pt x="543" y="673"/>
                </a:cubicBezTo>
                <a:cubicBezTo>
                  <a:pt x="527" y="702"/>
                  <a:pt x="509" y="735"/>
                  <a:pt x="494" y="771"/>
                </a:cubicBezTo>
                <a:cubicBezTo>
                  <a:pt x="473" y="803"/>
                  <a:pt x="452" y="836"/>
                  <a:pt x="432" y="869"/>
                </a:cubicBezTo>
                <a:cubicBezTo>
                  <a:pt x="409" y="905"/>
                  <a:pt x="385" y="942"/>
                  <a:pt x="361" y="979"/>
                </a:cubicBezTo>
                <a:cubicBezTo>
                  <a:pt x="395" y="888"/>
                  <a:pt x="440" y="801"/>
                  <a:pt x="496" y="717"/>
                </a:cubicBezTo>
                <a:cubicBezTo>
                  <a:pt x="510" y="695"/>
                  <a:pt x="526" y="674"/>
                  <a:pt x="541" y="652"/>
                </a:cubicBezTo>
                <a:cubicBezTo>
                  <a:pt x="557" y="631"/>
                  <a:pt x="573" y="609"/>
                  <a:pt x="590" y="586"/>
                </a:cubicBezTo>
                <a:close/>
                <a:moveTo>
                  <a:pt x="665" y="689"/>
                </a:moveTo>
                <a:cubicBezTo>
                  <a:pt x="675" y="674"/>
                  <a:pt x="684" y="659"/>
                  <a:pt x="694" y="645"/>
                </a:cubicBezTo>
                <a:cubicBezTo>
                  <a:pt x="667" y="690"/>
                  <a:pt x="642" y="734"/>
                  <a:pt x="620" y="775"/>
                </a:cubicBezTo>
                <a:cubicBezTo>
                  <a:pt x="615" y="779"/>
                  <a:pt x="611" y="783"/>
                  <a:pt x="606" y="787"/>
                </a:cubicBezTo>
                <a:cubicBezTo>
                  <a:pt x="625" y="755"/>
                  <a:pt x="645" y="722"/>
                  <a:pt x="665" y="689"/>
                </a:cubicBezTo>
                <a:close/>
                <a:moveTo>
                  <a:pt x="636" y="1095"/>
                </a:moveTo>
                <a:cubicBezTo>
                  <a:pt x="635" y="1096"/>
                  <a:pt x="634" y="1097"/>
                  <a:pt x="633" y="1098"/>
                </a:cubicBezTo>
                <a:cubicBezTo>
                  <a:pt x="633" y="1098"/>
                  <a:pt x="633" y="1097"/>
                  <a:pt x="633" y="1097"/>
                </a:cubicBezTo>
                <a:cubicBezTo>
                  <a:pt x="634" y="1096"/>
                  <a:pt x="635" y="1095"/>
                  <a:pt x="636" y="1095"/>
                </a:cubicBezTo>
                <a:close/>
                <a:moveTo>
                  <a:pt x="1275" y="453"/>
                </a:moveTo>
                <a:cubicBezTo>
                  <a:pt x="1244" y="495"/>
                  <a:pt x="1217" y="535"/>
                  <a:pt x="1196" y="569"/>
                </a:cubicBezTo>
                <a:cubicBezTo>
                  <a:pt x="1154" y="636"/>
                  <a:pt x="1115" y="711"/>
                  <a:pt x="1074" y="800"/>
                </a:cubicBezTo>
                <a:cubicBezTo>
                  <a:pt x="1066" y="811"/>
                  <a:pt x="1059" y="823"/>
                  <a:pt x="1051" y="834"/>
                </a:cubicBezTo>
                <a:cubicBezTo>
                  <a:pt x="1004" y="903"/>
                  <a:pt x="956" y="975"/>
                  <a:pt x="905" y="1042"/>
                </a:cubicBezTo>
                <a:cubicBezTo>
                  <a:pt x="891" y="1061"/>
                  <a:pt x="891" y="1061"/>
                  <a:pt x="891" y="1061"/>
                </a:cubicBezTo>
                <a:cubicBezTo>
                  <a:pt x="889" y="1064"/>
                  <a:pt x="886" y="1068"/>
                  <a:pt x="882" y="1073"/>
                </a:cubicBezTo>
                <a:cubicBezTo>
                  <a:pt x="893" y="1042"/>
                  <a:pt x="906" y="1011"/>
                  <a:pt x="916" y="988"/>
                </a:cubicBezTo>
                <a:cubicBezTo>
                  <a:pt x="926" y="964"/>
                  <a:pt x="926" y="964"/>
                  <a:pt x="926" y="964"/>
                </a:cubicBezTo>
                <a:cubicBezTo>
                  <a:pt x="974" y="842"/>
                  <a:pt x="1042" y="721"/>
                  <a:pt x="1129" y="605"/>
                </a:cubicBezTo>
                <a:cubicBezTo>
                  <a:pt x="1145" y="584"/>
                  <a:pt x="1162" y="563"/>
                  <a:pt x="1179" y="542"/>
                </a:cubicBezTo>
                <a:cubicBezTo>
                  <a:pt x="1210" y="511"/>
                  <a:pt x="1242" y="482"/>
                  <a:pt x="1275" y="453"/>
                </a:cubicBezTo>
                <a:close/>
                <a:moveTo>
                  <a:pt x="1253" y="701"/>
                </a:moveTo>
                <a:cubicBezTo>
                  <a:pt x="1290" y="652"/>
                  <a:pt x="1332" y="597"/>
                  <a:pt x="1378" y="541"/>
                </a:cubicBezTo>
                <a:cubicBezTo>
                  <a:pt x="1360" y="567"/>
                  <a:pt x="1341" y="594"/>
                  <a:pt x="1322" y="623"/>
                </a:cubicBezTo>
                <a:cubicBezTo>
                  <a:pt x="1282" y="683"/>
                  <a:pt x="1244" y="745"/>
                  <a:pt x="1207" y="805"/>
                </a:cubicBezTo>
                <a:cubicBezTo>
                  <a:pt x="1198" y="820"/>
                  <a:pt x="1188" y="836"/>
                  <a:pt x="1179" y="851"/>
                </a:cubicBezTo>
                <a:cubicBezTo>
                  <a:pt x="1190" y="819"/>
                  <a:pt x="1202" y="787"/>
                  <a:pt x="1214" y="755"/>
                </a:cubicBezTo>
                <a:cubicBezTo>
                  <a:pt x="1227" y="737"/>
                  <a:pt x="1240" y="719"/>
                  <a:pt x="1253" y="701"/>
                </a:cubicBezTo>
                <a:close/>
                <a:moveTo>
                  <a:pt x="1852" y="240"/>
                </a:moveTo>
                <a:cubicBezTo>
                  <a:pt x="1872" y="226"/>
                  <a:pt x="1872" y="226"/>
                  <a:pt x="1872" y="226"/>
                </a:cubicBezTo>
                <a:cubicBezTo>
                  <a:pt x="1874" y="224"/>
                  <a:pt x="1877" y="222"/>
                  <a:pt x="1880" y="220"/>
                </a:cubicBezTo>
                <a:cubicBezTo>
                  <a:pt x="1866" y="236"/>
                  <a:pt x="1852" y="251"/>
                  <a:pt x="1839" y="264"/>
                </a:cubicBezTo>
                <a:cubicBezTo>
                  <a:pt x="1825" y="279"/>
                  <a:pt x="1813" y="292"/>
                  <a:pt x="1805" y="302"/>
                </a:cubicBezTo>
                <a:cubicBezTo>
                  <a:pt x="1788" y="323"/>
                  <a:pt x="1771" y="345"/>
                  <a:pt x="1753" y="367"/>
                </a:cubicBezTo>
                <a:cubicBezTo>
                  <a:pt x="1683" y="431"/>
                  <a:pt x="1622" y="502"/>
                  <a:pt x="1572" y="578"/>
                </a:cubicBezTo>
                <a:cubicBezTo>
                  <a:pt x="1555" y="603"/>
                  <a:pt x="1539" y="629"/>
                  <a:pt x="1525" y="656"/>
                </a:cubicBezTo>
                <a:cubicBezTo>
                  <a:pt x="1506" y="680"/>
                  <a:pt x="1487" y="704"/>
                  <a:pt x="1469" y="729"/>
                </a:cubicBezTo>
                <a:cubicBezTo>
                  <a:pt x="1449" y="756"/>
                  <a:pt x="1429" y="783"/>
                  <a:pt x="1410" y="811"/>
                </a:cubicBezTo>
                <a:cubicBezTo>
                  <a:pt x="1419" y="788"/>
                  <a:pt x="1428" y="766"/>
                  <a:pt x="1438" y="743"/>
                </a:cubicBezTo>
                <a:cubicBezTo>
                  <a:pt x="1444" y="735"/>
                  <a:pt x="1450" y="727"/>
                  <a:pt x="1455" y="719"/>
                </a:cubicBezTo>
                <a:cubicBezTo>
                  <a:pt x="1549" y="587"/>
                  <a:pt x="1647" y="462"/>
                  <a:pt x="1749" y="349"/>
                </a:cubicBezTo>
                <a:cubicBezTo>
                  <a:pt x="1749" y="349"/>
                  <a:pt x="1797" y="294"/>
                  <a:pt x="1797" y="294"/>
                </a:cubicBezTo>
                <a:cubicBezTo>
                  <a:pt x="1807" y="281"/>
                  <a:pt x="1818" y="269"/>
                  <a:pt x="1829" y="257"/>
                </a:cubicBezTo>
                <a:cubicBezTo>
                  <a:pt x="1837" y="251"/>
                  <a:pt x="1844" y="245"/>
                  <a:pt x="1852" y="240"/>
                </a:cubicBezTo>
                <a:close/>
                <a:moveTo>
                  <a:pt x="1894" y="365"/>
                </a:moveTo>
                <a:cubicBezTo>
                  <a:pt x="1808" y="450"/>
                  <a:pt x="1732" y="541"/>
                  <a:pt x="1666" y="637"/>
                </a:cubicBezTo>
                <a:cubicBezTo>
                  <a:pt x="1654" y="654"/>
                  <a:pt x="1643" y="672"/>
                  <a:pt x="1632" y="689"/>
                </a:cubicBezTo>
                <a:cubicBezTo>
                  <a:pt x="1613" y="709"/>
                  <a:pt x="1595" y="729"/>
                  <a:pt x="1577" y="748"/>
                </a:cubicBezTo>
                <a:cubicBezTo>
                  <a:pt x="1584" y="734"/>
                  <a:pt x="1592" y="720"/>
                  <a:pt x="1600" y="706"/>
                </a:cubicBezTo>
                <a:cubicBezTo>
                  <a:pt x="1674" y="609"/>
                  <a:pt x="1749" y="515"/>
                  <a:pt x="1818" y="429"/>
                </a:cubicBezTo>
                <a:cubicBezTo>
                  <a:pt x="1842" y="407"/>
                  <a:pt x="1868" y="386"/>
                  <a:pt x="1894" y="365"/>
                </a:cubicBezTo>
                <a:close/>
                <a:moveTo>
                  <a:pt x="2264" y="375"/>
                </a:moveTo>
                <a:cubicBezTo>
                  <a:pt x="2282" y="361"/>
                  <a:pt x="2301" y="348"/>
                  <a:pt x="2321" y="335"/>
                </a:cubicBezTo>
                <a:cubicBezTo>
                  <a:pt x="2335" y="325"/>
                  <a:pt x="2350" y="315"/>
                  <a:pt x="2364" y="305"/>
                </a:cubicBezTo>
                <a:cubicBezTo>
                  <a:pt x="2357" y="312"/>
                  <a:pt x="2349" y="320"/>
                  <a:pt x="2342" y="327"/>
                </a:cubicBezTo>
                <a:cubicBezTo>
                  <a:pt x="2336" y="331"/>
                  <a:pt x="2329" y="335"/>
                  <a:pt x="2323" y="340"/>
                </a:cubicBezTo>
                <a:cubicBezTo>
                  <a:pt x="2134" y="479"/>
                  <a:pt x="1989" y="622"/>
                  <a:pt x="1879" y="775"/>
                </a:cubicBezTo>
                <a:cubicBezTo>
                  <a:pt x="1873" y="785"/>
                  <a:pt x="1866" y="795"/>
                  <a:pt x="1859" y="805"/>
                </a:cubicBezTo>
                <a:cubicBezTo>
                  <a:pt x="1837" y="827"/>
                  <a:pt x="1816" y="850"/>
                  <a:pt x="1794" y="873"/>
                </a:cubicBezTo>
                <a:cubicBezTo>
                  <a:pt x="1822" y="832"/>
                  <a:pt x="1852" y="791"/>
                  <a:pt x="1883" y="751"/>
                </a:cubicBezTo>
                <a:cubicBezTo>
                  <a:pt x="1979" y="634"/>
                  <a:pt x="2107" y="491"/>
                  <a:pt x="2264" y="375"/>
                </a:cubicBezTo>
                <a:close/>
                <a:moveTo>
                  <a:pt x="1932" y="859"/>
                </a:moveTo>
                <a:cubicBezTo>
                  <a:pt x="2029" y="762"/>
                  <a:pt x="2029" y="762"/>
                  <a:pt x="2029" y="762"/>
                </a:cubicBezTo>
                <a:cubicBezTo>
                  <a:pt x="2033" y="757"/>
                  <a:pt x="2038" y="752"/>
                  <a:pt x="2043" y="748"/>
                </a:cubicBezTo>
                <a:cubicBezTo>
                  <a:pt x="2009" y="799"/>
                  <a:pt x="1977" y="852"/>
                  <a:pt x="1946" y="903"/>
                </a:cubicBezTo>
                <a:cubicBezTo>
                  <a:pt x="1923" y="943"/>
                  <a:pt x="1923" y="943"/>
                  <a:pt x="1923" y="943"/>
                </a:cubicBezTo>
                <a:cubicBezTo>
                  <a:pt x="1914" y="958"/>
                  <a:pt x="1903" y="973"/>
                  <a:pt x="1893" y="989"/>
                </a:cubicBezTo>
                <a:cubicBezTo>
                  <a:pt x="1871" y="1013"/>
                  <a:pt x="1849" y="1037"/>
                  <a:pt x="1829" y="1060"/>
                </a:cubicBezTo>
                <a:cubicBezTo>
                  <a:pt x="1856" y="989"/>
                  <a:pt x="1889" y="923"/>
                  <a:pt x="1929" y="862"/>
                </a:cubicBezTo>
                <a:cubicBezTo>
                  <a:pt x="1930" y="861"/>
                  <a:pt x="1931" y="860"/>
                  <a:pt x="1932" y="85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80378" y="3939114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3600" smtClean="0">
                <a:solidFill>
                  <a:schemeClr val="tx2">
                    <a:lumMod val="7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rPr>
              <a:t>项目总结</a:t>
            </a:r>
            <a:endParaRPr kumimoji="1" lang="zh-CN" altLang="en-US" sz="3600" dirty="0">
              <a:solidFill>
                <a:schemeClr val="tx2">
                  <a:lumMod val="75000"/>
                </a:schemeClr>
              </a:solidFill>
              <a:latin typeface="Arial"/>
              <a:ea typeface="微软雅黑"/>
              <a:cs typeface="DFPShaoNvW5-GB" charset="-122"/>
              <a:sym typeface="Arial"/>
            </a:endParaRPr>
          </a:p>
        </p:txBody>
      </p:sp>
      <p:grpSp>
        <p:nvGrpSpPr>
          <p:cNvPr id="31" name="Group 70"/>
          <p:cNvGrpSpPr/>
          <p:nvPr/>
        </p:nvGrpSpPr>
        <p:grpSpPr>
          <a:xfrm>
            <a:off x="2769610" y="795534"/>
            <a:ext cx="6600172" cy="5135635"/>
            <a:chOff x="-1" y="0"/>
            <a:chExt cx="2335461" cy="1802808"/>
          </a:xfrm>
        </p:grpSpPr>
        <p:sp>
          <p:nvSpPr>
            <p:cNvPr id="32" name="chenying0907 66"/>
            <p:cNvSpPr/>
            <p:nvPr/>
          </p:nvSpPr>
          <p:spPr>
            <a:xfrm>
              <a:off x="88900" y="177800"/>
              <a:ext cx="2125877" cy="1425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9" h="21550" extrusionOk="0">
                  <a:moveTo>
                    <a:pt x="21281" y="131"/>
                  </a:moveTo>
                  <a:cubicBezTo>
                    <a:pt x="20628" y="31"/>
                    <a:pt x="2649" y="215"/>
                    <a:pt x="166" y="0"/>
                  </a:cubicBezTo>
                  <a:cubicBezTo>
                    <a:pt x="70" y="3334"/>
                    <a:pt x="43" y="6398"/>
                    <a:pt x="99" y="9794"/>
                  </a:cubicBezTo>
                  <a:cubicBezTo>
                    <a:pt x="201" y="15985"/>
                    <a:pt x="-129" y="17592"/>
                    <a:pt x="60" y="21542"/>
                  </a:cubicBezTo>
                  <a:cubicBezTo>
                    <a:pt x="1560" y="21600"/>
                    <a:pt x="19091" y="21287"/>
                    <a:pt x="21090" y="21542"/>
                  </a:cubicBezTo>
                  <a:cubicBezTo>
                    <a:pt x="21175" y="18119"/>
                    <a:pt x="21202" y="17551"/>
                    <a:pt x="21175" y="14349"/>
                  </a:cubicBezTo>
                  <a:cubicBezTo>
                    <a:pt x="21134" y="9458"/>
                    <a:pt x="21471" y="5014"/>
                    <a:pt x="21281" y="131"/>
                  </a:cubicBezTo>
                  <a:close/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3" name="chenying0907 67"/>
            <p:cNvSpPr/>
            <p:nvPr/>
          </p:nvSpPr>
          <p:spPr>
            <a:xfrm>
              <a:off x="-1" y="0"/>
              <a:ext cx="2335461" cy="184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1" h="19061" extrusionOk="0">
                  <a:moveTo>
                    <a:pt x="902" y="18172"/>
                  </a:moveTo>
                  <a:cubicBezTo>
                    <a:pt x="357" y="17727"/>
                    <a:pt x="-200" y="12317"/>
                    <a:pt x="71" y="5707"/>
                  </a:cubicBezTo>
                  <a:cubicBezTo>
                    <a:pt x="379" y="-1823"/>
                    <a:pt x="1461" y="270"/>
                    <a:pt x="2010" y="259"/>
                  </a:cubicBezTo>
                  <a:cubicBezTo>
                    <a:pt x="7486" y="145"/>
                    <a:pt x="12959" y="733"/>
                    <a:pt x="18433" y="1907"/>
                  </a:cubicBezTo>
                  <a:cubicBezTo>
                    <a:pt x="19405" y="2115"/>
                    <a:pt x="21400" y="-2382"/>
                    <a:pt x="21308" y="14217"/>
                  </a:cubicBezTo>
                  <a:cubicBezTo>
                    <a:pt x="21311" y="19032"/>
                    <a:pt x="20486" y="19218"/>
                    <a:pt x="19999" y="19008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4" name="chenying0907 68"/>
            <p:cNvSpPr/>
            <p:nvPr/>
          </p:nvSpPr>
          <p:spPr>
            <a:xfrm>
              <a:off x="1130300" y="1600199"/>
              <a:ext cx="20498" cy="202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58" h="19845" extrusionOk="0">
                  <a:moveTo>
                    <a:pt x="0" y="0"/>
                  </a:moveTo>
                  <a:cubicBezTo>
                    <a:pt x="21600" y="4703"/>
                    <a:pt x="13319" y="10461"/>
                    <a:pt x="16331" y="15310"/>
                  </a:cubicBezTo>
                  <a:cubicBezTo>
                    <a:pt x="16793" y="16055"/>
                    <a:pt x="11256" y="21600"/>
                    <a:pt x="11542" y="19282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2" name="组 1"/>
          <p:cNvGrpSpPr/>
          <p:nvPr/>
        </p:nvGrpSpPr>
        <p:grpSpPr>
          <a:xfrm>
            <a:off x="5084257" y="1965052"/>
            <a:ext cx="1623568" cy="1509690"/>
            <a:chOff x="4431238" y="1508012"/>
            <a:chExt cx="2360904" cy="2195308"/>
          </a:xfrm>
        </p:grpSpPr>
        <p:sp>
          <p:nvSpPr>
            <p:cNvPr id="37" name="chenying0907 201"/>
            <p:cNvSpPr/>
            <p:nvPr/>
          </p:nvSpPr>
          <p:spPr>
            <a:xfrm>
              <a:off x="4431238" y="1508012"/>
              <a:ext cx="2360904" cy="2195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10" y="4955"/>
                  </a:moveTo>
                  <a:cubicBezTo>
                    <a:pt x="18465" y="9425"/>
                    <a:pt x="18297" y="14113"/>
                    <a:pt x="21600" y="18296"/>
                  </a:cubicBezTo>
                  <a:cubicBezTo>
                    <a:pt x="14274" y="17484"/>
                    <a:pt x="12639" y="14333"/>
                    <a:pt x="6691" y="21600"/>
                  </a:cubicBezTo>
                  <a:cubicBezTo>
                    <a:pt x="10802" y="16578"/>
                    <a:pt x="3281" y="10613"/>
                    <a:pt x="0" y="8990"/>
                  </a:cubicBezTo>
                  <a:cubicBezTo>
                    <a:pt x="4976" y="11451"/>
                    <a:pt x="9737" y="4157"/>
                    <a:pt x="10108" y="0"/>
                  </a:cubicBezTo>
                  <a:cubicBezTo>
                    <a:pt x="12265" y="4785"/>
                    <a:pt x="16387" y="6388"/>
                    <a:pt x="21010" y="495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434292" y="1860569"/>
              <a:ext cx="858274" cy="1342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1" lang="en-US" altLang="zh-CN" sz="5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微软雅黑"/>
                  <a:cs typeface="DFPShaoNvW5-GB" charset="-122"/>
                  <a:sym typeface="Arial"/>
                </a:rPr>
                <a:t>4</a:t>
              </a:r>
              <a:endParaRPr kumimoji="1" lang="zh-CN" altLang="en-US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/>
                <a:cs typeface="DFPShaoNvW5-GB" charset="-122"/>
                <a:sym typeface="Arial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425826" y="4118752"/>
            <a:ext cx="3876891" cy="646273"/>
            <a:chOff x="7637775" y="5530041"/>
            <a:chExt cx="4000129" cy="646029"/>
          </a:xfrm>
        </p:grpSpPr>
        <p:sp>
          <p:nvSpPr>
            <p:cNvPr id="22" name="任意多边形 21"/>
            <p:cNvSpPr/>
            <p:nvPr/>
          </p:nvSpPr>
          <p:spPr>
            <a:xfrm>
              <a:off x="7637775" y="6096678"/>
              <a:ext cx="2494104" cy="79392"/>
            </a:xfrm>
            <a:custGeom>
              <a:avLst/>
              <a:gdLst>
                <a:gd name="connsiteX0" fmla="*/ 2569580 w 2569580"/>
                <a:gd name="connsiteY0" fmla="*/ 13982 h 95004"/>
                <a:gd name="connsiteX1" fmla="*/ 2187616 w 2569580"/>
                <a:gd name="connsiteY1" fmla="*/ 13982 h 95004"/>
                <a:gd name="connsiteX2" fmla="*/ 2118167 w 2569580"/>
                <a:gd name="connsiteY2" fmla="*/ 37131 h 95004"/>
                <a:gd name="connsiteX3" fmla="*/ 1481560 w 2569580"/>
                <a:gd name="connsiteY3" fmla="*/ 60280 h 95004"/>
                <a:gd name="connsiteX4" fmla="*/ 1388962 w 2569580"/>
                <a:gd name="connsiteY4" fmla="*/ 71855 h 95004"/>
                <a:gd name="connsiteX5" fmla="*/ 1307940 w 2569580"/>
                <a:gd name="connsiteY5" fmla="*/ 83430 h 95004"/>
                <a:gd name="connsiteX6" fmla="*/ 844952 w 2569580"/>
                <a:gd name="connsiteY6" fmla="*/ 71855 h 95004"/>
                <a:gd name="connsiteX7" fmla="*/ 775504 w 2569580"/>
                <a:gd name="connsiteY7" fmla="*/ 48706 h 95004"/>
                <a:gd name="connsiteX8" fmla="*/ 740780 w 2569580"/>
                <a:gd name="connsiteY8" fmla="*/ 37131 h 95004"/>
                <a:gd name="connsiteX9" fmla="*/ 254643 w 2569580"/>
                <a:gd name="connsiteY9" fmla="*/ 48706 h 95004"/>
                <a:gd name="connsiteX10" fmla="*/ 219919 w 2569580"/>
                <a:gd name="connsiteY10" fmla="*/ 60280 h 95004"/>
                <a:gd name="connsiteX11" fmla="*/ 196770 w 2569580"/>
                <a:gd name="connsiteY11" fmla="*/ 95004 h 95004"/>
                <a:gd name="connsiteX12" fmla="*/ 0 w 2569580"/>
                <a:gd name="connsiteY12" fmla="*/ 83430 h 95004"/>
                <a:gd name="connsiteX0" fmla="*/ 2541747 w 2541747"/>
                <a:gd name="connsiteY0" fmla="*/ 13982 h 95004"/>
                <a:gd name="connsiteX1" fmla="*/ 2159783 w 2541747"/>
                <a:gd name="connsiteY1" fmla="*/ 13982 h 95004"/>
                <a:gd name="connsiteX2" fmla="*/ 2090334 w 2541747"/>
                <a:gd name="connsiteY2" fmla="*/ 37131 h 95004"/>
                <a:gd name="connsiteX3" fmla="*/ 1453727 w 2541747"/>
                <a:gd name="connsiteY3" fmla="*/ 60280 h 95004"/>
                <a:gd name="connsiteX4" fmla="*/ 1361129 w 2541747"/>
                <a:gd name="connsiteY4" fmla="*/ 71855 h 95004"/>
                <a:gd name="connsiteX5" fmla="*/ 1280107 w 2541747"/>
                <a:gd name="connsiteY5" fmla="*/ 83430 h 95004"/>
                <a:gd name="connsiteX6" fmla="*/ 817119 w 2541747"/>
                <a:gd name="connsiteY6" fmla="*/ 71855 h 95004"/>
                <a:gd name="connsiteX7" fmla="*/ 747671 w 2541747"/>
                <a:gd name="connsiteY7" fmla="*/ 48706 h 95004"/>
                <a:gd name="connsiteX8" fmla="*/ 712947 w 2541747"/>
                <a:gd name="connsiteY8" fmla="*/ 37131 h 95004"/>
                <a:gd name="connsiteX9" fmla="*/ 226810 w 2541747"/>
                <a:gd name="connsiteY9" fmla="*/ 48706 h 95004"/>
                <a:gd name="connsiteX10" fmla="*/ 192086 w 2541747"/>
                <a:gd name="connsiteY10" fmla="*/ 60280 h 95004"/>
                <a:gd name="connsiteX11" fmla="*/ 168937 w 2541747"/>
                <a:gd name="connsiteY11" fmla="*/ 95004 h 95004"/>
                <a:gd name="connsiteX12" fmla="*/ 0 w 2541747"/>
                <a:gd name="connsiteY12" fmla="*/ 24815 h 95004"/>
                <a:gd name="connsiteX0" fmla="*/ 2541747 w 2541747"/>
                <a:gd name="connsiteY0" fmla="*/ 13982 h 95004"/>
                <a:gd name="connsiteX1" fmla="*/ 2159783 w 2541747"/>
                <a:gd name="connsiteY1" fmla="*/ 13982 h 95004"/>
                <a:gd name="connsiteX2" fmla="*/ 2090334 w 2541747"/>
                <a:gd name="connsiteY2" fmla="*/ 37131 h 95004"/>
                <a:gd name="connsiteX3" fmla="*/ 1453727 w 2541747"/>
                <a:gd name="connsiteY3" fmla="*/ 60280 h 95004"/>
                <a:gd name="connsiteX4" fmla="*/ 1361129 w 2541747"/>
                <a:gd name="connsiteY4" fmla="*/ 71855 h 95004"/>
                <a:gd name="connsiteX5" fmla="*/ 1280107 w 2541747"/>
                <a:gd name="connsiteY5" fmla="*/ 83430 h 95004"/>
                <a:gd name="connsiteX6" fmla="*/ 817119 w 2541747"/>
                <a:gd name="connsiteY6" fmla="*/ 71855 h 95004"/>
                <a:gd name="connsiteX7" fmla="*/ 747671 w 2541747"/>
                <a:gd name="connsiteY7" fmla="*/ 48706 h 95004"/>
                <a:gd name="connsiteX8" fmla="*/ 712947 w 2541747"/>
                <a:gd name="connsiteY8" fmla="*/ 37131 h 95004"/>
                <a:gd name="connsiteX9" fmla="*/ 226810 w 2541747"/>
                <a:gd name="connsiteY9" fmla="*/ 48706 h 95004"/>
                <a:gd name="connsiteX10" fmla="*/ 192086 w 2541747"/>
                <a:gd name="connsiteY10" fmla="*/ 60280 h 95004"/>
                <a:gd name="connsiteX11" fmla="*/ 168937 w 2541747"/>
                <a:gd name="connsiteY11" fmla="*/ 95004 h 95004"/>
                <a:gd name="connsiteX12" fmla="*/ 0 w 2541747"/>
                <a:gd name="connsiteY12" fmla="*/ 24815 h 95004"/>
                <a:gd name="connsiteX0" fmla="*/ 2537771 w 2537771"/>
                <a:gd name="connsiteY0" fmla="*/ 13982 h 95004"/>
                <a:gd name="connsiteX1" fmla="*/ 2155807 w 2537771"/>
                <a:gd name="connsiteY1" fmla="*/ 13982 h 95004"/>
                <a:gd name="connsiteX2" fmla="*/ 2086358 w 2537771"/>
                <a:gd name="connsiteY2" fmla="*/ 37131 h 95004"/>
                <a:gd name="connsiteX3" fmla="*/ 1449751 w 2537771"/>
                <a:gd name="connsiteY3" fmla="*/ 60280 h 95004"/>
                <a:gd name="connsiteX4" fmla="*/ 1357153 w 2537771"/>
                <a:gd name="connsiteY4" fmla="*/ 71855 h 95004"/>
                <a:gd name="connsiteX5" fmla="*/ 1276131 w 2537771"/>
                <a:gd name="connsiteY5" fmla="*/ 83430 h 95004"/>
                <a:gd name="connsiteX6" fmla="*/ 813143 w 2537771"/>
                <a:gd name="connsiteY6" fmla="*/ 71855 h 95004"/>
                <a:gd name="connsiteX7" fmla="*/ 743695 w 2537771"/>
                <a:gd name="connsiteY7" fmla="*/ 48706 h 95004"/>
                <a:gd name="connsiteX8" fmla="*/ 708971 w 2537771"/>
                <a:gd name="connsiteY8" fmla="*/ 37131 h 95004"/>
                <a:gd name="connsiteX9" fmla="*/ 222834 w 2537771"/>
                <a:gd name="connsiteY9" fmla="*/ 48706 h 95004"/>
                <a:gd name="connsiteX10" fmla="*/ 188110 w 2537771"/>
                <a:gd name="connsiteY10" fmla="*/ 60280 h 95004"/>
                <a:gd name="connsiteX11" fmla="*/ 164961 w 2537771"/>
                <a:gd name="connsiteY11" fmla="*/ 95004 h 95004"/>
                <a:gd name="connsiteX12" fmla="*/ 0 w 2537771"/>
                <a:gd name="connsiteY12" fmla="*/ 1369 h 95004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22834 w 2537771"/>
                <a:gd name="connsiteY9" fmla="*/ 48706 h 83430"/>
                <a:gd name="connsiteX10" fmla="*/ 188110 w 2537771"/>
                <a:gd name="connsiteY10" fmla="*/ 60280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54643 w 2537771"/>
                <a:gd name="connsiteY9" fmla="*/ 72152 h 83430"/>
                <a:gd name="connsiteX10" fmla="*/ 188110 w 2537771"/>
                <a:gd name="connsiteY10" fmla="*/ 60280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605592 w 2537771"/>
                <a:gd name="connsiteY8" fmla="*/ 60577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7671 w 2537771"/>
                <a:gd name="connsiteY7" fmla="*/ 60429 h 83430"/>
                <a:gd name="connsiteX8" fmla="*/ 605592 w 2537771"/>
                <a:gd name="connsiteY8" fmla="*/ 60577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7671 w 2537771"/>
                <a:gd name="connsiteY7" fmla="*/ 60429 h 83430"/>
                <a:gd name="connsiteX8" fmla="*/ 526070 w 2537771"/>
                <a:gd name="connsiteY8" fmla="*/ 33224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934"/>
                <a:gd name="connsiteX1" fmla="*/ 2155807 w 2537771"/>
                <a:gd name="connsiteY1" fmla="*/ 13982 h 83934"/>
                <a:gd name="connsiteX2" fmla="*/ 2086358 w 2537771"/>
                <a:gd name="connsiteY2" fmla="*/ 37131 h 83934"/>
                <a:gd name="connsiteX3" fmla="*/ 1449751 w 2537771"/>
                <a:gd name="connsiteY3" fmla="*/ 60280 h 83934"/>
                <a:gd name="connsiteX4" fmla="*/ 1357153 w 2537771"/>
                <a:gd name="connsiteY4" fmla="*/ 71855 h 83934"/>
                <a:gd name="connsiteX5" fmla="*/ 1276131 w 2537771"/>
                <a:gd name="connsiteY5" fmla="*/ 83430 h 83934"/>
                <a:gd name="connsiteX6" fmla="*/ 960259 w 2537771"/>
                <a:gd name="connsiteY6" fmla="*/ 79670 h 83934"/>
                <a:gd name="connsiteX7" fmla="*/ 747671 w 2537771"/>
                <a:gd name="connsiteY7" fmla="*/ 60429 h 83934"/>
                <a:gd name="connsiteX8" fmla="*/ 526070 w 2537771"/>
                <a:gd name="connsiteY8" fmla="*/ 33224 h 83934"/>
                <a:gd name="connsiteX9" fmla="*/ 254643 w 2537771"/>
                <a:gd name="connsiteY9" fmla="*/ 72152 h 83934"/>
                <a:gd name="connsiteX10" fmla="*/ 180158 w 2537771"/>
                <a:gd name="connsiteY10" fmla="*/ 48557 h 83934"/>
                <a:gd name="connsiteX11" fmla="*/ 93392 w 2537771"/>
                <a:gd name="connsiteY11" fmla="*/ 83281 h 83934"/>
                <a:gd name="connsiteX12" fmla="*/ 0 w 2537771"/>
                <a:gd name="connsiteY12" fmla="*/ 1369 h 83934"/>
                <a:gd name="connsiteX0" fmla="*/ 2537771 w 2537771"/>
                <a:gd name="connsiteY0" fmla="*/ 13982 h 83934"/>
                <a:gd name="connsiteX1" fmla="*/ 2155807 w 2537771"/>
                <a:gd name="connsiteY1" fmla="*/ 13982 h 83934"/>
                <a:gd name="connsiteX2" fmla="*/ 2086358 w 2537771"/>
                <a:gd name="connsiteY2" fmla="*/ 37131 h 83934"/>
                <a:gd name="connsiteX3" fmla="*/ 1449751 w 2537771"/>
                <a:gd name="connsiteY3" fmla="*/ 60280 h 83934"/>
                <a:gd name="connsiteX4" fmla="*/ 1357153 w 2537771"/>
                <a:gd name="connsiteY4" fmla="*/ 71855 h 83934"/>
                <a:gd name="connsiteX5" fmla="*/ 1276131 w 2537771"/>
                <a:gd name="connsiteY5" fmla="*/ 83430 h 83934"/>
                <a:gd name="connsiteX6" fmla="*/ 960259 w 2537771"/>
                <a:gd name="connsiteY6" fmla="*/ 79670 h 83934"/>
                <a:gd name="connsiteX7" fmla="*/ 747671 w 2537771"/>
                <a:gd name="connsiteY7" fmla="*/ 60429 h 83934"/>
                <a:gd name="connsiteX8" fmla="*/ 526070 w 2537771"/>
                <a:gd name="connsiteY8" fmla="*/ 33224 h 83934"/>
                <a:gd name="connsiteX9" fmla="*/ 254643 w 2537771"/>
                <a:gd name="connsiteY9" fmla="*/ 72152 h 83934"/>
                <a:gd name="connsiteX10" fmla="*/ 180158 w 2537771"/>
                <a:gd name="connsiteY10" fmla="*/ 48557 h 83934"/>
                <a:gd name="connsiteX11" fmla="*/ 93392 w 2537771"/>
                <a:gd name="connsiteY11" fmla="*/ 83281 h 83934"/>
                <a:gd name="connsiteX12" fmla="*/ 0 w 2537771"/>
                <a:gd name="connsiteY12" fmla="*/ 1369 h 83934"/>
                <a:gd name="connsiteX0" fmla="*/ 2537771 w 2537771"/>
                <a:gd name="connsiteY0" fmla="*/ 13982 h 85357"/>
                <a:gd name="connsiteX1" fmla="*/ 2155807 w 2537771"/>
                <a:gd name="connsiteY1" fmla="*/ 13982 h 85357"/>
                <a:gd name="connsiteX2" fmla="*/ 2086358 w 2537771"/>
                <a:gd name="connsiteY2" fmla="*/ 37131 h 85357"/>
                <a:gd name="connsiteX3" fmla="*/ 1449751 w 2537771"/>
                <a:gd name="connsiteY3" fmla="*/ 60280 h 85357"/>
                <a:gd name="connsiteX4" fmla="*/ 1365106 w 2537771"/>
                <a:gd name="connsiteY4" fmla="*/ 52317 h 85357"/>
                <a:gd name="connsiteX5" fmla="*/ 1276131 w 2537771"/>
                <a:gd name="connsiteY5" fmla="*/ 83430 h 85357"/>
                <a:gd name="connsiteX6" fmla="*/ 960259 w 2537771"/>
                <a:gd name="connsiteY6" fmla="*/ 79670 h 85357"/>
                <a:gd name="connsiteX7" fmla="*/ 747671 w 2537771"/>
                <a:gd name="connsiteY7" fmla="*/ 60429 h 85357"/>
                <a:gd name="connsiteX8" fmla="*/ 526070 w 2537771"/>
                <a:gd name="connsiteY8" fmla="*/ 33224 h 85357"/>
                <a:gd name="connsiteX9" fmla="*/ 254643 w 2537771"/>
                <a:gd name="connsiteY9" fmla="*/ 72152 h 85357"/>
                <a:gd name="connsiteX10" fmla="*/ 180158 w 2537771"/>
                <a:gd name="connsiteY10" fmla="*/ 48557 h 85357"/>
                <a:gd name="connsiteX11" fmla="*/ 93392 w 2537771"/>
                <a:gd name="connsiteY11" fmla="*/ 83281 h 85357"/>
                <a:gd name="connsiteX12" fmla="*/ 0 w 2537771"/>
                <a:gd name="connsiteY12" fmla="*/ 1369 h 85357"/>
                <a:gd name="connsiteX0" fmla="*/ 2537771 w 2537771"/>
                <a:gd name="connsiteY0" fmla="*/ 13982 h 85357"/>
                <a:gd name="connsiteX1" fmla="*/ 2155807 w 2537771"/>
                <a:gd name="connsiteY1" fmla="*/ 13982 h 85357"/>
                <a:gd name="connsiteX2" fmla="*/ 2086358 w 2537771"/>
                <a:gd name="connsiteY2" fmla="*/ 37131 h 85357"/>
                <a:gd name="connsiteX3" fmla="*/ 1604819 w 2537771"/>
                <a:gd name="connsiteY3" fmla="*/ 72003 h 85357"/>
                <a:gd name="connsiteX4" fmla="*/ 1365106 w 2537771"/>
                <a:gd name="connsiteY4" fmla="*/ 52317 h 85357"/>
                <a:gd name="connsiteX5" fmla="*/ 1276131 w 2537771"/>
                <a:gd name="connsiteY5" fmla="*/ 83430 h 85357"/>
                <a:gd name="connsiteX6" fmla="*/ 960259 w 2537771"/>
                <a:gd name="connsiteY6" fmla="*/ 79670 h 85357"/>
                <a:gd name="connsiteX7" fmla="*/ 747671 w 2537771"/>
                <a:gd name="connsiteY7" fmla="*/ 60429 h 85357"/>
                <a:gd name="connsiteX8" fmla="*/ 526070 w 2537771"/>
                <a:gd name="connsiteY8" fmla="*/ 33224 h 85357"/>
                <a:gd name="connsiteX9" fmla="*/ 254643 w 2537771"/>
                <a:gd name="connsiteY9" fmla="*/ 72152 h 85357"/>
                <a:gd name="connsiteX10" fmla="*/ 180158 w 2537771"/>
                <a:gd name="connsiteY10" fmla="*/ 48557 h 85357"/>
                <a:gd name="connsiteX11" fmla="*/ 93392 w 2537771"/>
                <a:gd name="connsiteY11" fmla="*/ 83281 h 85357"/>
                <a:gd name="connsiteX12" fmla="*/ 0 w 2537771"/>
                <a:gd name="connsiteY12" fmla="*/ 1369 h 85357"/>
                <a:gd name="connsiteX0" fmla="*/ 2537771 w 2537771"/>
                <a:gd name="connsiteY0" fmla="*/ 13982 h 83281"/>
                <a:gd name="connsiteX1" fmla="*/ 2155807 w 2537771"/>
                <a:gd name="connsiteY1" fmla="*/ 13982 h 83281"/>
                <a:gd name="connsiteX2" fmla="*/ 2086358 w 2537771"/>
                <a:gd name="connsiteY2" fmla="*/ 37131 h 83281"/>
                <a:gd name="connsiteX3" fmla="*/ 1604819 w 2537771"/>
                <a:gd name="connsiteY3" fmla="*/ 72003 h 83281"/>
                <a:gd name="connsiteX4" fmla="*/ 1365106 w 2537771"/>
                <a:gd name="connsiteY4" fmla="*/ 52317 h 83281"/>
                <a:gd name="connsiteX5" fmla="*/ 1188657 w 2537771"/>
                <a:gd name="connsiteY5" fmla="*/ 71707 h 83281"/>
                <a:gd name="connsiteX6" fmla="*/ 960259 w 2537771"/>
                <a:gd name="connsiteY6" fmla="*/ 79670 h 83281"/>
                <a:gd name="connsiteX7" fmla="*/ 747671 w 2537771"/>
                <a:gd name="connsiteY7" fmla="*/ 60429 h 83281"/>
                <a:gd name="connsiteX8" fmla="*/ 526070 w 2537771"/>
                <a:gd name="connsiteY8" fmla="*/ 33224 h 83281"/>
                <a:gd name="connsiteX9" fmla="*/ 254643 w 2537771"/>
                <a:gd name="connsiteY9" fmla="*/ 72152 h 83281"/>
                <a:gd name="connsiteX10" fmla="*/ 180158 w 2537771"/>
                <a:gd name="connsiteY10" fmla="*/ 48557 h 83281"/>
                <a:gd name="connsiteX11" fmla="*/ 93392 w 2537771"/>
                <a:gd name="connsiteY11" fmla="*/ 83281 h 83281"/>
                <a:gd name="connsiteX12" fmla="*/ 0 w 2537771"/>
                <a:gd name="connsiteY12" fmla="*/ 1369 h 83281"/>
                <a:gd name="connsiteX0" fmla="*/ 2537771 w 2537771"/>
                <a:gd name="connsiteY0" fmla="*/ 12613 h 81912"/>
                <a:gd name="connsiteX1" fmla="*/ 2191592 w 2537771"/>
                <a:gd name="connsiteY1" fmla="*/ 39967 h 81912"/>
                <a:gd name="connsiteX2" fmla="*/ 2086358 w 2537771"/>
                <a:gd name="connsiteY2" fmla="*/ 35762 h 81912"/>
                <a:gd name="connsiteX3" fmla="*/ 1604819 w 2537771"/>
                <a:gd name="connsiteY3" fmla="*/ 70634 h 81912"/>
                <a:gd name="connsiteX4" fmla="*/ 1365106 w 2537771"/>
                <a:gd name="connsiteY4" fmla="*/ 50948 h 81912"/>
                <a:gd name="connsiteX5" fmla="*/ 1188657 w 2537771"/>
                <a:gd name="connsiteY5" fmla="*/ 70338 h 81912"/>
                <a:gd name="connsiteX6" fmla="*/ 960259 w 2537771"/>
                <a:gd name="connsiteY6" fmla="*/ 78301 h 81912"/>
                <a:gd name="connsiteX7" fmla="*/ 747671 w 2537771"/>
                <a:gd name="connsiteY7" fmla="*/ 59060 h 81912"/>
                <a:gd name="connsiteX8" fmla="*/ 526070 w 2537771"/>
                <a:gd name="connsiteY8" fmla="*/ 31855 h 81912"/>
                <a:gd name="connsiteX9" fmla="*/ 254643 w 2537771"/>
                <a:gd name="connsiteY9" fmla="*/ 70783 h 81912"/>
                <a:gd name="connsiteX10" fmla="*/ 180158 w 2537771"/>
                <a:gd name="connsiteY10" fmla="*/ 47188 h 81912"/>
                <a:gd name="connsiteX11" fmla="*/ 93392 w 2537771"/>
                <a:gd name="connsiteY11" fmla="*/ 81912 h 81912"/>
                <a:gd name="connsiteX12" fmla="*/ 0 w 2537771"/>
                <a:gd name="connsiteY12" fmla="*/ 0 h 81912"/>
                <a:gd name="connsiteX0" fmla="*/ 2537771 w 2537771"/>
                <a:gd name="connsiteY0" fmla="*/ 12613 h 81912"/>
                <a:gd name="connsiteX1" fmla="*/ 2191592 w 2537771"/>
                <a:gd name="connsiteY1" fmla="*/ 39967 h 81912"/>
                <a:gd name="connsiteX2" fmla="*/ 2054548 w 2537771"/>
                <a:gd name="connsiteY2" fmla="*/ 27946 h 81912"/>
                <a:gd name="connsiteX3" fmla="*/ 1604819 w 2537771"/>
                <a:gd name="connsiteY3" fmla="*/ 70634 h 81912"/>
                <a:gd name="connsiteX4" fmla="*/ 1365106 w 2537771"/>
                <a:gd name="connsiteY4" fmla="*/ 50948 h 81912"/>
                <a:gd name="connsiteX5" fmla="*/ 1188657 w 2537771"/>
                <a:gd name="connsiteY5" fmla="*/ 70338 h 81912"/>
                <a:gd name="connsiteX6" fmla="*/ 960259 w 2537771"/>
                <a:gd name="connsiteY6" fmla="*/ 78301 h 81912"/>
                <a:gd name="connsiteX7" fmla="*/ 747671 w 2537771"/>
                <a:gd name="connsiteY7" fmla="*/ 59060 h 81912"/>
                <a:gd name="connsiteX8" fmla="*/ 526070 w 2537771"/>
                <a:gd name="connsiteY8" fmla="*/ 31855 h 81912"/>
                <a:gd name="connsiteX9" fmla="*/ 254643 w 2537771"/>
                <a:gd name="connsiteY9" fmla="*/ 70783 h 81912"/>
                <a:gd name="connsiteX10" fmla="*/ 180158 w 2537771"/>
                <a:gd name="connsiteY10" fmla="*/ 47188 h 81912"/>
                <a:gd name="connsiteX11" fmla="*/ 93392 w 2537771"/>
                <a:gd name="connsiteY11" fmla="*/ 81912 h 81912"/>
                <a:gd name="connsiteX12" fmla="*/ 0 w 2537771"/>
                <a:gd name="connsiteY12" fmla="*/ 0 h 81912"/>
                <a:gd name="connsiteX0" fmla="*/ 2537771 w 2537771"/>
                <a:gd name="connsiteY0" fmla="*/ 12613 h 79392"/>
                <a:gd name="connsiteX1" fmla="*/ 2191592 w 2537771"/>
                <a:gd name="connsiteY1" fmla="*/ 39967 h 79392"/>
                <a:gd name="connsiteX2" fmla="*/ 2054548 w 2537771"/>
                <a:gd name="connsiteY2" fmla="*/ 27946 h 79392"/>
                <a:gd name="connsiteX3" fmla="*/ 1604819 w 2537771"/>
                <a:gd name="connsiteY3" fmla="*/ 70634 h 79392"/>
                <a:gd name="connsiteX4" fmla="*/ 1365106 w 2537771"/>
                <a:gd name="connsiteY4" fmla="*/ 50948 h 79392"/>
                <a:gd name="connsiteX5" fmla="*/ 1188657 w 2537771"/>
                <a:gd name="connsiteY5" fmla="*/ 70338 h 79392"/>
                <a:gd name="connsiteX6" fmla="*/ 960259 w 2537771"/>
                <a:gd name="connsiteY6" fmla="*/ 78301 h 79392"/>
                <a:gd name="connsiteX7" fmla="*/ 747671 w 2537771"/>
                <a:gd name="connsiteY7" fmla="*/ 59060 h 79392"/>
                <a:gd name="connsiteX8" fmla="*/ 526070 w 2537771"/>
                <a:gd name="connsiteY8" fmla="*/ 31855 h 79392"/>
                <a:gd name="connsiteX9" fmla="*/ 254643 w 2537771"/>
                <a:gd name="connsiteY9" fmla="*/ 70783 h 79392"/>
                <a:gd name="connsiteX10" fmla="*/ 180158 w 2537771"/>
                <a:gd name="connsiteY10" fmla="*/ 47188 h 79392"/>
                <a:gd name="connsiteX11" fmla="*/ 105320 w 2537771"/>
                <a:gd name="connsiteY11" fmla="*/ 62373 h 79392"/>
                <a:gd name="connsiteX12" fmla="*/ 0 w 2537771"/>
                <a:gd name="connsiteY12" fmla="*/ 0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7771" h="79392">
                  <a:moveTo>
                    <a:pt x="2537771" y="12613"/>
                  </a:moveTo>
                  <a:cubicBezTo>
                    <a:pt x="2372259" y="-2434"/>
                    <a:pt x="2272129" y="37412"/>
                    <a:pt x="2191592" y="39967"/>
                  </a:cubicBezTo>
                  <a:cubicBezTo>
                    <a:pt x="2111055" y="42522"/>
                    <a:pt x="2152344" y="22835"/>
                    <a:pt x="2054548" y="27946"/>
                  </a:cubicBezTo>
                  <a:cubicBezTo>
                    <a:pt x="1956753" y="33057"/>
                    <a:pt x="2056264" y="56072"/>
                    <a:pt x="1604819" y="70634"/>
                  </a:cubicBezTo>
                  <a:cubicBezTo>
                    <a:pt x="1524915" y="64072"/>
                    <a:pt x="1434466" y="50997"/>
                    <a:pt x="1365106" y="50948"/>
                  </a:cubicBezTo>
                  <a:cubicBezTo>
                    <a:pt x="1295746" y="50899"/>
                    <a:pt x="1256132" y="65779"/>
                    <a:pt x="1188657" y="70338"/>
                  </a:cubicBezTo>
                  <a:cubicBezTo>
                    <a:pt x="1121183" y="74897"/>
                    <a:pt x="1114588" y="82159"/>
                    <a:pt x="960259" y="78301"/>
                  </a:cubicBezTo>
                  <a:cubicBezTo>
                    <a:pt x="937110" y="70585"/>
                    <a:pt x="820036" y="66801"/>
                    <a:pt x="747671" y="59060"/>
                  </a:cubicBezTo>
                  <a:cubicBezTo>
                    <a:pt x="675306" y="51319"/>
                    <a:pt x="608241" y="29901"/>
                    <a:pt x="526070" y="31855"/>
                  </a:cubicBezTo>
                  <a:cubicBezTo>
                    <a:pt x="443899" y="33809"/>
                    <a:pt x="312295" y="68228"/>
                    <a:pt x="254643" y="70783"/>
                  </a:cubicBezTo>
                  <a:cubicBezTo>
                    <a:pt x="196991" y="73338"/>
                    <a:pt x="205045" y="48590"/>
                    <a:pt x="180158" y="47188"/>
                  </a:cubicBezTo>
                  <a:cubicBezTo>
                    <a:pt x="155271" y="45786"/>
                    <a:pt x="113036" y="50798"/>
                    <a:pt x="105320" y="62373"/>
                  </a:cubicBezTo>
                  <a:cubicBezTo>
                    <a:pt x="49008" y="38977"/>
                    <a:pt x="8599" y="82012"/>
                    <a:pt x="0" y="0"/>
                  </a:cubicBezTo>
                </a:path>
              </a:pathLst>
            </a:custGeom>
            <a:noFill/>
            <a:ln w="34925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3" name="Freeform 118"/>
            <p:cNvSpPr>
              <a:spLocks noEditPoints="1"/>
            </p:cNvSpPr>
            <p:nvPr/>
          </p:nvSpPr>
          <p:spPr bwMode="auto">
            <a:xfrm flipH="1">
              <a:off x="10124063" y="5530041"/>
              <a:ext cx="1513841" cy="619089"/>
            </a:xfrm>
            <a:custGeom>
              <a:avLst/>
              <a:gdLst>
                <a:gd name="T0" fmla="*/ 250 w 257"/>
                <a:gd name="T1" fmla="*/ 87 h 92"/>
                <a:gd name="T2" fmla="*/ 215 w 257"/>
                <a:gd name="T3" fmla="*/ 84 h 92"/>
                <a:gd name="T4" fmla="*/ 204 w 257"/>
                <a:gd name="T5" fmla="*/ 87 h 92"/>
                <a:gd name="T6" fmla="*/ 146 w 257"/>
                <a:gd name="T7" fmla="*/ 88 h 92"/>
                <a:gd name="T8" fmla="*/ 116 w 257"/>
                <a:gd name="T9" fmla="*/ 85 h 92"/>
                <a:gd name="T10" fmla="*/ 54 w 257"/>
                <a:gd name="T11" fmla="*/ 54 h 92"/>
                <a:gd name="T12" fmla="*/ 2 w 257"/>
                <a:gd name="T13" fmla="*/ 30 h 92"/>
                <a:gd name="T14" fmla="*/ 16 w 257"/>
                <a:gd name="T15" fmla="*/ 0 h 92"/>
                <a:gd name="T16" fmla="*/ 42 w 257"/>
                <a:gd name="T17" fmla="*/ 12 h 92"/>
                <a:gd name="T18" fmla="*/ 78 w 257"/>
                <a:gd name="T19" fmla="*/ 31 h 92"/>
                <a:gd name="T20" fmla="*/ 134 w 257"/>
                <a:gd name="T21" fmla="*/ 61 h 92"/>
                <a:gd name="T22" fmla="*/ 171 w 257"/>
                <a:gd name="T23" fmla="*/ 84 h 92"/>
                <a:gd name="T24" fmla="*/ 186 w 257"/>
                <a:gd name="T25" fmla="*/ 72 h 92"/>
                <a:gd name="T26" fmla="*/ 206 w 257"/>
                <a:gd name="T27" fmla="*/ 71 h 92"/>
                <a:gd name="T28" fmla="*/ 225 w 257"/>
                <a:gd name="T29" fmla="*/ 79 h 92"/>
                <a:gd name="T30" fmla="*/ 254 w 257"/>
                <a:gd name="T31" fmla="*/ 82 h 92"/>
                <a:gd name="T32" fmla="*/ 237 w 257"/>
                <a:gd name="T33" fmla="*/ 80 h 92"/>
                <a:gd name="T34" fmla="*/ 217 w 257"/>
                <a:gd name="T35" fmla="*/ 82 h 92"/>
                <a:gd name="T36" fmla="*/ 244 w 257"/>
                <a:gd name="T37" fmla="*/ 82 h 92"/>
                <a:gd name="T38" fmla="*/ 187 w 257"/>
                <a:gd name="T39" fmla="*/ 70 h 92"/>
                <a:gd name="T40" fmla="*/ 188 w 257"/>
                <a:gd name="T41" fmla="*/ 86 h 92"/>
                <a:gd name="T42" fmla="*/ 158 w 257"/>
                <a:gd name="T43" fmla="*/ 84 h 92"/>
                <a:gd name="T44" fmla="*/ 172 w 257"/>
                <a:gd name="T45" fmla="*/ 87 h 92"/>
                <a:gd name="T46" fmla="*/ 195 w 257"/>
                <a:gd name="T47" fmla="*/ 74 h 92"/>
                <a:gd name="T48" fmla="*/ 202 w 257"/>
                <a:gd name="T49" fmla="*/ 72 h 92"/>
                <a:gd name="T50" fmla="*/ 211 w 257"/>
                <a:gd name="T51" fmla="*/ 78 h 92"/>
                <a:gd name="T52" fmla="*/ 148 w 257"/>
                <a:gd name="T53" fmla="*/ 85 h 92"/>
                <a:gd name="T54" fmla="*/ 132 w 257"/>
                <a:gd name="T55" fmla="*/ 72 h 92"/>
                <a:gd name="T56" fmla="*/ 139 w 257"/>
                <a:gd name="T57" fmla="*/ 85 h 92"/>
                <a:gd name="T58" fmla="*/ 122 w 257"/>
                <a:gd name="T59" fmla="*/ 58 h 92"/>
                <a:gd name="T60" fmla="*/ 130 w 257"/>
                <a:gd name="T61" fmla="*/ 71 h 92"/>
                <a:gd name="T62" fmla="*/ 70 w 257"/>
                <a:gd name="T63" fmla="*/ 56 h 92"/>
                <a:gd name="T64" fmla="*/ 110 w 257"/>
                <a:gd name="T65" fmla="*/ 76 h 92"/>
                <a:gd name="T66" fmla="*/ 120 w 257"/>
                <a:gd name="T67" fmla="*/ 57 h 92"/>
                <a:gd name="T68" fmla="*/ 74 w 257"/>
                <a:gd name="T69" fmla="*/ 31 h 92"/>
                <a:gd name="T70" fmla="*/ 111 w 257"/>
                <a:gd name="T71" fmla="*/ 55 h 92"/>
                <a:gd name="T72" fmla="*/ 91 w 257"/>
                <a:gd name="T73" fmla="*/ 60 h 92"/>
                <a:gd name="T74" fmla="*/ 53 w 257"/>
                <a:gd name="T75" fmla="*/ 37 h 92"/>
                <a:gd name="T76" fmla="*/ 34 w 257"/>
                <a:gd name="T77" fmla="*/ 10 h 92"/>
                <a:gd name="T78" fmla="*/ 112 w 257"/>
                <a:gd name="T79" fmla="*/ 59 h 92"/>
                <a:gd name="T80" fmla="*/ 77 w 257"/>
                <a:gd name="T81" fmla="*/ 39 h 92"/>
                <a:gd name="T82" fmla="*/ 49 w 257"/>
                <a:gd name="T83" fmla="*/ 22 h 92"/>
                <a:gd name="T84" fmla="*/ 58 w 257"/>
                <a:gd name="T85" fmla="*/ 39 h 92"/>
                <a:gd name="T86" fmla="*/ 113 w 257"/>
                <a:gd name="T87" fmla="*/ 60 h 92"/>
                <a:gd name="T88" fmla="*/ 110 w 257"/>
                <a:gd name="T89" fmla="*/ 78 h 92"/>
                <a:gd name="T90" fmla="*/ 67 w 257"/>
                <a:gd name="T91" fmla="*/ 57 h 92"/>
                <a:gd name="T92" fmla="*/ 21 w 257"/>
                <a:gd name="T93" fmla="*/ 38 h 92"/>
                <a:gd name="T94" fmla="*/ 102 w 257"/>
                <a:gd name="T95" fmla="*/ 75 h 92"/>
                <a:gd name="T96" fmla="*/ 32 w 257"/>
                <a:gd name="T97" fmla="*/ 8 h 92"/>
                <a:gd name="T98" fmla="*/ 18 w 257"/>
                <a:gd name="T99" fmla="*/ 37 h 92"/>
                <a:gd name="T100" fmla="*/ 8 w 257"/>
                <a:gd name="T101" fmla="*/ 9 h 92"/>
                <a:gd name="T102" fmla="*/ 7 w 257"/>
                <a:gd name="T103" fmla="*/ 28 h 92"/>
                <a:gd name="T104" fmla="*/ 20 w 257"/>
                <a:gd name="T105" fmla="*/ 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57" h="92">
                  <a:moveTo>
                    <a:pt x="256" y="83"/>
                  </a:moveTo>
                  <a:cubicBezTo>
                    <a:pt x="256" y="84"/>
                    <a:pt x="257" y="87"/>
                    <a:pt x="256" y="89"/>
                  </a:cubicBezTo>
                  <a:cubicBezTo>
                    <a:pt x="253" y="89"/>
                    <a:pt x="253" y="88"/>
                    <a:pt x="250" y="87"/>
                  </a:cubicBezTo>
                  <a:cubicBezTo>
                    <a:pt x="244" y="86"/>
                    <a:pt x="238" y="83"/>
                    <a:pt x="231" y="84"/>
                  </a:cubicBezTo>
                  <a:cubicBezTo>
                    <a:pt x="229" y="84"/>
                    <a:pt x="227" y="86"/>
                    <a:pt x="225" y="86"/>
                  </a:cubicBezTo>
                  <a:cubicBezTo>
                    <a:pt x="221" y="86"/>
                    <a:pt x="219" y="84"/>
                    <a:pt x="215" y="84"/>
                  </a:cubicBezTo>
                  <a:cubicBezTo>
                    <a:pt x="212" y="82"/>
                    <a:pt x="208" y="79"/>
                    <a:pt x="205" y="76"/>
                  </a:cubicBezTo>
                  <a:cubicBezTo>
                    <a:pt x="206" y="79"/>
                    <a:pt x="208" y="81"/>
                    <a:pt x="208" y="84"/>
                  </a:cubicBezTo>
                  <a:cubicBezTo>
                    <a:pt x="207" y="86"/>
                    <a:pt x="205" y="86"/>
                    <a:pt x="204" y="87"/>
                  </a:cubicBezTo>
                  <a:cubicBezTo>
                    <a:pt x="196" y="87"/>
                    <a:pt x="189" y="90"/>
                    <a:pt x="183" y="91"/>
                  </a:cubicBezTo>
                  <a:cubicBezTo>
                    <a:pt x="172" y="91"/>
                    <a:pt x="163" y="85"/>
                    <a:pt x="152" y="86"/>
                  </a:cubicBezTo>
                  <a:cubicBezTo>
                    <a:pt x="150" y="87"/>
                    <a:pt x="148" y="88"/>
                    <a:pt x="146" y="88"/>
                  </a:cubicBezTo>
                  <a:cubicBezTo>
                    <a:pt x="142" y="88"/>
                    <a:pt x="138" y="87"/>
                    <a:pt x="134" y="87"/>
                  </a:cubicBezTo>
                  <a:cubicBezTo>
                    <a:pt x="130" y="87"/>
                    <a:pt x="125" y="86"/>
                    <a:pt x="121" y="86"/>
                  </a:cubicBezTo>
                  <a:cubicBezTo>
                    <a:pt x="119" y="87"/>
                    <a:pt x="117" y="87"/>
                    <a:pt x="116" y="85"/>
                  </a:cubicBezTo>
                  <a:cubicBezTo>
                    <a:pt x="105" y="79"/>
                    <a:pt x="94" y="73"/>
                    <a:pt x="83" y="67"/>
                  </a:cubicBezTo>
                  <a:cubicBezTo>
                    <a:pt x="79" y="65"/>
                    <a:pt x="76" y="63"/>
                    <a:pt x="72" y="61"/>
                  </a:cubicBezTo>
                  <a:cubicBezTo>
                    <a:pt x="66" y="59"/>
                    <a:pt x="60" y="57"/>
                    <a:pt x="54" y="54"/>
                  </a:cubicBezTo>
                  <a:cubicBezTo>
                    <a:pt x="43" y="49"/>
                    <a:pt x="31" y="46"/>
                    <a:pt x="21" y="40"/>
                  </a:cubicBezTo>
                  <a:cubicBezTo>
                    <a:pt x="17" y="38"/>
                    <a:pt x="12" y="36"/>
                    <a:pt x="8" y="34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4"/>
                  </a:cubicBezTo>
                  <a:cubicBezTo>
                    <a:pt x="0" y="18"/>
                    <a:pt x="5" y="9"/>
                    <a:pt x="8" y="5"/>
                  </a:cubicBezTo>
                  <a:cubicBezTo>
                    <a:pt x="10" y="3"/>
                    <a:pt x="13" y="1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6" y="3"/>
                    <a:pt x="33" y="7"/>
                    <a:pt x="39" y="10"/>
                  </a:cubicBezTo>
                  <a:cubicBezTo>
                    <a:pt x="40" y="11"/>
                    <a:pt x="41" y="11"/>
                    <a:pt x="42" y="12"/>
                  </a:cubicBezTo>
                  <a:cubicBezTo>
                    <a:pt x="45" y="13"/>
                    <a:pt x="48" y="15"/>
                    <a:pt x="52" y="17"/>
                  </a:cubicBezTo>
                  <a:cubicBezTo>
                    <a:pt x="58" y="20"/>
                    <a:pt x="64" y="23"/>
                    <a:pt x="70" y="26"/>
                  </a:cubicBezTo>
                  <a:cubicBezTo>
                    <a:pt x="73" y="28"/>
                    <a:pt x="75" y="30"/>
                    <a:pt x="78" y="31"/>
                  </a:cubicBezTo>
                  <a:cubicBezTo>
                    <a:pt x="91" y="39"/>
                    <a:pt x="104" y="46"/>
                    <a:pt x="117" y="53"/>
                  </a:cubicBezTo>
                  <a:cubicBezTo>
                    <a:pt x="120" y="55"/>
                    <a:pt x="123" y="56"/>
                    <a:pt x="126" y="57"/>
                  </a:cubicBezTo>
                  <a:cubicBezTo>
                    <a:pt x="128" y="59"/>
                    <a:pt x="131" y="61"/>
                    <a:pt x="134" y="61"/>
                  </a:cubicBezTo>
                  <a:cubicBezTo>
                    <a:pt x="139" y="68"/>
                    <a:pt x="145" y="74"/>
                    <a:pt x="150" y="82"/>
                  </a:cubicBezTo>
                  <a:cubicBezTo>
                    <a:pt x="153" y="81"/>
                    <a:pt x="157" y="82"/>
                    <a:pt x="162" y="82"/>
                  </a:cubicBezTo>
                  <a:cubicBezTo>
                    <a:pt x="165" y="82"/>
                    <a:pt x="168" y="83"/>
                    <a:pt x="171" y="84"/>
                  </a:cubicBezTo>
                  <a:cubicBezTo>
                    <a:pt x="176" y="84"/>
                    <a:pt x="181" y="84"/>
                    <a:pt x="185" y="84"/>
                  </a:cubicBezTo>
                  <a:cubicBezTo>
                    <a:pt x="191" y="85"/>
                    <a:pt x="196" y="83"/>
                    <a:pt x="200" y="80"/>
                  </a:cubicBezTo>
                  <a:cubicBezTo>
                    <a:pt x="198" y="75"/>
                    <a:pt x="188" y="78"/>
                    <a:pt x="186" y="72"/>
                  </a:cubicBezTo>
                  <a:cubicBezTo>
                    <a:pt x="185" y="67"/>
                    <a:pt x="190" y="65"/>
                    <a:pt x="195" y="66"/>
                  </a:cubicBezTo>
                  <a:cubicBezTo>
                    <a:pt x="196" y="66"/>
                    <a:pt x="197" y="66"/>
                    <a:pt x="198" y="67"/>
                  </a:cubicBezTo>
                  <a:cubicBezTo>
                    <a:pt x="201" y="68"/>
                    <a:pt x="203" y="70"/>
                    <a:pt x="206" y="71"/>
                  </a:cubicBezTo>
                  <a:cubicBezTo>
                    <a:pt x="208" y="73"/>
                    <a:pt x="211" y="76"/>
                    <a:pt x="213" y="77"/>
                  </a:cubicBezTo>
                  <a:cubicBezTo>
                    <a:pt x="214" y="78"/>
                    <a:pt x="216" y="78"/>
                    <a:pt x="218" y="79"/>
                  </a:cubicBezTo>
                  <a:cubicBezTo>
                    <a:pt x="221" y="80"/>
                    <a:pt x="222" y="80"/>
                    <a:pt x="225" y="79"/>
                  </a:cubicBezTo>
                  <a:cubicBezTo>
                    <a:pt x="228" y="79"/>
                    <a:pt x="232" y="78"/>
                    <a:pt x="235" y="78"/>
                  </a:cubicBezTo>
                  <a:cubicBezTo>
                    <a:pt x="238" y="78"/>
                    <a:pt x="242" y="80"/>
                    <a:pt x="246" y="81"/>
                  </a:cubicBezTo>
                  <a:cubicBezTo>
                    <a:pt x="249" y="82"/>
                    <a:pt x="253" y="82"/>
                    <a:pt x="254" y="82"/>
                  </a:cubicBezTo>
                  <a:cubicBezTo>
                    <a:pt x="255" y="83"/>
                    <a:pt x="255" y="82"/>
                    <a:pt x="256" y="83"/>
                  </a:cubicBezTo>
                  <a:close/>
                  <a:moveTo>
                    <a:pt x="244" y="82"/>
                  </a:moveTo>
                  <a:cubicBezTo>
                    <a:pt x="242" y="82"/>
                    <a:pt x="239" y="81"/>
                    <a:pt x="237" y="80"/>
                  </a:cubicBezTo>
                  <a:cubicBezTo>
                    <a:pt x="231" y="80"/>
                    <a:pt x="226" y="82"/>
                    <a:pt x="221" y="82"/>
                  </a:cubicBezTo>
                  <a:cubicBezTo>
                    <a:pt x="217" y="81"/>
                    <a:pt x="215" y="80"/>
                    <a:pt x="212" y="79"/>
                  </a:cubicBezTo>
                  <a:cubicBezTo>
                    <a:pt x="213" y="80"/>
                    <a:pt x="215" y="82"/>
                    <a:pt x="217" y="82"/>
                  </a:cubicBezTo>
                  <a:cubicBezTo>
                    <a:pt x="223" y="84"/>
                    <a:pt x="227" y="82"/>
                    <a:pt x="232" y="82"/>
                  </a:cubicBezTo>
                  <a:cubicBezTo>
                    <a:pt x="241" y="81"/>
                    <a:pt x="247" y="85"/>
                    <a:pt x="254" y="86"/>
                  </a:cubicBezTo>
                  <a:cubicBezTo>
                    <a:pt x="254" y="82"/>
                    <a:pt x="249" y="83"/>
                    <a:pt x="244" y="82"/>
                  </a:cubicBezTo>
                  <a:close/>
                  <a:moveTo>
                    <a:pt x="205" y="74"/>
                  </a:moveTo>
                  <a:cubicBezTo>
                    <a:pt x="204" y="71"/>
                    <a:pt x="201" y="70"/>
                    <a:pt x="198" y="69"/>
                  </a:cubicBezTo>
                  <a:cubicBezTo>
                    <a:pt x="195" y="68"/>
                    <a:pt x="188" y="65"/>
                    <a:pt x="187" y="70"/>
                  </a:cubicBezTo>
                  <a:cubicBezTo>
                    <a:pt x="187" y="75"/>
                    <a:pt x="194" y="74"/>
                    <a:pt x="198" y="76"/>
                  </a:cubicBezTo>
                  <a:cubicBezTo>
                    <a:pt x="200" y="76"/>
                    <a:pt x="203" y="79"/>
                    <a:pt x="203" y="81"/>
                  </a:cubicBezTo>
                  <a:cubicBezTo>
                    <a:pt x="202" y="83"/>
                    <a:pt x="192" y="86"/>
                    <a:pt x="188" y="86"/>
                  </a:cubicBezTo>
                  <a:cubicBezTo>
                    <a:pt x="183" y="86"/>
                    <a:pt x="178" y="86"/>
                    <a:pt x="174" y="85"/>
                  </a:cubicBezTo>
                  <a:cubicBezTo>
                    <a:pt x="170" y="85"/>
                    <a:pt x="165" y="83"/>
                    <a:pt x="161" y="83"/>
                  </a:cubicBezTo>
                  <a:cubicBezTo>
                    <a:pt x="160" y="83"/>
                    <a:pt x="159" y="84"/>
                    <a:pt x="158" y="84"/>
                  </a:cubicBezTo>
                  <a:cubicBezTo>
                    <a:pt x="155" y="83"/>
                    <a:pt x="152" y="82"/>
                    <a:pt x="151" y="85"/>
                  </a:cubicBezTo>
                  <a:cubicBezTo>
                    <a:pt x="155" y="85"/>
                    <a:pt x="160" y="85"/>
                    <a:pt x="164" y="85"/>
                  </a:cubicBezTo>
                  <a:cubicBezTo>
                    <a:pt x="167" y="86"/>
                    <a:pt x="169" y="88"/>
                    <a:pt x="172" y="87"/>
                  </a:cubicBezTo>
                  <a:cubicBezTo>
                    <a:pt x="184" y="92"/>
                    <a:pt x="193" y="85"/>
                    <a:pt x="205" y="85"/>
                  </a:cubicBezTo>
                  <a:cubicBezTo>
                    <a:pt x="208" y="82"/>
                    <a:pt x="204" y="79"/>
                    <a:pt x="203" y="77"/>
                  </a:cubicBezTo>
                  <a:cubicBezTo>
                    <a:pt x="200" y="76"/>
                    <a:pt x="198" y="74"/>
                    <a:pt x="195" y="74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3"/>
                    <a:pt x="192" y="72"/>
                    <a:pt x="193" y="70"/>
                  </a:cubicBezTo>
                  <a:cubicBezTo>
                    <a:pt x="197" y="68"/>
                    <a:pt x="200" y="72"/>
                    <a:pt x="202" y="72"/>
                  </a:cubicBezTo>
                  <a:cubicBezTo>
                    <a:pt x="203" y="73"/>
                    <a:pt x="205" y="74"/>
                    <a:pt x="207" y="75"/>
                  </a:cubicBezTo>
                  <a:cubicBezTo>
                    <a:pt x="208" y="76"/>
                    <a:pt x="210" y="78"/>
                    <a:pt x="212" y="78"/>
                  </a:cubicBezTo>
                  <a:cubicBezTo>
                    <a:pt x="211" y="78"/>
                    <a:pt x="211" y="78"/>
                    <a:pt x="211" y="78"/>
                  </a:cubicBezTo>
                  <a:cubicBezTo>
                    <a:pt x="209" y="76"/>
                    <a:pt x="208" y="74"/>
                    <a:pt x="205" y="74"/>
                  </a:cubicBezTo>
                  <a:close/>
                  <a:moveTo>
                    <a:pt x="139" y="85"/>
                  </a:moveTo>
                  <a:cubicBezTo>
                    <a:pt x="142" y="85"/>
                    <a:pt x="147" y="87"/>
                    <a:pt x="148" y="85"/>
                  </a:cubicBezTo>
                  <a:cubicBezTo>
                    <a:pt x="148" y="84"/>
                    <a:pt x="148" y="84"/>
                    <a:pt x="148" y="84"/>
                  </a:cubicBezTo>
                  <a:cubicBezTo>
                    <a:pt x="144" y="77"/>
                    <a:pt x="140" y="69"/>
                    <a:pt x="133" y="64"/>
                  </a:cubicBezTo>
                  <a:cubicBezTo>
                    <a:pt x="132" y="67"/>
                    <a:pt x="133" y="69"/>
                    <a:pt x="132" y="72"/>
                  </a:cubicBezTo>
                  <a:cubicBezTo>
                    <a:pt x="132" y="77"/>
                    <a:pt x="128" y="80"/>
                    <a:pt x="126" y="83"/>
                  </a:cubicBezTo>
                  <a:cubicBezTo>
                    <a:pt x="125" y="83"/>
                    <a:pt x="123" y="84"/>
                    <a:pt x="124" y="85"/>
                  </a:cubicBezTo>
                  <a:cubicBezTo>
                    <a:pt x="128" y="85"/>
                    <a:pt x="134" y="84"/>
                    <a:pt x="139" y="85"/>
                  </a:cubicBezTo>
                  <a:close/>
                  <a:moveTo>
                    <a:pt x="130" y="71"/>
                  </a:moveTo>
                  <a:cubicBezTo>
                    <a:pt x="131" y="68"/>
                    <a:pt x="131" y="65"/>
                    <a:pt x="130" y="62"/>
                  </a:cubicBezTo>
                  <a:cubicBezTo>
                    <a:pt x="127" y="61"/>
                    <a:pt x="125" y="58"/>
                    <a:pt x="122" y="58"/>
                  </a:cubicBezTo>
                  <a:cubicBezTo>
                    <a:pt x="123" y="68"/>
                    <a:pt x="120" y="76"/>
                    <a:pt x="112" y="80"/>
                  </a:cubicBezTo>
                  <a:cubicBezTo>
                    <a:pt x="114" y="82"/>
                    <a:pt x="117" y="83"/>
                    <a:pt x="120" y="84"/>
                  </a:cubicBezTo>
                  <a:cubicBezTo>
                    <a:pt x="124" y="81"/>
                    <a:pt x="130" y="78"/>
                    <a:pt x="130" y="71"/>
                  </a:cubicBezTo>
                  <a:close/>
                  <a:moveTo>
                    <a:pt x="41" y="41"/>
                  </a:moveTo>
                  <a:cubicBezTo>
                    <a:pt x="45" y="43"/>
                    <a:pt x="49" y="45"/>
                    <a:pt x="54" y="47"/>
                  </a:cubicBezTo>
                  <a:cubicBezTo>
                    <a:pt x="59" y="50"/>
                    <a:pt x="64" y="54"/>
                    <a:pt x="70" y="56"/>
                  </a:cubicBezTo>
                  <a:cubicBezTo>
                    <a:pt x="75" y="58"/>
                    <a:pt x="80" y="61"/>
                    <a:pt x="86" y="64"/>
                  </a:cubicBezTo>
                  <a:cubicBezTo>
                    <a:pt x="91" y="66"/>
                    <a:pt x="96" y="69"/>
                    <a:pt x="102" y="71"/>
                  </a:cubicBezTo>
                  <a:cubicBezTo>
                    <a:pt x="105" y="73"/>
                    <a:pt x="108" y="75"/>
                    <a:pt x="110" y="76"/>
                  </a:cubicBezTo>
                  <a:cubicBezTo>
                    <a:pt x="111" y="76"/>
                    <a:pt x="113" y="76"/>
                    <a:pt x="113" y="76"/>
                  </a:cubicBezTo>
                  <a:cubicBezTo>
                    <a:pt x="115" y="76"/>
                    <a:pt x="118" y="73"/>
                    <a:pt x="119" y="71"/>
                  </a:cubicBezTo>
                  <a:cubicBezTo>
                    <a:pt x="121" y="66"/>
                    <a:pt x="121" y="61"/>
                    <a:pt x="120" y="57"/>
                  </a:cubicBezTo>
                  <a:cubicBezTo>
                    <a:pt x="112" y="52"/>
                    <a:pt x="104" y="48"/>
                    <a:pt x="97" y="44"/>
                  </a:cubicBezTo>
                  <a:cubicBezTo>
                    <a:pt x="94" y="43"/>
                    <a:pt x="92" y="41"/>
                    <a:pt x="89" y="39"/>
                  </a:cubicBezTo>
                  <a:cubicBezTo>
                    <a:pt x="84" y="37"/>
                    <a:pt x="79" y="34"/>
                    <a:pt x="74" y="31"/>
                  </a:cubicBezTo>
                  <a:cubicBezTo>
                    <a:pt x="68" y="28"/>
                    <a:pt x="62" y="24"/>
                    <a:pt x="56" y="21"/>
                  </a:cubicBezTo>
                  <a:cubicBezTo>
                    <a:pt x="55" y="21"/>
                    <a:pt x="54" y="20"/>
                    <a:pt x="53" y="20"/>
                  </a:cubicBezTo>
                  <a:cubicBezTo>
                    <a:pt x="71" y="34"/>
                    <a:pt x="90" y="45"/>
                    <a:pt x="111" y="55"/>
                  </a:cubicBezTo>
                  <a:cubicBezTo>
                    <a:pt x="111" y="56"/>
                    <a:pt x="112" y="56"/>
                    <a:pt x="113" y="56"/>
                  </a:cubicBezTo>
                  <a:cubicBezTo>
                    <a:pt x="113" y="58"/>
                    <a:pt x="114" y="59"/>
                    <a:pt x="115" y="60"/>
                  </a:cubicBezTo>
                  <a:cubicBezTo>
                    <a:pt x="112" y="70"/>
                    <a:pt x="98" y="64"/>
                    <a:pt x="91" y="60"/>
                  </a:cubicBezTo>
                  <a:cubicBezTo>
                    <a:pt x="84" y="57"/>
                    <a:pt x="77" y="53"/>
                    <a:pt x="70" y="49"/>
                  </a:cubicBezTo>
                  <a:cubicBezTo>
                    <a:pt x="66" y="47"/>
                    <a:pt x="62" y="45"/>
                    <a:pt x="60" y="43"/>
                  </a:cubicBezTo>
                  <a:cubicBezTo>
                    <a:pt x="58" y="42"/>
                    <a:pt x="55" y="39"/>
                    <a:pt x="53" y="37"/>
                  </a:cubicBezTo>
                  <a:cubicBezTo>
                    <a:pt x="51" y="35"/>
                    <a:pt x="48" y="33"/>
                    <a:pt x="46" y="31"/>
                  </a:cubicBezTo>
                  <a:cubicBezTo>
                    <a:pt x="42" y="26"/>
                    <a:pt x="46" y="19"/>
                    <a:pt x="51" y="18"/>
                  </a:cubicBezTo>
                  <a:cubicBezTo>
                    <a:pt x="45" y="16"/>
                    <a:pt x="40" y="12"/>
                    <a:pt x="34" y="10"/>
                  </a:cubicBezTo>
                  <a:cubicBezTo>
                    <a:pt x="37" y="19"/>
                    <a:pt x="31" y="26"/>
                    <a:pt x="27" y="33"/>
                  </a:cubicBezTo>
                  <a:cubicBezTo>
                    <a:pt x="31" y="36"/>
                    <a:pt x="37" y="38"/>
                    <a:pt x="41" y="41"/>
                  </a:cubicBezTo>
                  <a:close/>
                  <a:moveTo>
                    <a:pt x="112" y="59"/>
                  </a:moveTo>
                  <a:cubicBezTo>
                    <a:pt x="111" y="57"/>
                    <a:pt x="107" y="56"/>
                    <a:pt x="106" y="55"/>
                  </a:cubicBezTo>
                  <a:cubicBezTo>
                    <a:pt x="101" y="51"/>
                    <a:pt x="96" y="50"/>
                    <a:pt x="91" y="47"/>
                  </a:cubicBezTo>
                  <a:cubicBezTo>
                    <a:pt x="86" y="44"/>
                    <a:pt x="82" y="42"/>
                    <a:pt x="77" y="39"/>
                  </a:cubicBezTo>
                  <a:cubicBezTo>
                    <a:pt x="72" y="36"/>
                    <a:pt x="68" y="33"/>
                    <a:pt x="63" y="30"/>
                  </a:cubicBezTo>
                  <a:cubicBezTo>
                    <a:pt x="61" y="28"/>
                    <a:pt x="59" y="27"/>
                    <a:pt x="56" y="25"/>
                  </a:cubicBezTo>
                  <a:cubicBezTo>
                    <a:pt x="54" y="24"/>
                    <a:pt x="51" y="21"/>
                    <a:pt x="49" y="22"/>
                  </a:cubicBezTo>
                  <a:cubicBezTo>
                    <a:pt x="47" y="22"/>
                    <a:pt x="46" y="26"/>
                    <a:pt x="46" y="28"/>
                  </a:cubicBezTo>
                  <a:cubicBezTo>
                    <a:pt x="47" y="29"/>
                    <a:pt x="50" y="32"/>
                    <a:pt x="52" y="34"/>
                  </a:cubicBezTo>
                  <a:cubicBezTo>
                    <a:pt x="54" y="36"/>
                    <a:pt x="56" y="37"/>
                    <a:pt x="58" y="39"/>
                  </a:cubicBezTo>
                  <a:cubicBezTo>
                    <a:pt x="67" y="46"/>
                    <a:pt x="77" y="50"/>
                    <a:pt x="87" y="56"/>
                  </a:cubicBezTo>
                  <a:cubicBezTo>
                    <a:pt x="94" y="60"/>
                    <a:pt x="102" y="65"/>
                    <a:pt x="111" y="62"/>
                  </a:cubicBezTo>
                  <a:cubicBezTo>
                    <a:pt x="112" y="62"/>
                    <a:pt x="113" y="61"/>
                    <a:pt x="113" y="60"/>
                  </a:cubicBezTo>
                  <a:cubicBezTo>
                    <a:pt x="113" y="60"/>
                    <a:pt x="113" y="60"/>
                    <a:pt x="113" y="60"/>
                  </a:cubicBezTo>
                  <a:cubicBezTo>
                    <a:pt x="113" y="59"/>
                    <a:pt x="113" y="59"/>
                    <a:pt x="112" y="59"/>
                  </a:cubicBezTo>
                  <a:close/>
                  <a:moveTo>
                    <a:pt x="110" y="78"/>
                  </a:moveTo>
                  <a:cubicBezTo>
                    <a:pt x="107" y="76"/>
                    <a:pt x="103" y="74"/>
                    <a:pt x="99" y="72"/>
                  </a:cubicBezTo>
                  <a:cubicBezTo>
                    <a:pt x="95" y="71"/>
                    <a:pt x="91" y="69"/>
                    <a:pt x="88" y="67"/>
                  </a:cubicBezTo>
                  <a:cubicBezTo>
                    <a:pt x="81" y="63"/>
                    <a:pt x="74" y="60"/>
                    <a:pt x="67" y="57"/>
                  </a:cubicBezTo>
                  <a:cubicBezTo>
                    <a:pt x="60" y="53"/>
                    <a:pt x="53" y="49"/>
                    <a:pt x="46" y="46"/>
                  </a:cubicBezTo>
                  <a:cubicBezTo>
                    <a:pt x="39" y="42"/>
                    <a:pt x="33" y="38"/>
                    <a:pt x="26" y="35"/>
                  </a:cubicBezTo>
                  <a:cubicBezTo>
                    <a:pt x="25" y="35"/>
                    <a:pt x="22" y="37"/>
                    <a:pt x="21" y="38"/>
                  </a:cubicBezTo>
                  <a:cubicBezTo>
                    <a:pt x="32" y="44"/>
                    <a:pt x="45" y="48"/>
                    <a:pt x="56" y="53"/>
                  </a:cubicBezTo>
                  <a:cubicBezTo>
                    <a:pt x="64" y="57"/>
                    <a:pt x="73" y="59"/>
                    <a:pt x="80" y="63"/>
                  </a:cubicBezTo>
                  <a:cubicBezTo>
                    <a:pt x="88" y="67"/>
                    <a:pt x="95" y="71"/>
                    <a:pt x="102" y="75"/>
                  </a:cubicBezTo>
                  <a:cubicBezTo>
                    <a:pt x="105" y="77"/>
                    <a:pt x="107" y="79"/>
                    <a:pt x="110" y="78"/>
                  </a:cubicBezTo>
                  <a:cubicBezTo>
                    <a:pt x="110" y="78"/>
                    <a:pt x="110" y="78"/>
                    <a:pt x="110" y="78"/>
                  </a:cubicBezTo>
                  <a:close/>
                  <a:moveTo>
                    <a:pt x="32" y="8"/>
                  </a:moveTo>
                  <a:cubicBezTo>
                    <a:pt x="28" y="7"/>
                    <a:pt x="25" y="5"/>
                    <a:pt x="22" y="3"/>
                  </a:cubicBezTo>
                  <a:cubicBezTo>
                    <a:pt x="23" y="16"/>
                    <a:pt x="15" y="26"/>
                    <a:pt x="7" y="31"/>
                  </a:cubicBezTo>
                  <a:cubicBezTo>
                    <a:pt x="11" y="33"/>
                    <a:pt x="15" y="35"/>
                    <a:pt x="18" y="37"/>
                  </a:cubicBezTo>
                  <a:cubicBezTo>
                    <a:pt x="27" y="32"/>
                    <a:pt x="35" y="20"/>
                    <a:pt x="32" y="8"/>
                  </a:cubicBezTo>
                  <a:close/>
                  <a:moveTo>
                    <a:pt x="9" y="8"/>
                  </a:moveTo>
                  <a:cubicBezTo>
                    <a:pt x="9" y="8"/>
                    <a:pt x="8" y="9"/>
                    <a:pt x="8" y="9"/>
                  </a:cubicBezTo>
                  <a:cubicBezTo>
                    <a:pt x="7" y="11"/>
                    <a:pt x="6" y="12"/>
                    <a:pt x="5" y="14"/>
                  </a:cubicBezTo>
                  <a:cubicBezTo>
                    <a:pt x="4" y="16"/>
                    <a:pt x="3" y="18"/>
                    <a:pt x="2" y="20"/>
                  </a:cubicBezTo>
                  <a:cubicBezTo>
                    <a:pt x="1" y="24"/>
                    <a:pt x="3" y="30"/>
                    <a:pt x="7" y="28"/>
                  </a:cubicBezTo>
                  <a:cubicBezTo>
                    <a:pt x="10" y="27"/>
                    <a:pt x="11" y="25"/>
                    <a:pt x="13" y="22"/>
                  </a:cubicBezTo>
                  <a:cubicBezTo>
                    <a:pt x="15" y="21"/>
                    <a:pt x="16" y="20"/>
                    <a:pt x="17" y="18"/>
                  </a:cubicBezTo>
                  <a:cubicBezTo>
                    <a:pt x="19" y="15"/>
                    <a:pt x="20" y="9"/>
                    <a:pt x="20" y="4"/>
                  </a:cubicBezTo>
                  <a:cubicBezTo>
                    <a:pt x="20" y="4"/>
                    <a:pt x="18" y="3"/>
                    <a:pt x="18" y="2"/>
                  </a:cubicBezTo>
                  <a:cubicBezTo>
                    <a:pt x="14" y="3"/>
                    <a:pt x="12" y="5"/>
                    <a:pt x="9" y="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24" name="PA_组合 33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4904734" y="5774235"/>
            <a:ext cx="2142906" cy="1128218"/>
            <a:chOff x="7394576" y="3627438"/>
            <a:chExt cx="1077913" cy="566738"/>
          </a:xfrm>
          <a:solidFill>
            <a:schemeClr val="tx1"/>
          </a:solidFill>
        </p:grpSpPr>
        <p:sp>
          <p:nvSpPr>
            <p:cNvPr id="25" name="Freeform 100"/>
            <p:cNvSpPr>
              <a:spLocks/>
            </p:cNvSpPr>
            <p:nvPr/>
          </p:nvSpPr>
          <p:spPr bwMode="auto">
            <a:xfrm>
              <a:off x="8122380" y="3680704"/>
              <a:ext cx="97606" cy="17045"/>
            </a:xfrm>
            <a:custGeom>
              <a:avLst/>
              <a:gdLst>
                <a:gd name="T0" fmla="*/ 31 w 31"/>
                <a:gd name="T1" fmla="*/ 2 h 5"/>
                <a:gd name="T2" fmla="*/ 30 w 31"/>
                <a:gd name="T3" fmla="*/ 5 h 5"/>
                <a:gd name="T4" fmla="*/ 0 w 31"/>
                <a:gd name="T5" fmla="*/ 4 h 5"/>
                <a:gd name="T6" fmla="*/ 12 w 31"/>
                <a:gd name="T7" fmla="*/ 1 h 5"/>
                <a:gd name="T8" fmla="*/ 18 w 31"/>
                <a:gd name="T9" fmla="*/ 0 h 5"/>
                <a:gd name="T10" fmla="*/ 26 w 31"/>
                <a:gd name="T11" fmla="*/ 2 h 5"/>
                <a:gd name="T12" fmla="*/ 31 w 31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5">
                  <a:moveTo>
                    <a:pt x="31" y="2"/>
                  </a:moveTo>
                  <a:cubicBezTo>
                    <a:pt x="31" y="3"/>
                    <a:pt x="31" y="4"/>
                    <a:pt x="30" y="5"/>
                  </a:cubicBezTo>
                  <a:cubicBezTo>
                    <a:pt x="21" y="2"/>
                    <a:pt x="11" y="3"/>
                    <a:pt x="0" y="4"/>
                  </a:cubicBezTo>
                  <a:cubicBezTo>
                    <a:pt x="1" y="0"/>
                    <a:pt x="8" y="1"/>
                    <a:pt x="12" y="1"/>
                  </a:cubicBezTo>
                  <a:cubicBezTo>
                    <a:pt x="14" y="1"/>
                    <a:pt x="16" y="0"/>
                    <a:pt x="18" y="0"/>
                  </a:cubicBezTo>
                  <a:cubicBezTo>
                    <a:pt x="20" y="0"/>
                    <a:pt x="23" y="1"/>
                    <a:pt x="26" y="2"/>
                  </a:cubicBezTo>
                  <a:cubicBezTo>
                    <a:pt x="28" y="2"/>
                    <a:pt x="30" y="0"/>
                    <a:pt x="3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6" name="Freeform 101"/>
            <p:cNvSpPr>
              <a:spLocks/>
            </p:cNvSpPr>
            <p:nvPr/>
          </p:nvSpPr>
          <p:spPr bwMode="auto">
            <a:xfrm>
              <a:off x="8128745" y="3706271"/>
              <a:ext cx="91241" cy="17045"/>
            </a:xfrm>
            <a:custGeom>
              <a:avLst/>
              <a:gdLst>
                <a:gd name="T0" fmla="*/ 28 w 29"/>
                <a:gd name="T1" fmla="*/ 2 h 5"/>
                <a:gd name="T2" fmla="*/ 29 w 29"/>
                <a:gd name="T3" fmla="*/ 5 h 5"/>
                <a:gd name="T4" fmla="*/ 21 w 29"/>
                <a:gd name="T5" fmla="*/ 3 h 5"/>
                <a:gd name="T6" fmla="*/ 0 w 29"/>
                <a:gd name="T7" fmla="*/ 5 h 5"/>
                <a:gd name="T8" fmla="*/ 0 w 29"/>
                <a:gd name="T9" fmla="*/ 3 h 5"/>
                <a:gd name="T10" fmla="*/ 18 w 29"/>
                <a:gd name="T11" fmla="*/ 0 h 5"/>
                <a:gd name="T12" fmla="*/ 28 w 29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5">
                  <a:moveTo>
                    <a:pt x="28" y="2"/>
                  </a:moveTo>
                  <a:cubicBezTo>
                    <a:pt x="28" y="2"/>
                    <a:pt x="29" y="3"/>
                    <a:pt x="29" y="5"/>
                  </a:cubicBezTo>
                  <a:cubicBezTo>
                    <a:pt x="26" y="5"/>
                    <a:pt x="23" y="3"/>
                    <a:pt x="21" y="3"/>
                  </a:cubicBezTo>
                  <a:cubicBezTo>
                    <a:pt x="13" y="2"/>
                    <a:pt x="7" y="3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0"/>
                    <a:pt x="13" y="0"/>
                    <a:pt x="18" y="0"/>
                  </a:cubicBezTo>
                  <a:cubicBezTo>
                    <a:pt x="22" y="1"/>
                    <a:pt x="24" y="1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7" name="Freeform 102"/>
            <p:cNvSpPr>
              <a:spLocks/>
            </p:cNvSpPr>
            <p:nvPr/>
          </p:nvSpPr>
          <p:spPr bwMode="auto">
            <a:xfrm>
              <a:off x="8145720" y="3885241"/>
              <a:ext cx="70023" cy="14913"/>
            </a:xfrm>
            <a:custGeom>
              <a:avLst/>
              <a:gdLst>
                <a:gd name="T0" fmla="*/ 21 w 22"/>
                <a:gd name="T1" fmla="*/ 1 h 5"/>
                <a:gd name="T2" fmla="*/ 22 w 22"/>
                <a:gd name="T3" fmla="*/ 3 h 5"/>
                <a:gd name="T4" fmla="*/ 20 w 22"/>
                <a:gd name="T5" fmla="*/ 5 h 5"/>
                <a:gd name="T6" fmla="*/ 0 w 22"/>
                <a:gd name="T7" fmla="*/ 3 h 5"/>
                <a:gd name="T8" fmla="*/ 5 w 22"/>
                <a:gd name="T9" fmla="*/ 1 h 5"/>
                <a:gd name="T10" fmla="*/ 21 w 22"/>
                <a:gd name="T11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5">
                  <a:moveTo>
                    <a:pt x="21" y="1"/>
                  </a:moveTo>
                  <a:cubicBezTo>
                    <a:pt x="21" y="2"/>
                    <a:pt x="22" y="2"/>
                    <a:pt x="22" y="3"/>
                  </a:cubicBezTo>
                  <a:cubicBezTo>
                    <a:pt x="22" y="4"/>
                    <a:pt x="21" y="4"/>
                    <a:pt x="20" y="5"/>
                  </a:cubicBezTo>
                  <a:cubicBezTo>
                    <a:pt x="15" y="2"/>
                    <a:pt x="5" y="4"/>
                    <a:pt x="0" y="3"/>
                  </a:cubicBezTo>
                  <a:cubicBezTo>
                    <a:pt x="0" y="0"/>
                    <a:pt x="4" y="1"/>
                    <a:pt x="5" y="1"/>
                  </a:cubicBezTo>
                  <a:cubicBezTo>
                    <a:pt x="9" y="0"/>
                    <a:pt x="17" y="2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8" name="Freeform 103"/>
            <p:cNvSpPr>
              <a:spLocks/>
            </p:cNvSpPr>
            <p:nvPr/>
          </p:nvSpPr>
          <p:spPr bwMode="auto">
            <a:xfrm>
              <a:off x="8145720" y="3900154"/>
              <a:ext cx="72144" cy="21306"/>
            </a:xfrm>
            <a:custGeom>
              <a:avLst/>
              <a:gdLst>
                <a:gd name="T0" fmla="*/ 22 w 23"/>
                <a:gd name="T1" fmla="*/ 3 h 7"/>
                <a:gd name="T2" fmla="*/ 22 w 23"/>
                <a:gd name="T3" fmla="*/ 7 h 7"/>
                <a:gd name="T4" fmla="*/ 8 w 23"/>
                <a:gd name="T5" fmla="*/ 4 h 7"/>
                <a:gd name="T6" fmla="*/ 0 w 23"/>
                <a:gd name="T7" fmla="*/ 3 h 7"/>
                <a:gd name="T8" fmla="*/ 22 w 2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7">
                  <a:moveTo>
                    <a:pt x="22" y="3"/>
                  </a:moveTo>
                  <a:cubicBezTo>
                    <a:pt x="23" y="4"/>
                    <a:pt x="22" y="6"/>
                    <a:pt x="22" y="7"/>
                  </a:cubicBezTo>
                  <a:cubicBezTo>
                    <a:pt x="18" y="6"/>
                    <a:pt x="13" y="5"/>
                    <a:pt x="8" y="4"/>
                  </a:cubicBezTo>
                  <a:cubicBezTo>
                    <a:pt x="5" y="4"/>
                    <a:pt x="0" y="6"/>
                    <a:pt x="0" y="3"/>
                  </a:cubicBezTo>
                  <a:cubicBezTo>
                    <a:pt x="6" y="0"/>
                    <a:pt x="13" y="4"/>
                    <a:pt x="2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9" name="Freeform 104"/>
            <p:cNvSpPr>
              <a:spLocks/>
            </p:cNvSpPr>
            <p:nvPr/>
          </p:nvSpPr>
          <p:spPr bwMode="auto">
            <a:xfrm>
              <a:off x="8141476" y="4072733"/>
              <a:ext cx="78510" cy="19175"/>
            </a:xfrm>
            <a:custGeom>
              <a:avLst/>
              <a:gdLst>
                <a:gd name="T0" fmla="*/ 23 w 25"/>
                <a:gd name="T1" fmla="*/ 2 h 6"/>
                <a:gd name="T2" fmla="*/ 22 w 25"/>
                <a:gd name="T3" fmla="*/ 6 h 6"/>
                <a:gd name="T4" fmla="*/ 20 w 25"/>
                <a:gd name="T5" fmla="*/ 5 h 6"/>
                <a:gd name="T6" fmla="*/ 0 w 25"/>
                <a:gd name="T7" fmla="*/ 4 h 6"/>
                <a:gd name="T8" fmla="*/ 13 w 25"/>
                <a:gd name="T9" fmla="*/ 2 h 6"/>
                <a:gd name="T10" fmla="*/ 23 w 25"/>
                <a:gd name="T11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6">
                  <a:moveTo>
                    <a:pt x="23" y="2"/>
                  </a:moveTo>
                  <a:cubicBezTo>
                    <a:pt x="25" y="3"/>
                    <a:pt x="25" y="6"/>
                    <a:pt x="22" y="6"/>
                  </a:cubicBezTo>
                  <a:cubicBezTo>
                    <a:pt x="22" y="6"/>
                    <a:pt x="21" y="6"/>
                    <a:pt x="20" y="5"/>
                  </a:cubicBezTo>
                  <a:cubicBezTo>
                    <a:pt x="15" y="4"/>
                    <a:pt x="5" y="5"/>
                    <a:pt x="0" y="4"/>
                  </a:cubicBezTo>
                  <a:cubicBezTo>
                    <a:pt x="3" y="0"/>
                    <a:pt x="10" y="2"/>
                    <a:pt x="13" y="2"/>
                  </a:cubicBezTo>
                  <a:cubicBezTo>
                    <a:pt x="18" y="2"/>
                    <a:pt x="19" y="3"/>
                    <a:pt x="2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0" name="Freeform 105"/>
            <p:cNvSpPr>
              <a:spLocks/>
            </p:cNvSpPr>
            <p:nvPr/>
          </p:nvSpPr>
          <p:spPr bwMode="auto">
            <a:xfrm>
              <a:off x="8139355" y="4098300"/>
              <a:ext cx="80631" cy="23436"/>
            </a:xfrm>
            <a:custGeom>
              <a:avLst/>
              <a:gdLst>
                <a:gd name="T0" fmla="*/ 25 w 26"/>
                <a:gd name="T1" fmla="*/ 1 h 7"/>
                <a:gd name="T2" fmla="*/ 26 w 26"/>
                <a:gd name="T3" fmla="*/ 4 h 7"/>
                <a:gd name="T4" fmla="*/ 20 w 26"/>
                <a:gd name="T5" fmla="*/ 5 h 7"/>
                <a:gd name="T6" fmla="*/ 5 w 26"/>
                <a:gd name="T7" fmla="*/ 4 h 7"/>
                <a:gd name="T8" fmla="*/ 0 w 26"/>
                <a:gd name="T9" fmla="*/ 3 h 7"/>
                <a:gd name="T10" fmla="*/ 25 w 26"/>
                <a:gd name="T1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7">
                  <a:moveTo>
                    <a:pt x="25" y="1"/>
                  </a:moveTo>
                  <a:cubicBezTo>
                    <a:pt x="25" y="2"/>
                    <a:pt x="26" y="3"/>
                    <a:pt x="26" y="4"/>
                  </a:cubicBezTo>
                  <a:cubicBezTo>
                    <a:pt x="25" y="7"/>
                    <a:pt x="23" y="6"/>
                    <a:pt x="20" y="5"/>
                  </a:cubicBezTo>
                  <a:cubicBezTo>
                    <a:pt x="16" y="5"/>
                    <a:pt x="10" y="4"/>
                    <a:pt x="5" y="4"/>
                  </a:cubicBezTo>
                  <a:cubicBezTo>
                    <a:pt x="3" y="4"/>
                    <a:pt x="1" y="5"/>
                    <a:pt x="0" y="3"/>
                  </a:cubicBezTo>
                  <a:cubicBezTo>
                    <a:pt x="6" y="0"/>
                    <a:pt x="17" y="5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8" name="Freeform 106"/>
            <p:cNvSpPr>
              <a:spLocks noEditPoints="1"/>
            </p:cNvSpPr>
            <p:nvPr/>
          </p:nvSpPr>
          <p:spPr bwMode="auto">
            <a:xfrm>
              <a:off x="7394576" y="3627438"/>
              <a:ext cx="1077913" cy="566738"/>
            </a:xfrm>
            <a:custGeom>
              <a:avLst/>
              <a:gdLst>
                <a:gd name="T0" fmla="*/ 114 w 342"/>
                <a:gd name="T1" fmla="*/ 19 h 179"/>
                <a:gd name="T2" fmla="*/ 194 w 342"/>
                <a:gd name="T3" fmla="*/ 30 h 179"/>
                <a:gd name="T4" fmla="*/ 265 w 342"/>
                <a:gd name="T5" fmla="*/ 19 h 179"/>
                <a:gd name="T6" fmla="*/ 335 w 342"/>
                <a:gd name="T7" fmla="*/ 144 h 179"/>
                <a:gd name="T8" fmla="*/ 288 w 342"/>
                <a:gd name="T9" fmla="*/ 167 h 179"/>
                <a:gd name="T10" fmla="*/ 235 w 342"/>
                <a:gd name="T11" fmla="*/ 178 h 179"/>
                <a:gd name="T12" fmla="*/ 173 w 342"/>
                <a:gd name="T13" fmla="*/ 172 h 179"/>
                <a:gd name="T14" fmla="*/ 112 w 342"/>
                <a:gd name="T15" fmla="*/ 168 h 179"/>
                <a:gd name="T16" fmla="*/ 43 w 342"/>
                <a:gd name="T17" fmla="*/ 169 h 179"/>
                <a:gd name="T18" fmla="*/ 52 w 342"/>
                <a:gd name="T19" fmla="*/ 47 h 179"/>
                <a:gd name="T20" fmla="*/ 264 w 342"/>
                <a:gd name="T21" fmla="*/ 132 h 179"/>
                <a:gd name="T22" fmla="*/ 229 w 342"/>
                <a:gd name="T23" fmla="*/ 10 h 179"/>
                <a:gd name="T24" fmla="*/ 246 w 342"/>
                <a:gd name="T25" fmla="*/ 177 h 179"/>
                <a:gd name="T26" fmla="*/ 224 w 342"/>
                <a:gd name="T27" fmla="*/ 168 h 179"/>
                <a:gd name="T28" fmla="*/ 225 w 342"/>
                <a:gd name="T29" fmla="*/ 11 h 179"/>
                <a:gd name="T30" fmla="*/ 134 w 342"/>
                <a:gd name="T31" fmla="*/ 20 h 179"/>
                <a:gd name="T32" fmla="*/ 98 w 342"/>
                <a:gd name="T33" fmla="*/ 49 h 179"/>
                <a:gd name="T34" fmla="*/ 112 w 342"/>
                <a:gd name="T35" fmla="*/ 165 h 179"/>
                <a:gd name="T36" fmla="*/ 111 w 342"/>
                <a:gd name="T37" fmla="*/ 24 h 179"/>
                <a:gd name="T38" fmla="*/ 195 w 342"/>
                <a:gd name="T39" fmla="*/ 57 h 179"/>
                <a:gd name="T40" fmla="*/ 154 w 342"/>
                <a:gd name="T41" fmla="*/ 34 h 179"/>
                <a:gd name="T42" fmla="*/ 156 w 342"/>
                <a:gd name="T43" fmla="*/ 142 h 179"/>
                <a:gd name="T44" fmla="*/ 114 w 342"/>
                <a:gd name="T45" fmla="*/ 39 h 179"/>
                <a:gd name="T46" fmla="*/ 52 w 342"/>
                <a:gd name="T47" fmla="*/ 50 h 179"/>
                <a:gd name="T48" fmla="*/ 15 w 342"/>
                <a:gd name="T49" fmla="*/ 153 h 179"/>
                <a:gd name="T50" fmla="*/ 75 w 342"/>
                <a:gd name="T51" fmla="*/ 45 h 179"/>
                <a:gd name="T52" fmla="*/ 221 w 342"/>
                <a:gd name="T53" fmla="*/ 51 h 179"/>
                <a:gd name="T54" fmla="*/ 221 w 342"/>
                <a:gd name="T55" fmla="*/ 170 h 179"/>
                <a:gd name="T56" fmla="*/ 69 w 342"/>
                <a:gd name="T57" fmla="*/ 85 h 179"/>
                <a:gd name="T58" fmla="*/ 82 w 342"/>
                <a:gd name="T59" fmla="*/ 58 h 179"/>
                <a:gd name="T60" fmla="*/ 72 w 342"/>
                <a:gd name="T61" fmla="*/ 74 h 179"/>
                <a:gd name="T62" fmla="*/ 63 w 342"/>
                <a:gd name="T63" fmla="*/ 93 h 179"/>
                <a:gd name="T64" fmla="*/ 45 w 342"/>
                <a:gd name="T65" fmla="*/ 133 h 179"/>
                <a:gd name="T66" fmla="*/ 50 w 342"/>
                <a:gd name="T67" fmla="*/ 131 h 179"/>
                <a:gd name="T68" fmla="*/ 114 w 342"/>
                <a:gd name="T69" fmla="*/ 51 h 179"/>
                <a:gd name="T70" fmla="*/ 153 w 342"/>
                <a:gd name="T71" fmla="*/ 110 h 179"/>
                <a:gd name="T72" fmla="*/ 198 w 342"/>
                <a:gd name="T73" fmla="*/ 165 h 179"/>
                <a:gd name="T74" fmla="*/ 279 w 342"/>
                <a:gd name="T75" fmla="*/ 76 h 179"/>
                <a:gd name="T76" fmla="*/ 267 w 342"/>
                <a:gd name="T77" fmla="*/ 63 h 179"/>
                <a:gd name="T78" fmla="*/ 76 w 342"/>
                <a:gd name="T79" fmla="*/ 57 h 179"/>
                <a:gd name="T80" fmla="*/ 85 w 342"/>
                <a:gd name="T81" fmla="*/ 61 h 179"/>
                <a:gd name="T82" fmla="*/ 107 w 342"/>
                <a:gd name="T83" fmla="*/ 167 h 179"/>
                <a:gd name="T84" fmla="*/ 93 w 342"/>
                <a:gd name="T85" fmla="*/ 64 h 179"/>
                <a:gd name="T86" fmla="*/ 265 w 342"/>
                <a:gd name="T87" fmla="*/ 103 h 179"/>
                <a:gd name="T88" fmla="*/ 306 w 342"/>
                <a:gd name="T89" fmla="*/ 169 h 179"/>
                <a:gd name="T90" fmla="*/ 265 w 342"/>
                <a:gd name="T91" fmla="*/ 73 h 179"/>
                <a:gd name="T92" fmla="*/ 300 w 342"/>
                <a:gd name="T93" fmla="*/ 78 h 179"/>
                <a:gd name="T94" fmla="*/ 278 w 342"/>
                <a:gd name="T95" fmla="*/ 96 h 179"/>
                <a:gd name="T96" fmla="*/ 64 w 342"/>
                <a:gd name="T97" fmla="*/ 105 h 179"/>
                <a:gd name="T98" fmla="*/ 71 w 342"/>
                <a:gd name="T99" fmla="*/ 123 h 179"/>
                <a:gd name="T100" fmla="*/ 280 w 342"/>
                <a:gd name="T101" fmla="*/ 100 h 179"/>
                <a:gd name="T102" fmla="*/ 52 w 342"/>
                <a:gd name="T103" fmla="*/ 111 h 179"/>
                <a:gd name="T104" fmla="*/ 66 w 342"/>
                <a:gd name="T105" fmla="*/ 118 h 179"/>
                <a:gd name="T106" fmla="*/ 323 w 342"/>
                <a:gd name="T107" fmla="*/ 125 h 179"/>
                <a:gd name="T108" fmla="*/ 37 w 342"/>
                <a:gd name="T109" fmla="*/ 140 h 179"/>
                <a:gd name="T110" fmla="*/ 332 w 342"/>
                <a:gd name="T111" fmla="*/ 153 h 179"/>
                <a:gd name="T112" fmla="*/ 153 w 342"/>
                <a:gd name="T113" fmla="*/ 156 h 179"/>
                <a:gd name="T114" fmla="*/ 34 w 342"/>
                <a:gd name="T115" fmla="*/ 149 h 179"/>
                <a:gd name="T116" fmla="*/ 339 w 342"/>
                <a:gd name="T117" fmla="*/ 162 h 179"/>
                <a:gd name="T118" fmla="*/ 115 w 342"/>
                <a:gd name="T119" fmla="*/ 16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42" h="179">
                  <a:moveTo>
                    <a:pt x="79" y="39"/>
                  </a:moveTo>
                  <a:cubicBezTo>
                    <a:pt x="80" y="39"/>
                    <a:pt x="82" y="40"/>
                    <a:pt x="83" y="40"/>
                  </a:cubicBezTo>
                  <a:cubicBezTo>
                    <a:pt x="84" y="37"/>
                    <a:pt x="83" y="32"/>
                    <a:pt x="85" y="30"/>
                  </a:cubicBezTo>
                  <a:cubicBezTo>
                    <a:pt x="92" y="28"/>
                    <a:pt x="99" y="28"/>
                    <a:pt x="106" y="24"/>
                  </a:cubicBezTo>
                  <a:cubicBezTo>
                    <a:pt x="108" y="23"/>
                    <a:pt x="110" y="22"/>
                    <a:pt x="111" y="21"/>
                  </a:cubicBezTo>
                  <a:cubicBezTo>
                    <a:pt x="112" y="21"/>
                    <a:pt x="112" y="20"/>
                    <a:pt x="113" y="21"/>
                  </a:cubicBezTo>
                  <a:cubicBezTo>
                    <a:pt x="113" y="20"/>
                    <a:pt x="114" y="20"/>
                    <a:pt x="114" y="19"/>
                  </a:cubicBezTo>
                  <a:cubicBezTo>
                    <a:pt x="120" y="18"/>
                    <a:pt x="126" y="17"/>
                    <a:pt x="131" y="17"/>
                  </a:cubicBezTo>
                  <a:cubicBezTo>
                    <a:pt x="136" y="17"/>
                    <a:pt x="140" y="18"/>
                    <a:pt x="145" y="19"/>
                  </a:cubicBezTo>
                  <a:cubicBezTo>
                    <a:pt x="147" y="20"/>
                    <a:pt x="150" y="20"/>
                    <a:pt x="152" y="23"/>
                  </a:cubicBezTo>
                  <a:cubicBezTo>
                    <a:pt x="153" y="25"/>
                    <a:pt x="153" y="26"/>
                    <a:pt x="153" y="28"/>
                  </a:cubicBezTo>
                  <a:cubicBezTo>
                    <a:pt x="155" y="28"/>
                    <a:pt x="157" y="27"/>
                    <a:pt x="160" y="26"/>
                  </a:cubicBezTo>
                  <a:cubicBezTo>
                    <a:pt x="164" y="26"/>
                    <a:pt x="170" y="28"/>
                    <a:pt x="176" y="28"/>
                  </a:cubicBezTo>
                  <a:cubicBezTo>
                    <a:pt x="182" y="29"/>
                    <a:pt x="190" y="26"/>
                    <a:pt x="194" y="30"/>
                  </a:cubicBezTo>
                  <a:cubicBezTo>
                    <a:pt x="196" y="32"/>
                    <a:pt x="198" y="37"/>
                    <a:pt x="198" y="41"/>
                  </a:cubicBezTo>
                  <a:cubicBezTo>
                    <a:pt x="199" y="43"/>
                    <a:pt x="198" y="45"/>
                    <a:pt x="198" y="47"/>
                  </a:cubicBezTo>
                  <a:cubicBezTo>
                    <a:pt x="201" y="47"/>
                    <a:pt x="203" y="45"/>
                    <a:pt x="205" y="45"/>
                  </a:cubicBezTo>
                  <a:cubicBezTo>
                    <a:pt x="207" y="34"/>
                    <a:pt x="204" y="22"/>
                    <a:pt x="207" y="15"/>
                  </a:cubicBezTo>
                  <a:cubicBezTo>
                    <a:pt x="214" y="14"/>
                    <a:pt x="221" y="10"/>
                    <a:pt x="228" y="7"/>
                  </a:cubicBezTo>
                  <a:cubicBezTo>
                    <a:pt x="237" y="0"/>
                    <a:pt x="250" y="1"/>
                    <a:pt x="260" y="4"/>
                  </a:cubicBezTo>
                  <a:cubicBezTo>
                    <a:pt x="265" y="6"/>
                    <a:pt x="264" y="12"/>
                    <a:pt x="265" y="19"/>
                  </a:cubicBezTo>
                  <a:cubicBezTo>
                    <a:pt x="266" y="31"/>
                    <a:pt x="266" y="47"/>
                    <a:pt x="265" y="59"/>
                  </a:cubicBezTo>
                  <a:cubicBezTo>
                    <a:pt x="271" y="54"/>
                    <a:pt x="281" y="50"/>
                    <a:pt x="291" y="52"/>
                  </a:cubicBezTo>
                  <a:cubicBezTo>
                    <a:pt x="293" y="56"/>
                    <a:pt x="294" y="60"/>
                    <a:pt x="296" y="64"/>
                  </a:cubicBezTo>
                  <a:cubicBezTo>
                    <a:pt x="297" y="66"/>
                    <a:pt x="298" y="68"/>
                    <a:pt x="299" y="70"/>
                  </a:cubicBezTo>
                  <a:cubicBezTo>
                    <a:pt x="302" y="80"/>
                    <a:pt x="309" y="89"/>
                    <a:pt x="313" y="99"/>
                  </a:cubicBezTo>
                  <a:cubicBezTo>
                    <a:pt x="314" y="101"/>
                    <a:pt x="316" y="103"/>
                    <a:pt x="317" y="106"/>
                  </a:cubicBezTo>
                  <a:cubicBezTo>
                    <a:pt x="323" y="118"/>
                    <a:pt x="329" y="132"/>
                    <a:pt x="335" y="144"/>
                  </a:cubicBezTo>
                  <a:cubicBezTo>
                    <a:pt x="336" y="145"/>
                    <a:pt x="336" y="146"/>
                    <a:pt x="337" y="147"/>
                  </a:cubicBezTo>
                  <a:cubicBezTo>
                    <a:pt x="337" y="148"/>
                    <a:pt x="337" y="148"/>
                    <a:pt x="337" y="148"/>
                  </a:cubicBezTo>
                  <a:cubicBezTo>
                    <a:pt x="339" y="151"/>
                    <a:pt x="340" y="155"/>
                    <a:pt x="342" y="158"/>
                  </a:cubicBezTo>
                  <a:cubicBezTo>
                    <a:pt x="342" y="165"/>
                    <a:pt x="335" y="174"/>
                    <a:pt x="327" y="175"/>
                  </a:cubicBezTo>
                  <a:cubicBezTo>
                    <a:pt x="321" y="176"/>
                    <a:pt x="316" y="176"/>
                    <a:pt x="311" y="174"/>
                  </a:cubicBezTo>
                  <a:cubicBezTo>
                    <a:pt x="308" y="173"/>
                    <a:pt x="306" y="172"/>
                    <a:pt x="303" y="172"/>
                  </a:cubicBezTo>
                  <a:cubicBezTo>
                    <a:pt x="299" y="170"/>
                    <a:pt x="293" y="169"/>
                    <a:pt x="288" y="167"/>
                  </a:cubicBezTo>
                  <a:cubicBezTo>
                    <a:pt x="285" y="167"/>
                    <a:pt x="282" y="165"/>
                    <a:pt x="281" y="164"/>
                  </a:cubicBezTo>
                  <a:cubicBezTo>
                    <a:pt x="280" y="163"/>
                    <a:pt x="279" y="158"/>
                    <a:pt x="278" y="156"/>
                  </a:cubicBezTo>
                  <a:cubicBezTo>
                    <a:pt x="277" y="153"/>
                    <a:pt x="275" y="150"/>
                    <a:pt x="274" y="148"/>
                  </a:cubicBezTo>
                  <a:cubicBezTo>
                    <a:pt x="272" y="142"/>
                    <a:pt x="269" y="137"/>
                    <a:pt x="267" y="132"/>
                  </a:cubicBezTo>
                  <a:cubicBezTo>
                    <a:pt x="266" y="141"/>
                    <a:pt x="266" y="156"/>
                    <a:pt x="267" y="168"/>
                  </a:cubicBezTo>
                  <a:cubicBezTo>
                    <a:pt x="267" y="178"/>
                    <a:pt x="255" y="179"/>
                    <a:pt x="247" y="179"/>
                  </a:cubicBezTo>
                  <a:cubicBezTo>
                    <a:pt x="243" y="179"/>
                    <a:pt x="239" y="178"/>
                    <a:pt x="235" y="178"/>
                  </a:cubicBezTo>
                  <a:cubicBezTo>
                    <a:pt x="232" y="176"/>
                    <a:pt x="227" y="171"/>
                    <a:pt x="222" y="172"/>
                  </a:cubicBezTo>
                  <a:cubicBezTo>
                    <a:pt x="220" y="172"/>
                    <a:pt x="219" y="174"/>
                    <a:pt x="217" y="174"/>
                  </a:cubicBezTo>
                  <a:cubicBezTo>
                    <a:pt x="212" y="175"/>
                    <a:pt x="208" y="175"/>
                    <a:pt x="205" y="171"/>
                  </a:cubicBezTo>
                  <a:cubicBezTo>
                    <a:pt x="203" y="171"/>
                    <a:pt x="200" y="170"/>
                    <a:pt x="198" y="168"/>
                  </a:cubicBezTo>
                  <a:cubicBezTo>
                    <a:pt x="195" y="168"/>
                    <a:pt x="194" y="170"/>
                    <a:pt x="193" y="171"/>
                  </a:cubicBezTo>
                  <a:cubicBezTo>
                    <a:pt x="190" y="173"/>
                    <a:pt x="186" y="172"/>
                    <a:pt x="182" y="172"/>
                  </a:cubicBezTo>
                  <a:cubicBezTo>
                    <a:pt x="179" y="172"/>
                    <a:pt x="176" y="172"/>
                    <a:pt x="173" y="172"/>
                  </a:cubicBezTo>
                  <a:cubicBezTo>
                    <a:pt x="169" y="172"/>
                    <a:pt x="165" y="170"/>
                    <a:pt x="161" y="171"/>
                  </a:cubicBezTo>
                  <a:cubicBezTo>
                    <a:pt x="158" y="170"/>
                    <a:pt x="156" y="170"/>
                    <a:pt x="154" y="169"/>
                  </a:cubicBezTo>
                  <a:cubicBezTo>
                    <a:pt x="151" y="172"/>
                    <a:pt x="140" y="173"/>
                    <a:pt x="138" y="172"/>
                  </a:cubicBezTo>
                  <a:cubicBezTo>
                    <a:pt x="137" y="172"/>
                    <a:pt x="138" y="173"/>
                    <a:pt x="137" y="173"/>
                  </a:cubicBezTo>
                  <a:cubicBezTo>
                    <a:pt x="134" y="171"/>
                    <a:pt x="122" y="171"/>
                    <a:pt x="115" y="169"/>
                  </a:cubicBezTo>
                  <a:cubicBezTo>
                    <a:pt x="114" y="169"/>
                    <a:pt x="114" y="172"/>
                    <a:pt x="113" y="171"/>
                  </a:cubicBezTo>
                  <a:cubicBezTo>
                    <a:pt x="112" y="171"/>
                    <a:pt x="112" y="170"/>
                    <a:pt x="112" y="168"/>
                  </a:cubicBezTo>
                  <a:cubicBezTo>
                    <a:pt x="111" y="170"/>
                    <a:pt x="109" y="171"/>
                    <a:pt x="109" y="171"/>
                  </a:cubicBezTo>
                  <a:cubicBezTo>
                    <a:pt x="102" y="171"/>
                    <a:pt x="94" y="173"/>
                    <a:pt x="86" y="170"/>
                  </a:cubicBezTo>
                  <a:cubicBezTo>
                    <a:pt x="81" y="165"/>
                    <a:pt x="75" y="160"/>
                    <a:pt x="68" y="157"/>
                  </a:cubicBezTo>
                  <a:cubicBezTo>
                    <a:pt x="69" y="144"/>
                    <a:pt x="69" y="131"/>
                    <a:pt x="70" y="117"/>
                  </a:cubicBezTo>
                  <a:cubicBezTo>
                    <a:pt x="65" y="128"/>
                    <a:pt x="60" y="139"/>
                    <a:pt x="55" y="150"/>
                  </a:cubicBezTo>
                  <a:cubicBezTo>
                    <a:pt x="53" y="155"/>
                    <a:pt x="51" y="162"/>
                    <a:pt x="48" y="167"/>
                  </a:cubicBezTo>
                  <a:cubicBezTo>
                    <a:pt x="46" y="169"/>
                    <a:pt x="45" y="167"/>
                    <a:pt x="43" y="169"/>
                  </a:cubicBezTo>
                  <a:cubicBezTo>
                    <a:pt x="38" y="167"/>
                    <a:pt x="31" y="166"/>
                    <a:pt x="28" y="161"/>
                  </a:cubicBezTo>
                  <a:cubicBezTo>
                    <a:pt x="19" y="157"/>
                    <a:pt x="9" y="153"/>
                    <a:pt x="0" y="150"/>
                  </a:cubicBezTo>
                  <a:cubicBezTo>
                    <a:pt x="0" y="149"/>
                    <a:pt x="1" y="147"/>
                    <a:pt x="0" y="147"/>
                  </a:cubicBezTo>
                  <a:cubicBezTo>
                    <a:pt x="7" y="132"/>
                    <a:pt x="15" y="118"/>
                    <a:pt x="22" y="104"/>
                  </a:cubicBezTo>
                  <a:cubicBezTo>
                    <a:pt x="22" y="98"/>
                    <a:pt x="26" y="94"/>
                    <a:pt x="28" y="89"/>
                  </a:cubicBezTo>
                  <a:cubicBezTo>
                    <a:pt x="32" y="79"/>
                    <a:pt x="37" y="72"/>
                    <a:pt x="41" y="63"/>
                  </a:cubicBezTo>
                  <a:cubicBezTo>
                    <a:pt x="43" y="59"/>
                    <a:pt x="48" y="49"/>
                    <a:pt x="52" y="47"/>
                  </a:cubicBezTo>
                  <a:cubicBezTo>
                    <a:pt x="54" y="45"/>
                    <a:pt x="59" y="44"/>
                    <a:pt x="62" y="44"/>
                  </a:cubicBezTo>
                  <a:cubicBezTo>
                    <a:pt x="64" y="43"/>
                    <a:pt x="66" y="43"/>
                    <a:pt x="68" y="42"/>
                  </a:cubicBezTo>
                  <a:cubicBezTo>
                    <a:pt x="72" y="41"/>
                    <a:pt x="76" y="42"/>
                    <a:pt x="79" y="39"/>
                  </a:cubicBezTo>
                  <a:close/>
                  <a:moveTo>
                    <a:pt x="246" y="177"/>
                  </a:moveTo>
                  <a:cubicBezTo>
                    <a:pt x="252" y="177"/>
                    <a:pt x="262" y="175"/>
                    <a:pt x="264" y="171"/>
                  </a:cubicBezTo>
                  <a:cubicBezTo>
                    <a:pt x="264" y="169"/>
                    <a:pt x="264" y="164"/>
                    <a:pt x="264" y="161"/>
                  </a:cubicBezTo>
                  <a:cubicBezTo>
                    <a:pt x="264" y="153"/>
                    <a:pt x="264" y="141"/>
                    <a:pt x="264" y="132"/>
                  </a:cubicBezTo>
                  <a:cubicBezTo>
                    <a:pt x="264" y="127"/>
                    <a:pt x="263" y="121"/>
                    <a:pt x="263" y="115"/>
                  </a:cubicBezTo>
                  <a:cubicBezTo>
                    <a:pt x="263" y="103"/>
                    <a:pt x="262" y="92"/>
                    <a:pt x="262" y="80"/>
                  </a:cubicBezTo>
                  <a:cubicBezTo>
                    <a:pt x="263" y="53"/>
                    <a:pt x="264" y="32"/>
                    <a:pt x="262" y="10"/>
                  </a:cubicBezTo>
                  <a:cubicBezTo>
                    <a:pt x="261" y="10"/>
                    <a:pt x="261" y="8"/>
                    <a:pt x="261" y="8"/>
                  </a:cubicBezTo>
                  <a:cubicBezTo>
                    <a:pt x="257" y="5"/>
                    <a:pt x="253" y="5"/>
                    <a:pt x="249" y="5"/>
                  </a:cubicBezTo>
                  <a:cubicBezTo>
                    <a:pt x="246" y="4"/>
                    <a:pt x="243" y="4"/>
                    <a:pt x="241" y="4"/>
                  </a:cubicBezTo>
                  <a:cubicBezTo>
                    <a:pt x="237" y="5"/>
                    <a:pt x="230" y="6"/>
                    <a:pt x="229" y="10"/>
                  </a:cubicBezTo>
                  <a:cubicBezTo>
                    <a:pt x="227" y="15"/>
                    <a:pt x="229" y="27"/>
                    <a:pt x="229" y="32"/>
                  </a:cubicBezTo>
                  <a:cubicBezTo>
                    <a:pt x="229" y="38"/>
                    <a:pt x="229" y="45"/>
                    <a:pt x="230" y="52"/>
                  </a:cubicBezTo>
                  <a:cubicBezTo>
                    <a:pt x="231" y="60"/>
                    <a:pt x="233" y="69"/>
                    <a:pt x="233" y="79"/>
                  </a:cubicBezTo>
                  <a:cubicBezTo>
                    <a:pt x="233" y="94"/>
                    <a:pt x="234" y="112"/>
                    <a:pt x="233" y="128"/>
                  </a:cubicBezTo>
                  <a:cubicBezTo>
                    <a:pt x="232" y="131"/>
                    <a:pt x="233" y="133"/>
                    <a:pt x="233" y="137"/>
                  </a:cubicBezTo>
                  <a:cubicBezTo>
                    <a:pt x="233" y="149"/>
                    <a:pt x="232" y="161"/>
                    <a:pt x="231" y="173"/>
                  </a:cubicBezTo>
                  <a:cubicBezTo>
                    <a:pt x="235" y="175"/>
                    <a:pt x="240" y="177"/>
                    <a:pt x="246" y="177"/>
                  </a:cubicBezTo>
                  <a:close/>
                  <a:moveTo>
                    <a:pt x="208" y="19"/>
                  </a:moveTo>
                  <a:cubicBezTo>
                    <a:pt x="208" y="28"/>
                    <a:pt x="208" y="39"/>
                    <a:pt x="208" y="45"/>
                  </a:cubicBezTo>
                  <a:cubicBezTo>
                    <a:pt x="212" y="46"/>
                    <a:pt x="218" y="47"/>
                    <a:pt x="222" y="48"/>
                  </a:cubicBezTo>
                  <a:cubicBezTo>
                    <a:pt x="222" y="49"/>
                    <a:pt x="223" y="49"/>
                    <a:pt x="224" y="50"/>
                  </a:cubicBezTo>
                  <a:cubicBezTo>
                    <a:pt x="225" y="55"/>
                    <a:pt x="224" y="62"/>
                    <a:pt x="224" y="68"/>
                  </a:cubicBezTo>
                  <a:cubicBezTo>
                    <a:pt x="224" y="85"/>
                    <a:pt x="226" y="104"/>
                    <a:pt x="225" y="123"/>
                  </a:cubicBezTo>
                  <a:cubicBezTo>
                    <a:pt x="225" y="137"/>
                    <a:pt x="225" y="151"/>
                    <a:pt x="224" y="168"/>
                  </a:cubicBezTo>
                  <a:cubicBezTo>
                    <a:pt x="226" y="169"/>
                    <a:pt x="226" y="170"/>
                    <a:pt x="229" y="171"/>
                  </a:cubicBezTo>
                  <a:cubicBezTo>
                    <a:pt x="231" y="152"/>
                    <a:pt x="230" y="134"/>
                    <a:pt x="230" y="111"/>
                  </a:cubicBezTo>
                  <a:cubicBezTo>
                    <a:pt x="230" y="108"/>
                    <a:pt x="231" y="105"/>
                    <a:pt x="231" y="102"/>
                  </a:cubicBezTo>
                  <a:cubicBezTo>
                    <a:pt x="231" y="94"/>
                    <a:pt x="231" y="85"/>
                    <a:pt x="231" y="77"/>
                  </a:cubicBezTo>
                  <a:cubicBezTo>
                    <a:pt x="230" y="68"/>
                    <a:pt x="228" y="58"/>
                    <a:pt x="228" y="48"/>
                  </a:cubicBezTo>
                  <a:cubicBezTo>
                    <a:pt x="227" y="38"/>
                    <a:pt x="227" y="29"/>
                    <a:pt x="226" y="19"/>
                  </a:cubicBezTo>
                  <a:cubicBezTo>
                    <a:pt x="226" y="16"/>
                    <a:pt x="227" y="14"/>
                    <a:pt x="225" y="11"/>
                  </a:cubicBezTo>
                  <a:cubicBezTo>
                    <a:pt x="219" y="14"/>
                    <a:pt x="214" y="16"/>
                    <a:pt x="208" y="19"/>
                  </a:cubicBezTo>
                  <a:close/>
                  <a:moveTo>
                    <a:pt x="123" y="38"/>
                  </a:moveTo>
                  <a:cubicBezTo>
                    <a:pt x="128" y="39"/>
                    <a:pt x="132" y="40"/>
                    <a:pt x="137" y="40"/>
                  </a:cubicBezTo>
                  <a:cubicBezTo>
                    <a:pt x="140" y="40"/>
                    <a:pt x="145" y="39"/>
                    <a:pt x="146" y="39"/>
                  </a:cubicBezTo>
                  <a:cubicBezTo>
                    <a:pt x="147" y="39"/>
                    <a:pt x="149" y="38"/>
                    <a:pt x="150" y="37"/>
                  </a:cubicBezTo>
                  <a:cubicBezTo>
                    <a:pt x="150" y="32"/>
                    <a:pt x="150" y="27"/>
                    <a:pt x="149" y="23"/>
                  </a:cubicBezTo>
                  <a:cubicBezTo>
                    <a:pt x="145" y="22"/>
                    <a:pt x="140" y="20"/>
                    <a:pt x="134" y="20"/>
                  </a:cubicBezTo>
                  <a:cubicBezTo>
                    <a:pt x="128" y="20"/>
                    <a:pt x="117" y="20"/>
                    <a:pt x="115" y="23"/>
                  </a:cubicBezTo>
                  <a:cubicBezTo>
                    <a:pt x="113" y="25"/>
                    <a:pt x="114" y="28"/>
                    <a:pt x="114" y="31"/>
                  </a:cubicBezTo>
                  <a:cubicBezTo>
                    <a:pt x="114" y="34"/>
                    <a:pt x="113" y="36"/>
                    <a:pt x="114" y="38"/>
                  </a:cubicBezTo>
                  <a:cubicBezTo>
                    <a:pt x="116" y="35"/>
                    <a:pt x="120" y="38"/>
                    <a:pt x="123" y="38"/>
                  </a:cubicBezTo>
                  <a:close/>
                  <a:moveTo>
                    <a:pt x="86" y="34"/>
                  </a:moveTo>
                  <a:cubicBezTo>
                    <a:pt x="86" y="36"/>
                    <a:pt x="85" y="39"/>
                    <a:pt x="85" y="41"/>
                  </a:cubicBezTo>
                  <a:cubicBezTo>
                    <a:pt x="90" y="42"/>
                    <a:pt x="94" y="46"/>
                    <a:pt x="98" y="49"/>
                  </a:cubicBezTo>
                  <a:cubicBezTo>
                    <a:pt x="99" y="52"/>
                    <a:pt x="96" y="57"/>
                    <a:pt x="95" y="61"/>
                  </a:cubicBezTo>
                  <a:cubicBezTo>
                    <a:pt x="101" y="60"/>
                    <a:pt x="105" y="61"/>
                    <a:pt x="109" y="63"/>
                  </a:cubicBezTo>
                  <a:cubicBezTo>
                    <a:pt x="109" y="66"/>
                    <a:pt x="108" y="69"/>
                    <a:pt x="110" y="71"/>
                  </a:cubicBezTo>
                  <a:cubicBezTo>
                    <a:pt x="111" y="87"/>
                    <a:pt x="112" y="105"/>
                    <a:pt x="111" y="121"/>
                  </a:cubicBezTo>
                  <a:cubicBezTo>
                    <a:pt x="111" y="124"/>
                    <a:pt x="110" y="126"/>
                    <a:pt x="110" y="129"/>
                  </a:cubicBezTo>
                  <a:cubicBezTo>
                    <a:pt x="110" y="138"/>
                    <a:pt x="111" y="148"/>
                    <a:pt x="111" y="157"/>
                  </a:cubicBezTo>
                  <a:cubicBezTo>
                    <a:pt x="110" y="160"/>
                    <a:pt x="109" y="163"/>
                    <a:pt x="112" y="165"/>
                  </a:cubicBezTo>
                  <a:cubicBezTo>
                    <a:pt x="111" y="163"/>
                    <a:pt x="113" y="157"/>
                    <a:pt x="111" y="154"/>
                  </a:cubicBezTo>
                  <a:cubicBezTo>
                    <a:pt x="111" y="153"/>
                    <a:pt x="112" y="154"/>
                    <a:pt x="112" y="153"/>
                  </a:cubicBezTo>
                  <a:cubicBezTo>
                    <a:pt x="112" y="139"/>
                    <a:pt x="112" y="122"/>
                    <a:pt x="112" y="108"/>
                  </a:cubicBezTo>
                  <a:cubicBezTo>
                    <a:pt x="113" y="97"/>
                    <a:pt x="112" y="85"/>
                    <a:pt x="112" y="75"/>
                  </a:cubicBezTo>
                  <a:cubicBezTo>
                    <a:pt x="112" y="66"/>
                    <a:pt x="112" y="56"/>
                    <a:pt x="112" y="48"/>
                  </a:cubicBezTo>
                  <a:cubicBezTo>
                    <a:pt x="112" y="40"/>
                    <a:pt x="112" y="32"/>
                    <a:pt x="111" y="24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05" y="28"/>
                    <a:pt x="93" y="31"/>
                    <a:pt x="86" y="34"/>
                  </a:cubicBezTo>
                  <a:close/>
                  <a:moveTo>
                    <a:pt x="179" y="170"/>
                  </a:moveTo>
                  <a:cubicBezTo>
                    <a:pt x="186" y="171"/>
                    <a:pt x="192" y="169"/>
                    <a:pt x="194" y="165"/>
                  </a:cubicBezTo>
                  <a:cubicBezTo>
                    <a:pt x="195" y="157"/>
                    <a:pt x="194" y="147"/>
                    <a:pt x="194" y="139"/>
                  </a:cubicBezTo>
                  <a:cubicBezTo>
                    <a:pt x="194" y="120"/>
                    <a:pt x="194" y="103"/>
                    <a:pt x="195" y="87"/>
                  </a:cubicBezTo>
                  <a:cubicBezTo>
                    <a:pt x="196" y="79"/>
                    <a:pt x="195" y="70"/>
                    <a:pt x="195" y="61"/>
                  </a:cubicBezTo>
                  <a:cubicBezTo>
                    <a:pt x="195" y="60"/>
                    <a:pt x="195" y="58"/>
                    <a:pt x="195" y="57"/>
                  </a:cubicBezTo>
                  <a:cubicBezTo>
                    <a:pt x="195" y="55"/>
                    <a:pt x="195" y="54"/>
                    <a:pt x="195" y="52"/>
                  </a:cubicBezTo>
                  <a:cubicBezTo>
                    <a:pt x="195" y="48"/>
                    <a:pt x="197" y="39"/>
                    <a:pt x="194" y="35"/>
                  </a:cubicBezTo>
                  <a:cubicBezTo>
                    <a:pt x="193" y="33"/>
                    <a:pt x="188" y="31"/>
                    <a:pt x="185" y="31"/>
                  </a:cubicBezTo>
                  <a:cubicBezTo>
                    <a:pt x="180" y="30"/>
                    <a:pt x="176" y="31"/>
                    <a:pt x="171" y="30"/>
                  </a:cubicBezTo>
                  <a:cubicBezTo>
                    <a:pt x="166" y="29"/>
                    <a:pt x="161" y="28"/>
                    <a:pt x="158" y="29"/>
                  </a:cubicBezTo>
                  <a:cubicBezTo>
                    <a:pt x="157" y="29"/>
                    <a:pt x="154" y="30"/>
                    <a:pt x="154" y="32"/>
                  </a:cubicBezTo>
                  <a:cubicBezTo>
                    <a:pt x="153" y="32"/>
                    <a:pt x="154" y="33"/>
                    <a:pt x="154" y="34"/>
                  </a:cubicBezTo>
                  <a:cubicBezTo>
                    <a:pt x="154" y="36"/>
                    <a:pt x="154" y="40"/>
                    <a:pt x="154" y="43"/>
                  </a:cubicBezTo>
                  <a:cubicBezTo>
                    <a:pt x="154" y="44"/>
                    <a:pt x="153" y="45"/>
                    <a:pt x="153" y="46"/>
                  </a:cubicBezTo>
                  <a:cubicBezTo>
                    <a:pt x="153" y="50"/>
                    <a:pt x="153" y="54"/>
                    <a:pt x="153" y="57"/>
                  </a:cubicBezTo>
                  <a:cubicBezTo>
                    <a:pt x="153" y="66"/>
                    <a:pt x="155" y="77"/>
                    <a:pt x="155" y="88"/>
                  </a:cubicBezTo>
                  <a:cubicBezTo>
                    <a:pt x="155" y="93"/>
                    <a:pt x="155" y="98"/>
                    <a:pt x="155" y="103"/>
                  </a:cubicBezTo>
                  <a:cubicBezTo>
                    <a:pt x="155" y="108"/>
                    <a:pt x="156" y="113"/>
                    <a:pt x="156" y="118"/>
                  </a:cubicBezTo>
                  <a:cubicBezTo>
                    <a:pt x="156" y="126"/>
                    <a:pt x="156" y="134"/>
                    <a:pt x="156" y="142"/>
                  </a:cubicBezTo>
                  <a:cubicBezTo>
                    <a:pt x="155" y="150"/>
                    <a:pt x="154" y="159"/>
                    <a:pt x="156" y="167"/>
                  </a:cubicBezTo>
                  <a:cubicBezTo>
                    <a:pt x="162" y="167"/>
                    <a:pt x="171" y="169"/>
                    <a:pt x="179" y="170"/>
                  </a:cubicBezTo>
                  <a:close/>
                  <a:moveTo>
                    <a:pt x="114" y="47"/>
                  </a:moveTo>
                  <a:cubicBezTo>
                    <a:pt x="118" y="47"/>
                    <a:pt x="122" y="50"/>
                    <a:pt x="127" y="51"/>
                  </a:cubicBezTo>
                  <a:cubicBezTo>
                    <a:pt x="133" y="52"/>
                    <a:pt x="146" y="53"/>
                    <a:pt x="151" y="49"/>
                  </a:cubicBezTo>
                  <a:cubicBezTo>
                    <a:pt x="150" y="45"/>
                    <a:pt x="150" y="44"/>
                    <a:pt x="151" y="40"/>
                  </a:cubicBezTo>
                  <a:cubicBezTo>
                    <a:pt x="140" y="44"/>
                    <a:pt x="126" y="42"/>
                    <a:pt x="114" y="39"/>
                  </a:cubicBezTo>
                  <a:cubicBezTo>
                    <a:pt x="113" y="42"/>
                    <a:pt x="114" y="44"/>
                    <a:pt x="114" y="47"/>
                  </a:cubicBezTo>
                  <a:close/>
                  <a:moveTo>
                    <a:pt x="94" y="49"/>
                  </a:moveTo>
                  <a:cubicBezTo>
                    <a:pt x="90" y="47"/>
                    <a:pt x="86" y="43"/>
                    <a:pt x="80" y="43"/>
                  </a:cubicBezTo>
                  <a:cubicBezTo>
                    <a:pt x="79" y="44"/>
                    <a:pt x="77" y="45"/>
                    <a:pt x="77" y="47"/>
                  </a:cubicBezTo>
                  <a:cubicBezTo>
                    <a:pt x="84" y="47"/>
                    <a:pt x="88" y="52"/>
                    <a:pt x="94" y="55"/>
                  </a:cubicBezTo>
                  <a:cubicBezTo>
                    <a:pt x="95" y="52"/>
                    <a:pt x="96" y="51"/>
                    <a:pt x="94" y="49"/>
                  </a:cubicBezTo>
                  <a:close/>
                  <a:moveTo>
                    <a:pt x="52" y="50"/>
                  </a:moveTo>
                  <a:cubicBezTo>
                    <a:pt x="43" y="64"/>
                    <a:pt x="36" y="80"/>
                    <a:pt x="28" y="95"/>
                  </a:cubicBezTo>
                  <a:cubicBezTo>
                    <a:pt x="28" y="96"/>
                    <a:pt x="27" y="97"/>
                    <a:pt x="26" y="98"/>
                  </a:cubicBezTo>
                  <a:cubicBezTo>
                    <a:pt x="25" y="100"/>
                    <a:pt x="25" y="103"/>
                    <a:pt x="24" y="105"/>
                  </a:cubicBezTo>
                  <a:cubicBezTo>
                    <a:pt x="21" y="113"/>
                    <a:pt x="15" y="121"/>
                    <a:pt x="12" y="130"/>
                  </a:cubicBezTo>
                  <a:cubicBezTo>
                    <a:pt x="8" y="135"/>
                    <a:pt x="6" y="141"/>
                    <a:pt x="4" y="147"/>
                  </a:cubicBezTo>
                  <a:cubicBezTo>
                    <a:pt x="6" y="150"/>
                    <a:pt x="11" y="151"/>
                    <a:pt x="13" y="152"/>
                  </a:cubicBezTo>
                  <a:cubicBezTo>
                    <a:pt x="14" y="153"/>
                    <a:pt x="15" y="153"/>
                    <a:pt x="15" y="153"/>
                  </a:cubicBezTo>
                  <a:cubicBezTo>
                    <a:pt x="20" y="155"/>
                    <a:pt x="24" y="156"/>
                    <a:pt x="27" y="156"/>
                  </a:cubicBezTo>
                  <a:cubicBezTo>
                    <a:pt x="28" y="155"/>
                    <a:pt x="28" y="154"/>
                    <a:pt x="28" y="152"/>
                  </a:cubicBezTo>
                  <a:cubicBezTo>
                    <a:pt x="28" y="151"/>
                    <a:pt x="29" y="152"/>
                    <a:pt x="30" y="151"/>
                  </a:cubicBezTo>
                  <a:cubicBezTo>
                    <a:pt x="37" y="135"/>
                    <a:pt x="45" y="119"/>
                    <a:pt x="51" y="102"/>
                  </a:cubicBezTo>
                  <a:cubicBezTo>
                    <a:pt x="58" y="85"/>
                    <a:pt x="65" y="65"/>
                    <a:pt x="74" y="50"/>
                  </a:cubicBezTo>
                  <a:cubicBezTo>
                    <a:pt x="73" y="49"/>
                    <a:pt x="72" y="49"/>
                    <a:pt x="72" y="48"/>
                  </a:cubicBezTo>
                  <a:cubicBezTo>
                    <a:pt x="74" y="47"/>
                    <a:pt x="75" y="47"/>
                    <a:pt x="75" y="45"/>
                  </a:cubicBezTo>
                  <a:cubicBezTo>
                    <a:pt x="69" y="44"/>
                    <a:pt x="58" y="46"/>
                    <a:pt x="52" y="50"/>
                  </a:cubicBezTo>
                  <a:close/>
                  <a:moveTo>
                    <a:pt x="222" y="152"/>
                  </a:moveTo>
                  <a:cubicBezTo>
                    <a:pt x="223" y="137"/>
                    <a:pt x="223" y="119"/>
                    <a:pt x="223" y="105"/>
                  </a:cubicBezTo>
                  <a:cubicBezTo>
                    <a:pt x="223" y="100"/>
                    <a:pt x="222" y="96"/>
                    <a:pt x="222" y="93"/>
                  </a:cubicBezTo>
                  <a:cubicBezTo>
                    <a:pt x="222" y="91"/>
                    <a:pt x="222" y="90"/>
                    <a:pt x="222" y="88"/>
                  </a:cubicBezTo>
                  <a:cubicBezTo>
                    <a:pt x="222" y="82"/>
                    <a:pt x="222" y="76"/>
                    <a:pt x="222" y="70"/>
                  </a:cubicBezTo>
                  <a:cubicBezTo>
                    <a:pt x="222" y="65"/>
                    <a:pt x="223" y="53"/>
                    <a:pt x="221" y="51"/>
                  </a:cubicBezTo>
                  <a:cubicBezTo>
                    <a:pt x="220" y="50"/>
                    <a:pt x="211" y="48"/>
                    <a:pt x="208" y="48"/>
                  </a:cubicBezTo>
                  <a:cubicBezTo>
                    <a:pt x="208" y="48"/>
                    <a:pt x="206" y="48"/>
                    <a:pt x="205" y="49"/>
                  </a:cubicBezTo>
                  <a:cubicBezTo>
                    <a:pt x="206" y="53"/>
                    <a:pt x="205" y="58"/>
                    <a:pt x="205" y="63"/>
                  </a:cubicBezTo>
                  <a:cubicBezTo>
                    <a:pt x="205" y="68"/>
                    <a:pt x="205" y="73"/>
                    <a:pt x="205" y="77"/>
                  </a:cubicBezTo>
                  <a:cubicBezTo>
                    <a:pt x="205" y="87"/>
                    <a:pt x="206" y="97"/>
                    <a:pt x="206" y="107"/>
                  </a:cubicBezTo>
                  <a:cubicBezTo>
                    <a:pt x="207" y="128"/>
                    <a:pt x="206" y="149"/>
                    <a:pt x="205" y="169"/>
                  </a:cubicBezTo>
                  <a:cubicBezTo>
                    <a:pt x="209" y="174"/>
                    <a:pt x="217" y="172"/>
                    <a:pt x="221" y="170"/>
                  </a:cubicBezTo>
                  <a:cubicBezTo>
                    <a:pt x="223" y="164"/>
                    <a:pt x="222" y="158"/>
                    <a:pt x="222" y="152"/>
                  </a:cubicBezTo>
                  <a:close/>
                  <a:moveTo>
                    <a:pt x="68" y="115"/>
                  </a:moveTo>
                  <a:cubicBezTo>
                    <a:pt x="68" y="114"/>
                    <a:pt x="69" y="113"/>
                    <a:pt x="70" y="111"/>
                  </a:cubicBezTo>
                  <a:cubicBezTo>
                    <a:pt x="69" y="112"/>
                    <a:pt x="68" y="112"/>
                    <a:pt x="67" y="111"/>
                  </a:cubicBezTo>
                  <a:cubicBezTo>
                    <a:pt x="67" y="107"/>
                    <a:pt x="62" y="108"/>
                    <a:pt x="60" y="105"/>
                  </a:cubicBezTo>
                  <a:cubicBezTo>
                    <a:pt x="60" y="105"/>
                    <a:pt x="60" y="103"/>
                    <a:pt x="62" y="103"/>
                  </a:cubicBezTo>
                  <a:cubicBezTo>
                    <a:pt x="63" y="97"/>
                    <a:pt x="68" y="93"/>
                    <a:pt x="69" y="85"/>
                  </a:cubicBezTo>
                  <a:cubicBezTo>
                    <a:pt x="72" y="82"/>
                    <a:pt x="76" y="87"/>
                    <a:pt x="79" y="88"/>
                  </a:cubicBezTo>
                  <a:cubicBezTo>
                    <a:pt x="80" y="87"/>
                    <a:pt x="81" y="86"/>
                    <a:pt x="81" y="85"/>
                  </a:cubicBezTo>
                  <a:cubicBezTo>
                    <a:pt x="78" y="82"/>
                    <a:pt x="75" y="83"/>
                    <a:pt x="72" y="81"/>
                  </a:cubicBezTo>
                  <a:cubicBezTo>
                    <a:pt x="71" y="76"/>
                    <a:pt x="76" y="76"/>
                    <a:pt x="76" y="71"/>
                  </a:cubicBezTo>
                  <a:cubicBezTo>
                    <a:pt x="78" y="69"/>
                    <a:pt x="79" y="66"/>
                    <a:pt x="80" y="63"/>
                  </a:cubicBezTo>
                  <a:cubicBezTo>
                    <a:pt x="81" y="61"/>
                    <a:pt x="81" y="57"/>
                    <a:pt x="82" y="59"/>
                  </a:cubicBezTo>
                  <a:cubicBezTo>
                    <a:pt x="82" y="58"/>
                    <a:pt x="81" y="58"/>
                    <a:pt x="82" y="58"/>
                  </a:cubicBezTo>
                  <a:cubicBezTo>
                    <a:pt x="86" y="56"/>
                    <a:pt x="89" y="59"/>
                    <a:pt x="92" y="61"/>
                  </a:cubicBezTo>
                  <a:cubicBezTo>
                    <a:pt x="92" y="60"/>
                    <a:pt x="93" y="59"/>
                    <a:pt x="93" y="58"/>
                  </a:cubicBezTo>
                  <a:cubicBezTo>
                    <a:pt x="89" y="53"/>
                    <a:pt x="83" y="50"/>
                    <a:pt x="76" y="49"/>
                  </a:cubicBezTo>
                  <a:cubicBezTo>
                    <a:pt x="76" y="51"/>
                    <a:pt x="74" y="52"/>
                    <a:pt x="75" y="53"/>
                  </a:cubicBezTo>
                  <a:cubicBezTo>
                    <a:pt x="77" y="54"/>
                    <a:pt x="82" y="57"/>
                    <a:pt x="78" y="60"/>
                  </a:cubicBezTo>
                  <a:cubicBezTo>
                    <a:pt x="78" y="61"/>
                    <a:pt x="77" y="62"/>
                    <a:pt x="77" y="63"/>
                  </a:cubicBezTo>
                  <a:cubicBezTo>
                    <a:pt x="75" y="67"/>
                    <a:pt x="73" y="71"/>
                    <a:pt x="72" y="74"/>
                  </a:cubicBezTo>
                  <a:cubicBezTo>
                    <a:pt x="71" y="76"/>
                    <a:pt x="71" y="79"/>
                    <a:pt x="69" y="80"/>
                  </a:cubicBezTo>
                  <a:cubicBezTo>
                    <a:pt x="68" y="79"/>
                    <a:pt x="67" y="78"/>
                    <a:pt x="66" y="77"/>
                  </a:cubicBezTo>
                  <a:cubicBezTo>
                    <a:pt x="65" y="78"/>
                    <a:pt x="64" y="78"/>
                    <a:pt x="63" y="78"/>
                  </a:cubicBezTo>
                  <a:cubicBezTo>
                    <a:pt x="62" y="79"/>
                    <a:pt x="62" y="80"/>
                    <a:pt x="62" y="82"/>
                  </a:cubicBezTo>
                  <a:cubicBezTo>
                    <a:pt x="63" y="83"/>
                    <a:pt x="66" y="84"/>
                    <a:pt x="66" y="86"/>
                  </a:cubicBezTo>
                  <a:cubicBezTo>
                    <a:pt x="66" y="87"/>
                    <a:pt x="64" y="88"/>
                    <a:pt x="63" y="90"/>
                  </a:cubicBezTo>
                  <a:cubicBezTo>
                    <a:pt x="63" y="91"/>
                    <a:pt x="63" y="92"/>
                    <a:pt x="63" y="93"/>
                  </a:cubicBezTo>
                  <a:cubicBezTo>
                    <a:pt x="61" y="97"/>
                    <a:pt x="59" y="102"/>
                    <a:pt x="58" y="105"/>
                  </a:cubicBezTo>
                  <a:cubicBezTo>
                    <a:pt x="57" y="105"/>
                    <a:pt x="57" y="105"/>
                    <a:pt x="56" y="105"/>
                  </a:cubicBezTo>
                  <a:cubicBezTo>
                    <a:pt x="55" y="105"/>
                    <a:pt x="55" y="104"/>
                    <a:pt x="53" y="103"/>
                  </a:cubicBezTo>
                  <a:cubicBezTo>
                    <a:pt x="52" y="105"/>
                    <a:pt x="52" y="107"/>
                    <a:pt x="51" y="108"/>
                  </a:cubicBezTo>
                  <a:cubicBezTo>
                    <a:pt x="53" y="109"/>
                    <a:pt x="55" y="110"/>
                    <a:pt x="55" y="112"/>
                  </a:cubicBezTo>
                  <a:cubicBezTo>
                    <a:pt x="51" y="117"/>
                    <a:pt x="48" y="125"/>
                    <a:pt x="48" y="131"/>
                  </a:cubicBezTo>
                  <a:cubicBezTo>
                    <a:pt x="47" y="132"/>
                    <a:pt x="46" y="132"/>
                    <a:pt x="45" y="133"/>
                  </a:cubicBezTo>
                  <a:cubicBezTo>
                    <a:pt x="44" y="132"/>
                    <a:pt x="43" y="130"/>
                    <a:pt x="42" y="130"/>
                  </a:cubicBezTo>
                  <a:cubicBezTo>
                    <a:pt x="41" y="133"/>
                    <a:pt x="39" y="135"/>
                    <a:pt x="39" y="138"/>
                  </a:cubicBezTo>
                  <a:cubicBezTo>
                    <a:pt x="45" y="136"/>
                    <a:pt x="50" y="141"/>
                    <a:pt x="55" y="143"/>
                  </a:cubicBezTo>
                  <a:cubicBezTo>
                    <a:pt x="56" y="142"/>
                    <a:pt x="57" y="141"/>
                    <a:pt x="57" y="140"/>
                  </a:cubicBezTo>
                  <a:cubicBezTo>
                    <a:pt x="55" y="137"/>
                    <a:pt x="52" y="135"/>
                    <a:pt x="49" y="134"/>
                  </a:cubicBezTo>
                  <a:cubicBezTo>
                    <a:pt x="49" y="134"/>
                    <a:pt x="49" y="133"/>
                    <a:pt x="49" y="133"/>
                  </a:cubicBezTo>
                  <a:cubicBezTo>
                    <a:pt x="49" y="132"/>
                    <a:pt x="49" y="131"/>
                    <a:pt x="50" y="131"/>
                  </a:cubicBezTo>
                  <a:cubicBezTo>
                    <a:pt x="50" y="130"/>
                    <a:pt x="50" y="130"/>
                    <a:pt x="50" y="129"/>
                  </a:cubicBezTo>
                  <a:cubicBezTo>
                    <a:pt x="54" y="126"/>
                    <a:pt x="54" y="120"/>
                    <a:pt x="58" y="117"/>
                  </a:cubicBezTo>
                  <a:cubicBezTo>
                    <a:pt x="58" y="114"/>
                    <a:pt x="58" y="112"/>
                    <a:pt x="60" y="111"/>
                  </a:cubicBezTo>
                  <a:cubicBezTo>
                    <a:pt x="63" y="112"/>
                    <a:pt x="65" y="114"/>
                    <a:pt x="68" y="115"/>
                  </a:cubicBezTo>
                  <a:close/>
                  <a:moveTo>
                    <a:pt x="140" y="54"/>
                  </a:moveTo>
                  <a:cubicBezTo>
                    <a:pt x="131" y="55"/>
                    <a:pt x="122" y="52"/>
                    <a:pt x="114" y="50"/>
                  </a:cubicBezTo>
                  <a:cubicBezTo>
                    <a:pt x="114" y="50"/>
                    <a:pt x="114" y="51"/>
                    <a:pt x="114" y="51"/>
                  </a:cubicBezTo>
                  <a:cubicBezTo>
                    <a:pt x="115" y="82"/>
                    <a:pt x="113" y="115"/>
                    <a:pt x="114" y="142"/>
                  </a:cubicBezTo>
                  <a:cubicBezTo>
                    <a:pt x="115" y="141"/>
                    <a:pt x="117" y="142"/>
                    <a:pt x="117" y="142"/>
                  </a:cubicBezTo>
                  <a:cubicBezTo>
                    <a:pt x="119" y="141"/>
                    <a:pt x="119" y="142"/>
                    <a:pt x="121" y="143"/>
                  </a:cubicBezTo>
                  <a:cubicBezTo>
                    <a:pt x="122" y="143"/>
                    <a:pt x="123" y="142"/>
                    <a:pt x="124" y="143"/>
                  </a:cubicBezTo>
                  <a:cubicBezTo>
                    <a:pt x="125" y="143"/>
                    <a:pt x="126" y="143"/>
                    <a:pt x="126" y="143"/>
                  </a:cubicBezTo>
                  <a:cubicBezTo>
                    <a:pt x="135" y="145"/>
                    <a:pt x="145" y="144"/>
                    <a:pt x="153" y="143"/>
                  </a:cubicBezTo>
                  <a:cubicBezTo>
                    <a:pt x="153" y="132"/>
                    <a:pt x="154" y="121"/>
                    <a:pt x="153" y="110"/>
                  </a:cubicBezTo>
                  <a:cubicBezTo>
                    <a:pt x="152" y="101"/>
                    <a:pt x="153" y="91"/>
                    <a:pt x="152" y="82"/>
                  </a:cubicBezTo>
                  <a:cubicBezTo>
                    <a:pt x="152" y="73"/>
                    <a:pt x="150" y="62"/>
                    <a:pt x="151" y="53"/>
                  </a:cubicBezTo>
                  <a:cubicBezTo>
                    <a:pt x="147" y="52"/>
                    <a:pt x="144" y="54"/>
                    <a:pt x="140" y="54"/>
                  </a:cubicBezTo>
                  <a:close/>
                  <a:moveTo>
                    <a:pt x="197" y="51"/>
                  </a:moveTo>
                  <a:cubicBezTo>
                    <a:pt x="197" y="57"/>
                    <a:pt x="198" y="59"/>
                    <a:pt x="197" y="62"/>
                  </a:cubicBezTo>
                  <a:cubicBezTo>
                    <a:pt x="198" y="70"/>
                    <a:pt x="199" y="78"/>
                    <a:pt x="198" y="86"/>
                  </a:cubicBezTo>
                  <a:cubicBezTo>
                    <a:pt x="196" y="112"/>
                    <a:pt x="197" y="141"/>
                    <a:pt x="198" y="165"/>
                  </a:cubicBezTo>
                  <a:cubicBezTo>
                    <a:pt x="199" y="166"/>
                    <a:pt x="201" y="168"/>
                    <a:pt x="202" y="167"/>
                  </a:cubicBezTo>
                  <a:cubicBezTo>
                    <a:pt x="205" y="146"/>
                    <a:pt x="204" y="126"/>
                    <a:pt x="204" y="105"/>
                  </a:cubicBezTo>
                  <a:cubicBezTo>
                    <a:pt x="204" y="98"/>
                    <a:pt x="203" y="92"/>
                    <a:pt x="202" y="85"/>
                  </a:cubicBezTo>
                  <a:cubicBezTo>
                    <a:pt x="202" y="74"/>
                    <a:pt x="203" y="62"/>
                    <a:pt x="203" y="51"/>
                  </a:cubicBezTo>
                  <a:cubicBezTo>
                    <a:pt x="200" y="51"/>
                    <a:pt x="199" y="52"/>
                    <a:pt x="198" y="51"/>
                  </a:cubicBezTo>
                  <a:cubicBezTo>
                    <a:pt x="198" y="51"/>
                    <a:pt x="197" y="51"/>
                    <a:pt x="197" y="51"/>
                  </a:cubicBezTo>
                  <a:close/>
                  <a:moveTo>
                    <a:pt x="279" y="76"/>
                  </a:moveTo>
                  <a:cubicBezTo>
                    <a:pt x="284" y="75"/>
                    <a:pt x="291" y="72"/>
                    <a:pt x="294" y="68"/>
                  </a:cubicBezTo>
                  <a:cubicBezTo>
                    <a:pt x="296" y="65"/>
                    <a:pt x="293" y="62"/>
                    <a:pt x="292" y="60"/>
                  </a:cubicBezTo>
                  <a:cubicBezTo>
                    <a:pt x="291" y="58"/>
                    <a:pt x="290" y="55"/>
                    <a:pt x="288" y="54"/>
                  </a:cubicBezTo>
                  <a:cubicBezTo>
                    <a:pt x="287" y="54"/>
                    <a:pt x="284" y="54"/>
                    <a:pt x="281" y="54"/>
                  </a:cubicBezTo>
                  <a:cubicBezTo>
                    <a:pt x="279" y="55"/>
                    <a:pt x="276" y="55"/>
                    <a:pt x="275" y="55"/>
                  </a:cubicBezTo>
                  <a:cubicBezTo>
                    <a:pt x="272" y="56"/>
                    <a:pt x="269" y="59"/>
                    <a:pt x="267" y="60"/>
                  </a:cubicBezTo>
                  <a:cubicBezTo>
                    <a:pt x="268" y="61"/>
                    <a:pt x="266" y="62"/>
                    <a:pt x="267" y="63"/>
                  </a:cubicBezTo>
                  <a:cubicBezTo>
                    <a:pt x="266" y="63"/>
                    <a:pt x="265" y="63"/>
                    <a:pt x="265" y="64"/>
                  </a:cubicBezTo>
                  <a:cubicBezTo>
                    <a:pt x="265" y="69"/>
                    <a:pt x="268" y="73"/>
                    <a:pt x="270" y="77"/>
                  </a:cubicBezTo>
                  <a:cubicBezTo>
                    <a:pt x="273" y="76"/>
                    <a:pt x="275" y="76"/>
                    <a:pt x="279" y="76"/>
                  </a:cubicBezTo>
                  <a:close/>
                  <a:moveTo>
                    <a:pt x="73" y="56"/>
                  </a:moveTo>
                  <a:cubicBezTo>
                    <a:pt x="70" y="62"/>
                    <a:pt x="67" y="68"/>
                    <a:pt x="64" y="75"/>
                  </a:cubicBezTo>
                  <a:cubicBezTo>
                    <a:pt x="66" y="74"/>
                    <a:pt x="66" y="76"/>
                    <a:pt x="68" y="76"/>
                  </a:cubicBezTo>
                  <a:cubicBezTo>
                    <a:pt x="71" y="70"/>
                    <a:pt x="74" y="63"/>
                    <a:pt x="76" y="57"/>
                  </a:cubicBezTo>
                  <a:cubicBezTo>
                    <a:pt x="76" y="56"/>
                    <a:pt x="75" y="55"/>
                    <a:pt x="73" y="56"/>
                  </a:cubicBezTo>
                  <a:close/>
                  <a:moveTo>
                    <a:pt x="85" y="61"/>
                  </a:moveTo>
                  <a:cubicBezTo>
                    <a:pt x="83" y="63"/>
                    <a:pt x="82" y="66"/>
                    <a:pt x="80" y="70"/>
                  </a:cubicBezTo>
                  <a:cubicBezTo>
                    <a:pt x="79" y="73"/>
                    <a:pt x="76" y="76"/>
                    <a:pt x="76" y="78"/>
                  </a:cubicBezTo>
                  <a:cubicBezTo>
                    <a:pt x="77" y="81"/>
                    <a:pt x="80" y="81"/>
                    <a:pt x="81" y="83"/>
                  </a:cubicBezTo>
                  <a:cubicBezTo>
                    <a:pt x="86" y="77"/>
                    <a:pt x="88" y="70"/>
                    <a:pt x="91" y="64"/>
                  </a:cubicBezTo>
                  <a:cubicBezTo>
                    <a:pt x="89" y="62"/>
                    <a:pt x="87" y="61"/>
                    <a:pt x="85" y="61"/>
                  </a:cubicBezTo>
                  <a:close/>
                  <a:moveTo>
                    <a:pt x="93" y="64"/>
                  </a:moveTo>
                  <a:cubicBezTo>
                    <a:pt x="91" y="70"/>
                    <a:pt x="86" y="77"/>
                    <a:pt x="84" y="83"/>
                  </a:cubicBezTo>
                  <a:cubicBezTo>
                    <a:pt x="83" y="89"/>
                    <a:pt x="84" y="98"/>
                    <a:pt x="85" y="105"/>
                  </a:cubicBezTo>
                  <a:cubicBezTo>
                    <a:pt x="85" y="111"/>
                    <a:pt x="84" y="117"/>
                    <a:pt x="84" y="123"/>
                  </a:cubicBezTo>
                  <a:cubicBezTo>
                    <a:pt x="85" y="135"/>
                    <a:pt x="85" y="150"/>
                    <a:pt x="85" y="163"/>
                  </a:cubicBezTo>
                  <a:cubicBezTo>
                    <a:pt x="85" y="164"/>
                    <a:pt x="87" y="165"/>
                    <a:pt x="86" y="167"/>
                  </a:cubicBezTo>
                  <a:cubicBezTo>
                    <a:pt x="93" y="170"/>
                    <a:pt x="101" y="169"/>
                    <a:pt x="107" y="167"/>
                  </a:cubicBezTo>
                  <a:cubicBezTo>
                    <a:pt x="109" y="159"/>
                    <a:pt x="108" y="152"/>
                    <a:pt x="108" y="144"/>
                  </a:cubicBezTo>
                  <a:cubicBezTo>
                    <a:pt x="108" y="132"/>
                    <a:pt x="109" y="119"/>
                    <a:pt x="109" y="105"/>
                  </a:cubicBezTo>
                  <a:cubicBezTo>
                    <a:pt x="109" y="101"/>
                    <a:pt x="109" y="96"/>
                    <a:pt x="109" y="93"/>
                  </a:cubicBezTo>
                  <a:cubicBezTo>
                    <a:pt x="109" y="92"/>
                    <a:pt x="108" y="91"/>
                    <a:pt x="108" y="90"/>
                  </a:cubicBezTo>
                  <a:cubicBezTo>
                    <a:pt x="108" y="87"/>
                    <a:pt x="109" y="84"/>
                    <a:pt x="108" y="81"/>
                  </a:cubicBezTo>
                  <a:cubicBezTo>
                    <a:pt x="108" y="75"/>
                    <a:pt x="106" y="70"/>
                    <a:pt x="106" y="64"/>
                  </a:cubicBezTo>
                  <a:cubicBezTo>
                    <a:pt x="102" y="62"/>
                    <a:pt x="97" y="62"/>
                    <a:pt x="93" y="64"/>
                  </a:cubicBezTo>
                  <a:close/>
                  <a:moveTo>
                    <a:pt x="271" y="79"/>
                  </a:moveTo>
                  <a:cubicBezTo>
                    <a:pt x="271" y="82"/>
                    <a:pt x="272" y="83"/>
                    <a:pt x="273" y="84"/>
                  </a:cubicBezTo>
                  <a:cubicBezTo>
                    <a:pt x="274" y="84"/>
                    <a:pt x="274" y="83"/>
                    <a:pt x="276" y="83"/>
                  </a:cubicBezTo>
                  <a:cubicBezTo>
                    <a:pt x="285" y="87"/>
                    <a:pt x="306" y="80"/>
                    <a:pt x="296" y="69"/>
                  </a:cubicBezTo>
                  <a:cubicBezTo>
                    <a:pt x="292" y="77"/>
                    <a:pt x="281" y="78"/>
                    <a:pt x="271" y="79"/>
                  </a:cubicBezTo>
                  <a:close/>
                  <a:moveTo>
                    <a:pt x="265" y="96"/>
                  </a:moveTo>
                  <a:cubicBezTo>
                    <a:pt x="265" y="98"/>
                    <a:pt x="265" y="100"/>
                    <a:pt x="265" y="103"/>
                  </a:cubicBezTo>
                  <a:cubicBezTo>
                    <a:pt x="265" y="107"/>
                    <a:pt x="265" y="112"/>
                    <a:pt x="265" y="118"/>
                  </a:cubicBezTo>
                  <a:cubicBezTo>
                    <a:pt x="265" y="121"/>
                    <a:pt x="265" y="125"/>
                    <a:pt x="266" y="127"/>
                  </a:cubicBezTo>
                  <a:cubicBezTo>
                    <a:pt x="266" y="128"/>
                    <a:pt x="268" y="130"/>
                    <a:pt x="269" y="132"/>
                  </a:cubicBezTo>
                  <a:cubicBezTo>
                    <a:pt x="272" y="136"/>
                    <a:pt x="274" y="141"/>
                    <a:pt x="276" y="147"/>
                  </a:cubicBezTo>
                  <a:cubicBezTo>
                    <a:pt x="278" y="151"/>
                    <a:pt x="281" y="160"/>
                    <a:pt x="284" y="163"/>
                  </a:cubicBezTo>
                  <a:cubicBezTo>
                    <a:pt x="285" y="164"/>
                    <a:pt x="289" y="165"/>
                    <a:pt x="291" y="166"/>
                  </a:cubicBezTo>
                  <a:cubicBezTo>
                    <a:pt x="296" y="168"/>
                    <a:pt x="302" y="168"/>
                    <a:pt x="306" y="169"/>
                  </a:cubicBezTo>
                  <a:cubicBezTo>
                    <a:pt x="304" y="166"/>
                    <a:pt x="303" y="162"/>
                    <a:pt x="302" y="159"/>
                  </a:cubicBezTo>
                  <a:cubicBezTo>
                    <a:pt x="301" y="156"/>
                    <a:pt x="299" y="153"/>
                    <a:pt x="298" y="151"/>
                  </a:cubicBezTo>
                  <a:cubicBezTo>
                    <a:pt x="298" y="150"/>
                    <a:pt x="298" y="148"/>
                    <a:pt x="298" y="147"/>
                  </a:cubicBezTo>
                  <a:cubicBezTo>
                    <a:pt x="296" y="141"/>
                    <a:pt x="292" y="135"/>
                    <a:pt x="290" y="128"/>
                  </a:cubicBezTo>
                  <a:cubicBezTo>
                    <a:pt x="287" y="122"/>
                    <a:pt x="285" y="115"/>
                    <a:pt x="282" y="109"/>
                  </a:cubicBezTo>
                  <a:cubicBezTo>
                    <a:pt x="276" y="97"/>
                    <a:pt x="271" y="84"/>
                    <a:pt x="265" y="73"/>
                  </a:cubicBezTo>
                  <a:cubicBezTo>
                    <a:pt x="265" y="72"/>
                    <a:pt x="265" y="72"/>
                    <a:pt x="265" y="73"/>
                  </a:cubicBezTo>
                  <a:cubicBezTo>
                    <a:pt x="264" y="79"/>
                    <a:pt x="265" y="87"/>
                    <a:pt x="265" y="96"/>
                  </a:cubicBezTo>
                  <a:close/>
                  <a:moveTo>
                    <a:pt x="274" y="87"/>
                  </a:moveTo>
                  <a:cubicBezTo>
                    <a:pt x="276" y="89"/>
                    <a:pt x="276" y="92"/>
                    <a:pt x="278" y="94"/>
                  </a:cubicBezTo>
                  <a:cubicBezTo>
                    <a:pt x="278" y="93"/>
                    <a:pt x="278" y="93"/>
                    <a:pt x="278" y="93"/>
                  </a:cubicBezTo>
                  <a:cubicBezTo>
                    <a:pt x="280" y="93"/>
                    <a:pt x="283" y="93"/>
                    <a:pt x="285" y="93"/>
                  </a:cubicBezTo>
                  <a:cubicBezTo>
                    <a:pt x="291" y="93"/>
                    <a:pt x="299" y="87"/>
                    <a:pt x="301" y="83"/>
                  </a:cubicBezTo>
                  <a:cubicBezTo>
                    <a:pt x="302" y="81"/>
                    <a:pt x="302" y="79"/>
                    <a:pt x="300" y="78"/>
                  </a:cubicBezTo>
                  <a:cubicBezTo>
                    <a:pt x="295" y="87"/>
                    <a:pt x="283" y="86"/>
                    <a:pt x="274" y="87"/>
                  </a:cubicBezTo>
                  <a:close/>
                  <a:moveTo>
                    <a:pt x="278" y="96"/>
                  </a:moveTo>
                  <a:cubicBezTo>
                    <a:pt x="279" y="96"/>
                    <a:pt x="279" y="97"/>
                    <a:pt x="279" y="98"/>
                  </a:cubicBezTo>
                  <a:cubicBezTo>
                    <a:pt x="283" y="98"/>
                    <a:pt x="287" y="99"/>
                    <a:pt x="290" y="98"/>
                  </a:cubicBezTo>
                  <a:cubicBezTo>
                    <a:pt x="297" y="98"/>
                    <a:pt x="302" y="92"/>
                    <a:pt x="305" y="87"/>
                  </a:cubicBezTo>
                  <a:cubicBezTo>
                    <a:pt x="304" y="86"/>
                    <a:pt x="304" y="84"/>
                    <a:pt x="303" y="84"/>
                  </a:cubicBezTo>
                  <a:cubicBezTo>
                    <a:pt x="298" y="92"/>
                    <a:pt x="289" y="97"/>
                    <a:pt x="278" y="96"/>
                  </a:cubicBezTo>
                  <a:close/>
                  <a:moveTo>
                    <a:pt x="54" y="102"/>
                  </a:moveTo>
                  <a:cubicBezTo>
                    <a:pt x="55" y="102"/>
                    <a:pt x="56" y="103"/>
                    <a:pt x="57" y="102"/>
                  </a:cubicBezTo>
                  <a:cubicBezTo>
                    <a:pt x="57" y="100"/>
                    <a:pt x="60" y="96"/>
                    <a:pt x="61" y="92"/>
                  </a:cubicBezTo>
                  <a:cubicBezTo>
                    <a:pt x="62" y="90"/>
                    <a:pt x="65" y="84"/>
                    <a:pt x="60" y="84"/>
                  </a:cubicBezTo>
                  <a:cubicBezTo>
                    <a:pt x="59" y="91"/>
                    <a:pt x="56" y="95"/>
                    <a:pt x="54" y="102"/>
                  </a:cubicBezTo>
                  <a:close/>
                  <a:moveTo>
                    <a:pt x="72" y="88"/>
                  </a:moveTo>
                  <a:cubicBezTo>
                    <a:pt x="69" y="92"/>
                    <a:pt x="66" y="99"/>
                    <a:pt x="64" y="105"/>
                  </a:cubicBezTo>
                  <a:cubicBezTo>
                    <a:pt x="66" y="106"/>
                    <a:pt x="68" y="108"/>
                    <a:pt x="70" y="110"/>
                  </a:cubicBezTo>
                  <a:cubicBezTo>
                    <a:pt x="73" y="104"/>
                    <a:pt x="76" y="98"/>
                    <a:pt x="78" y="91"/>
                  </a:cubicBezTo>
                  <a:cubicBezTo>
                    <a:pt x="77" y="89"/>
                    <a:pt x="74" y="88"/>
                    <a:pt x="72" y="88"/>
                  </a:cubicBezTo>
                  <a:close/>
                  <a:moveTo>
                    <a:pt x="79" y="94"/>
                  </a:moveTo>
                  <a:cubicBezTo>
                    <a:pt x="79" y="95"/>
                    <a:pt x="79" y="96"/>
                    <a:pt x="79" y="97"/>
                  </a:cubicBezTo>
                  <a:cubicBezTo>
                    <a:pt x="77" y="101"/>
                    <a:pt x="74" y="105"/>
                    <a:pt x="73" y="109"/>
                  </a:cubicBezTo>
                  <a:cubicBezTo>
                    <a:pt x="72" y="113"/>
                    <a:pt x="72" y="118"/>
                    <a:pt x="71" y="123"/>
                  </a:cubicBezTo>
                  <a:cubicBezTo>
                    <a:pt x="71" y="135"/>
                    <a:pt x="72" y="143"/>
                    <a:pt x="70" y="154"/>
                  </a:cubicBezTo>
                  <a:cubicBezTo>
                    <a:pt x="74" y="157"/>
                    <a:pt x="78" y="160"/>
                    <a:pt x="82" y="163"/>
                  </a:cubicBezTo>
                  <a:cubicBezTo>
                    <a:pt x="83" y="155"/>
                    <a:pt x="83" y="148"/>
                    <a:pt x="83" y="139"/>
                  </a:cubicBezTo>
                  <a:cubicBezTo>
                    <a:pt x="83" y="131"/>
                    <a:pt x="82" y="123"/>
                    <a:pt x="82" y="117"/>
                  </a:cubicBezTo>
                  <a:cubicBezTo>
                    <a:pt x="82" y="109"/>
                    <a:pt x="83" y="97"/>
                    <a:pt x="82" y="89"/>
                  </a:cubicBezTo>
                  <a:cubicBezTo>
                    <a:pt x="81" y="91"/>
                    <a:pt x="80" y="92"/>
                    <a:pt x="79" y="94"/>
                  </a:cubicBezTo>
                  <a:close/>
                  <a:moveTo>
                    <a:pt x="280" y="100"/>
                  </a:moveTo>
                  <a:cubicBezTo>
                    <a:pt x="285" y="111"/>
                    <a:pt x="290" y="124"/>
                    <a:pt x="295" y="136"/>
                  </a:cubicBezTo>
                  <a:cubicBezTo>
                    <a:pt x="305" y="137"/>
                    <a:pt x="318" y="131"/>
                    <a:pt x="322" y="122"/>
                  </a:cubicBezTo>
                  <a:cubicBezTo>
                    <a:pt x="317" y="111"/>
                    <a:pt x="312" y="100"/>
                    <a:pt x="306" y="90"/>
                  </a:cubicBezTo>
                  <a:cubicBezTo>
                    <a:pt x="302" y="97"/>
                    <a:pt x="291" y="104"/>
                    <a:pt x="280" y="100"/>
                  </a:cubicBezTo>
                  <a:close/>
                  <a:moveTo>
                    <a:pt x="43" y="128"/>
                  </a:moveTo>
                  <a:cubicBezTo>
                    <a:pt x="44" y="129"/>
                    <a:pt x="44" y="129"/>
                    <a:pt x="45" y="129"/>
                  </a:cubicBezTo>
                  <a:cubicBezTo>
                    <a:pt x="47" y="123"/>
                    <a:pt x="50" y="117"/>
                    <a:pt x="52" y="111"/>
                  </a:cubicBezTo>
                  <a:cubicBezTo>
                    <a:pt x="51" y="112"/>
                    <a:pt x="51" y="111"/>
                    <a:pt x="50" y="111"/>
                  </a:cubicBezTo>
                  <a:cubicBezTo>
                    <a:pt x="48" y="117"/>
                    <a:pt x="45" y="122"/>
                    <a:pt x="43" y="128"/>
                  </a:cubicBezTo>
                  <a:close/>
                  <a:moveTo>
                    <a:pt x="62" y="115"/>
                  </a:moveTo>
                  <a:cubicBezTo>
                    <a:pt x="59" y="116"/>
                    <a:pt x="58" y="121"/>
                    <a:pt x="57" y="124"/>
                  </a:cubicBezTo>
                  <a:cubicBezTo>
                    <a:pt x="56" y="126"/>
                    <a:pt x="53" y="129"/>
                    <a:pt x="52" y="133"/>
                  </a:cubicBezTo>
                  <a:cubicBezTo>
                    <a:pt x="54" y="134"/>
                    <a:pt x="57" y="136"/>
                    <a:pt x="58" y="138"/>
                  </a:cubicBezTo>
                  <a:cubicBezTo>
                    <a:pt x="61" y="132"/>
                    <a:pt x="64" y="125"/>
                    <a:pt x="66" y="118"/>
                  </a:cubicBezTo>
                  <a:cubicBezTo>
                    <a:pt x="65" y="117"/>
                    <a:pt x="64" y="116"/>
                    <a:pt x="62" y="115"/>
                  </a:cubicBezTo>
                  <a:close/>
                  <a:moveTo>
                    <a:pt x="297" y="139"/>
                  </a:moveTo>
                  <a:cubicBezTo>
                    <a:pt x="297" y="140"/>
                    <a:pt x="297" y="141"/>
                    <a:pt x="298" y="142"/>
                  </a:cubicBezTo>
                  <a:cubicBezTo>
                    <a:pt x="298" y="141"/>
                    <a:pt x="298" y="141"/>
                    <a:pt x="299" y="140"/>
                  </a:cubicBezTo>
                  <a:cubicBezTo>
                    <a:pt x="302" y="141"/>
                    <a:pt x="306" y="140"/>
                    <a:pt x="308" y="140"/>
                  </a:cubicBezTo>
                  <a:cubicBezTo>
                    <a:pt x="314" y="139"/>
                    <a:pt x="320" y="135"/>
                    <a:pt x="323" y="132"/>
                  </a:cubicBezTo>
                  <a:cubicBezTo>
                    <a:pt x="324" y="130"/>
                    <a:pt x="326" y="127"/>
                    <a:pt x="323" y="125"/>
                  </a:cubicBezTo>
                  <a:cubicBezTo>
                    <a:pt x="317" y="134"/>
                    <a:pt x="308" y="138"/>
                    <a:pt x="297" y="139"/>
                  </a:cubicBezTo>
                  <a:close/>
                  <a:moveTo>
                    <a:pt x="326" y="131"/>
                  </a:moveTo>
                  <a:cubicBezTo>
                    <a:pt x="321" y="139"/>
                    <a:pt x="310" y="145"/>
                    <a:pt x="298" y="142"/>
                  </a:cubicBezTo>
                  <a:cubicBezTo>
                    <a:pt x="299" y="146"/>
                    <a:pt x="301" y="150"/>
                    <a:pt x="306" y="148"/>
                  </a:cubicBezTo>
                  <a:cubicBezTo>
                    <a:pt x="316" y="150"/>
                    <a:pt x="327" y="146"/>
                    <a:pt x="330" y="137"/>
                  </a:cubicBezTo>
                  <a:cubicBezTo>
                    <a:pt x="328" y="135"/>
                    <a:pt x="328" y="132"/>
                    <a:pt x="326" y="131"/>
                  </a:cubicBezTo>
                  <a:close/>
                  <a:moveTo>
                    <a:pt x="37" y="140"/>
                  </a:moveTo>
                  <a:cubicBezTo>
                    <a:pt x="36" y="142"/>
                    <a:pt x="35" y="145"/>
                    <a:pt x="34" y="147"/>
                  </a:cubicBezTo>
                  <a:cubicBezTo>
                    <a:pt x="38" y="148"/>
                    <a:pt x="41" y="147"/>
                    <a:pt x="45" y="149"/>
                  </a:cubicBezTo>
                  <a:cubicBezTo>
                    <a:pt x="47" y="150"/>
                    <a:pt x="49" y="153"/>
                    <a:pt x="51" y="154"/>
                  </a:cubicBezTo>
                  <a:cubicBezTo>
                    <a:pt x="52" y="151"/>
                    <a:pt x="53" y="150"/>
                    <a:pt x="54" y="147"/>
                  </a:cubicBezTo>
                  <a:cubicBezTo>
                    <a:pt x="50" y="143"/>
                    <a:pt x="44" y="140"/>
                    <a:pt x="37" y="140"/>
                  </a:cubicBezTo>
                  <a:close/>
                  <a:moveTo>
                    <a:pt x="313" y="160"/>
                  </a:moveTo>
                  <a:cubicBezTo>
                    <a:pt x="320" y="161"/>
                    <a:pt x="328" y="157"/>
                    <a:pt x="332" y="153"/>
                  </a:cubicBezTo>
                  <a:cubicBezTo>
                    <a:pt x="335" y="149"/>
                    <a:pt x="334" y="145"/>
                    <a:pt x="332" y="141"/>
                  </a:cubicBezTo>
                  <a:cubicBezTo>
                    <a:pt x="332" y="141"/>
                    <a:pt x="331" y="141"/>
                    <a:pt x="331" y="141"/>
                  </a:cubicBezTo>
                  <a:cubicBezTo>
                    <a:pt x="326" y="150"/>
                    <a:pt x="312" y="151"/>
                    <a:pt x="302" y="151"/>
                  </a:cubicBezTo>
                  <a:cubicBezTo>
                    <a:pt x="303" y="154"/>
                    <a:pt x="304" y="157"/>
                    <a:pt x="306" y="159"/>
                  </a:cubicBezTo>
                  <a:cubicBezTo>
                    <a:pt x="308" y="159"/>
                    <a:pt x="311" y="160"/>
                    <a:pt x="313" y="160"/>
                  </a:cubicBezTo>
                  <a:close/>
                  <a:moveTo>
                    <a:pt x="114" y="154"/>
                  </a:moveTo>
                  <a:cubicBezTo>
                    <a:pt x="125" y="157"/>
                    <a:pt x="139" y="158"/>
                    <a:pt x="153" y="156"/>
                  </a:cubicBezTo>
                  <a:cubicBezTo>
                    <a:pt x="153" y="152"/>
                    <a:pt x="153" y="149"/>
                    <a:pt x="153" y="145"/>
                  </a:cubicBezTo>
                  <a:cubicBezTo>
                    <a:pt x="139" y="147"/>
                    <a:pt x="124" y="147"/>
                    <a:pt x="115" y="144"/>
                  </a:cubicBezTo>
                  <a:cubicBezTo>
                    <a:pt x="114" y="147"/>
                    <a:pt x="114" y="150"/>
                    <a:pt x="114" y="154"/>
                  </a:cubicBezTo>
                  <a:close/>
                  <a:moveTo>
                    <a:pt x="32" y="153"/>
                  </a:moveTo>
                  <a:cubicBezTo>
                    <a:pt x="40" y="153"/>
                    <a:pt x="44" y="158"/>
                    <a:pt x="49" y="160"/>
                  </a:cubicBezTo>
                  <a:cubicBezTo>
                    <a:pt x="49" y="159"/>
                    <a:pt x="50" y="158"/>
                    <a:pt x="50" y="157"/>
                  </a:cubicBezTo>
                  <a:cubicBezTo>
                    <a:pt x="47" y="152"/>
                    <a:pt x="41" y="150"/>
                    <a:pt x="34" y="149"/>
                  </a:cubicBezTo>
                  <a:cubicBezTo>
                    <a:pt x="34" y="149"/>
                    <a:pt x="33" y="149"/>
                    <a:pt x="33" y="149"/>
                  </a:cubicBezTo>
                  <a:cubicBezTo>
                    <a:pt x="33" y="150"/>
                    <a:pt x="32" y="151"/>
                    <a:pt x="32" y="153"/>
                  </a:cubicBezTo>
                  <a:close/>
                  <a:moveTo>
                    <a:pt x="332" y="156"/>
                  </a:moveTo>
                  <a:cubicBezTo>
                    <a:pt x="326" y="163"/>
                    <a:pt x="317" y="163"/>
                    <a:pt x="307" y="162"/>
                  </a:cubicBezTo>
                  <a:cubicBezTo>
                    <a:pt x="309" y="166"/>
                    <a:pt x="310" y="171"/>
                    <a:pt x="314" y="172"/>
                  </a:cubicBezTo>
                  <a:cubicBezTo>
                    <a:pt x="316" y="173"/>
                    <a:pt x="321" y="173"/>
                    <a:pt x="323" y="173"/>
                  </a:cubicBezTo>
                  <a:cubicBezTo>
                    <a:pt x="331" y="172"/>
                    <a:pt x="337" y="168"/>
                    <a:pt x="339" y="162"/>
                  </a:cubicBezTo>
                  <a:cubicBezTo>
                    <a:pt x="341" y="158"/>
                    <a:pt x="338" y="154"/>
                    <a:pt x="336" y="150"/>
                  </a:cubicBezTo>
                  <a:cubicBezTo>
                    <a:pt x="335" y="152"/>
                    <a:pt x="333" y="155"/>
                    <a:pt x="332" y="156"/>
                  </a:cubicBezTo>
                  <a:close/>
                  <a:moveTo>
                    <a:pt x="30" y="160"/>
                  </a:moveTo>
                  <a:cubicBezTo>
                    <a:pt x="33" y="164"/>
                    <a:pt x="45" y="169"/>
                    <a:pt x="48" y="162"/>
                  </a:cubicBezTo>
                  <a:cubicBezTo>
                    <a:pt x="42" y="159"/>
                    <a:pt x="38" y="155"/>
                    <a:pt x="31" y="154"/>
                  </a:cubicBezTo>
                  <a:cubicBezTo>
                    <a:pt x="30" y="156"/>
                    <a:pt x="30" y="158"/>
                    <a:pt x="30" y="160"/>
                  </a:cubicBezTo>
                  <a:close/>
                  <a:moveTo>
                    <a:pt x="115" y="166"/>
                  </a:moveTo>
                  <a:cubicBezTo>
                    <a:pt x="119" y="167"/>
                    <a:pt x="125" y="169"/>
                    <a:pt x="132" y="169"/>
                  </a:cubicBezTo>
                  <a:cubicBezTo>
                    <a:pt x="138" y="170"/>
                    <a:pt x="149" y="171"/>
                    <a:pt x="152" y="167"/>
                  </a:cubicBezTo>
                  <a:cubicBezTo>
                    <a:pt x="153" y="165"/>
                    <a:pt x="152" y="160"/>
                    <a:pt x="152" y="159"/>
                  </a:cubicBezTo>
                  <a:cubicBezTo>
                    <a:pt x="139" y="159"/>
                    <a:pt x="125" y="160"/>
                    <a:pt x="114" y="156"/>
                  </a:cubicBezTo>
                  <a:cubicBezTo>
                    <a:pt x="114" y="160"/>
                    <a:pt x="113" y="164"/>
                    <a:pt x="115" y="1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9" name="Freeform 107"/>
            <p:cNvSpPr>
              <a:spLocks noEditPoints="1"/>
            </p:cNvSpPr>
            <p:nvPr/>
          </p:nvSpPr>
          <p:spPr bwMode="auto">
            <a:xfrm>
              <a:off x="7893218" y="3755274"/>
              <a:ext cx="97606" cy="368593"/>
            </a:xfrm>
            <a:custGeom>
              <a:avLst/>
              <a:gdLst>
                <a:gd name="T0" fmla="*/ 28 w 31"/>
                <a:gd name="T1" fmla="*/ 114 h 117"/>
                <a:gd name="T2" fmla="*/ 4 w 31"/>
                <a:gd name="T3" fmla="*/ 114 h 117"/>
                <a:gd name="T4" fmla="*/ 2 w 31"/>
                <a:gd name="T5" fmla="*/ 91 h 117"/>
                <a:gd name="T6" fmla="*/ 3 w 31"/>
                <a:gd name="T7" fmla="*/ 67 h 117"/>
                <a:gd name="T8" fmla="*/ 2 w 31"/>
                <a:gd name="T9" fmla="*/ 61 h 117"/>
                <a:gd name="T10" fmla="*/ 2 w 31"/>
                <a:gd name="T11" fmla="*/ 34 h 117"/>
                <a:gd name="T12" fmla="*/ 1 w 31"/>
                <a:gd name="T13" fmla="*/ 18 h 117"/>
                <a:gd name="T14" fmla="*/ 2 w 31"/>
                <a:gd name="T15" fmla="*/ 5 h 117"/>
                <a:gd name="T16" fmla="*/ 7 w 31"/>
                <a:gd name="T17" fmla="*/ 1 h 117"/>
                <a:gd name="T18" fmla="*/ 12 w 31"/>
                <a:gd name="T19" fmla="*/ 1 h 117"/>
                <a:gd name="T20" fmla="*/ 29 w 31"/>
                <a:gd name="T21" fmla="*/ 7 h 117"/>
                <a:gd name="T22" fmla="*/ 29 w 31"/>
                <a:gd name="T23" fmla="*/ 24 h 117"/>
                <a:gd name="T24" fmla="*/ 29 w 31"/>
                <a:gd name="T25" fmla="*/ 82 h 117"/>
                <a:gd name="T26" fmla="*/ 28 w 31"/>
                <a:gd name="T27" fmla="*/ 114 h 117"/>
                <a:gd name="T28" fmla="*/ 9 w 31"/>
                <a:gd name="T29" fmla="*/ 112 h 117"/>
                <a:gd name="T30" fmla="*/ 19 w 31"/>
                <a:gd name="T31" fmla="*/ 112 h 117"/>
                <a:gd name="T32" fmla="*/ 26 w 31"/>
                <a:gd name="T33" fmla="*/ 108 h 117"/>
                <a:gd name="T34" fmla="*/ 26 w 31"/>
                <a:gd name="T35" fmla="*/ 97 h 117"/>
                <a:gd name="T36" fmla="*/ 26 w 31"/>
                <a:gd name="T37" fmla="*/ 76 h 117"/>
                <a:gd name="T38" fmla="*/ 27 w 31"/>
                <a:gd name="T39" fmla="*/ 24 h 117"/>
                <a:gd name="T40" fmla="*/ 27 w 31"/>
                <a:gd name="T41" fmla="*/ 10 h 117"/>
                <a:gd name="T42" fmla="*/ 21 w 31"/>
                <a:gd name="T43" fmla="*/ 5 h 117"/>
                <a:gd name="T44" fmla="*/ 7 w 31"/>
                <a:gd name="T45" fmla="*/ 5 h 117"/>
                <a:gd name="T46" fmla="*/ 4 w 31"/>
                <a:gd name="T47" fmla="*/ 13 h 117"/>
                <a:gd name="T48" fmla="*/ 4 w 31"/>
                <a:gd name="T49" fmla="*/ 15 h 117"/>
                <a:gd name="T50" fmla="*/ 5 w 31"/>
                <a:gd name="T51" fmla="*/ 54 h 117"/>
                <a:gd name="T52" fmla="*/ 4 w 31"/>
                <a:gd name="T53" fmla="*/ 106 h 117"/>
                <a:gd name="T54" fmla="*/ 4 w 31"/>
                <a:gd name="T55" fmla="*/ 109 h 117"/>
                <a:gd name="T56" fmla="*/ 8 w 31"/>
                <a:gd name="T57" fmla="*/ 113 h 117"/>
                <a:gd name="T58" fmla="*/ 9 w 31"/>
                <a:gd name="T59" fmla="*/ 11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1" h="117">
                  <a:moveTo>
                    <a:pt x="28" y="114"/>
                  </a:moveTo>
                  <a:cubicBezTo>
                    <a:pt x="22" y="117"/>
                    <a:pt x="12" y="117"/>
                    <a:pt x="4" y="114"/>
                  </a:cubicBezTo>
                  <a:cubicBezTo>
                    <a:pt x="0" y="108"/>
                    <a:pt x="2" y="100"/>
                    <a:pt x="2" y="91"/>
                  </a:cubicBezTo>
                  <a:cubicBezTo>
                    <a:pt x="2" y="83"/>
                    <a:pt x="3" y="75"/>
                    <a:pt x="3" y="67"/>
                  </a:cubicBezTo>
                  <a:cubicBezTo>
                    <a:pt x="3" y="65"/>
                    <a:pt x="2" y="63"/>
                    <a:pt x="2" y="61"/>
                  </a:cubicBezTo>
                  <a:cubicBezTo>
                    <a:pt x="3" y="51"/>
                    <a:pt x="2" y="42"/>
                    <a:pt x="2" y="34"/>
                  </a:cubicBezTo>
                  <a:cubicBezTo>
                    <a:pt x="1" y="28"/>
                    <a:pt x="1" y="23"/>
                    <a:pt x="1" y="18"/>
                  </a:cubicBezTo>
                  <a:cubicBezTo>
                    <a:pt x="2" y="14"/>
                    <a:pt x="0" y="9"/>
                    <a:pt x="2" y="5"/>
                  </a:cubicBezTo>
                  <a:cubicBezTo>
                    <a:pt x="3" y="3"/>
                    <a:pt x="6" y="1"/>
                    <a:pt x="7" y="1"/>
                  </a:cubicBezTo>
                  <a:cubicBezTo>
                    <a:pt x="8" y="1"/>
                    <a:pt x="10" y="1"/>
                    <a:pt x="12" y="1"/>
                  </a:cubicBezTo>
                  <a:cubicBezTo>
                    <a:pt x="19" y="1"/>
                    <a:pt x="26" y="0"/>
                    <a:pt x="29" y="7"/>
                  </a:cubicBezTo>
                  <a:cubicBezTo>
                    <a:pt x="31" y="13"/>
                    <a:pt x="29" y="19"/>
                    <a:pt x="29" y="24"/>
                  </a:cubicBezTo>
                  <a:cubicBezTo>
                    <a:pt x="28" y="41"/>
                    <a:pt x="29" y="64"/>
                    <a:pt x="29" y="82"/>
                  </a:cubicBezTo>
                  <a:cubicBezTo>
                    <a:pt x="29" y="94"/>
                    <a:pt x="30" y="104"/>
                    <a:pt x="28" y="114"/>
                  </a:cubicBezTo>
                  <a:close/>
                  <a:moveTo>
                    <a:pt x="9" y="112"/>
                  </a:moveTo>
                  <a:cubicBezTo>
                    <a:pt x="10" y="113"/>
                    <a:pt x="16" y="114"/>
                    <a:pt x="19" y="112"/>
                  </a:cubicBezTo>
                  <a:cubicBezTo>
                    <a:pt x="23" y="114"/>
                    <a:pt x="26" y="112"/>
                    <a:pt x="26" y="108"/>
                  </a:cubicBezTo>
                  <a:cubicBezTo>
                    <a:pt x="27" y="105"/>
                    <a:pt x="26" y="101"/>
                    <a:pt x="26" y="97"/>
                  </a:cubicBezTo>
                  <a:cubicBezTo>
                    <a:pt x="27" y="90"/>
                    <a:pt x="26" y="83"/>
                    <a:pt x="26" y="76"/>
                  </a:cubicBezTo>
                  <a:cubicBezTo>
                    <a:pt x="27" y="56"/>
                    <a:pt x="26" y="43"/>
                    <a:pt x="27" y="24"/>
                  </a:cubicBezTo>
                  <a:cubicBezTo>
                    <a:pt x="27" y="19"/>
                    <a:pt x="28" y="13"/>
                    <a:pt x="27" y="10"/>
                  </a:cubicBezTo>
                  <a:cubicBezTo>
                    <a:pt x="26" y="8"/>
                    <a:pt x="24" y="6"/>
                    <a:pt x="21" y="5"/>
                  </a:cubicBezTo>
                  <a:cubicBezTo>
                    <a:pt x="17" y="2"/>
                    <a:pt x="10" y="5"/>
                    <a:pt x="7" y="5"/>
                  </a:cubicBezTo>
                  <a:cubicBezTo>
                    <a:pt x="4" y="6"/>
                    <a:pt x="4" y="10"/>
                    <a:pt x="4" y="13"/>
                  </a:cubicBezTo>
                  <a:cubicBezTo>
                    <a:pt x="4" y="13"/>
                    <a:pt x="4" y="14"/>
                    <a:pt x="4" y="15"/>
                  </a:cubicBezTo>
                  <a:cubicBezTo>
                    <a:pt x="3" y="27"/>
                    <a:pt x="4" y="41"/>
                    <a:pt x="5" y="54"/>
                  </a:cubicBezTo>
                  <a:cubicBezTo>
                    <a:pt x="6" y="71"/>
                    <a:pt x="4" y="91"/>
                    <a:pt x="4" y="106"/>
                  </a:cubicBezTo>
                  <a:cubicBezTo>
                    <a:pt x="4" y="107"/>
                    <a:pt x="5" y="108"/>
                    <a:pt x="4" y="109"/>
                  </a:cubicBezTo>
                  <a:cubicBezTo>
                    <a:pt x="6" y="110"/>
                    <a:pt x="7" y="112"/>
                    <a:pt x="8" y="113"/>
                  </a:cubicBezTo>
                  <a:cubicBezTo>
                    <a:pt x="8" y="112"/>
                    <a:pt x="8" y="111"/>
                    <a:pt x="9" y="1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626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A_图片 1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</a:blip>
          <a:stretch>
            <a:fillRect/>
          </a:stretch>
        </p:blipFill>
        <p:spPr>
          <a:xfrm>
            <a:off x="1233889" y="1648598"/>
            <a:ext cx="4012590" cy="3338721"/>
          </a:xfrm>
          <a:prstGeom prst="rect">
            <a:avLst/>
          </a:prstGeom>
        </p:spPr>
      </p:pic>
      <p:sp>
        <p:nvSpPr>
          <p:cNvPr id="113" name="PA_文本框 45"/>
          <p:cNvSpPr txBox="1"/>
          <p:nvPr>
            <p:custDataLst>
              <p:tags r:id="rId2"/>
            </p:custDataLst>
          </p:nvPr>
        </p:nvSpPr>
        <p:spPr>
          <a:xfrm>
            <a:off x="5821925" y="1073693"/>
            <a:ext cx="60652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项目总体完成情况良好，共有六个模块均已完成，分别为用户登录注册，歌曲播放（包括歌曲的播放、下载、收藏和歌词显示），歌曲分类浏览，排行榜，后台用户管理（包括管理员登录和管理员的增加删除），后台歌曲管理（包括歌曲的上传和删除）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。总体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代码规模为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10490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行，注释行数为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881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行。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80371" y="2429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项目总体完成情况</a:t>
            </a:r>
            <a:endParaRPr lang="zh-CN" altLang="en-US" sz="2800" kern="1200" dirty="0">
              <a:solidFill>
                <a:schemeClr val="tx1"/>
              </a:solidFill>
              <a:latin typeface="Arial"/>
              <a:ea typeface="微软雅黑"/>
              <a:cs typeface="方正苏新诗柳楷简体-yolan" panose="02000000000000000000" pitchFamily="2" charset="-122"/>
              <a:sym typeface="Arial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543759" y="266849"/>
            <a:ext cx="636853" cy="393183"/>
            <a:chOff x="3610120" y="261689"/>
            <a:chExt cx="636853" cy="393183"/>
          </a:xfrm>
        </p:grpSpPr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9115">
              <a:off x="3830226" y="261689"/>
              <a:ext cx="416747" cy="246260"/>
            </a:xfrm>
            <a:prstGeom prst="rect">
              <a:avLst/>
            </a:prstGeom>
          </p:spPr>
        </p:pic>
        <p:sp>
          <p:nvSpPr>
            <p:cNvPr id="13" name="Freeform 249"/>
            <p:cNvSpPr>
              <a:spLocks noEditPoints="1"/>
            </p:cNvSpPr>
            <p:nvPr userDrawn="1"/>
          </p:nvSpPr>
          <p:spPr bwMode="auto">
            <a:xfrm rot="2431720" flipH="1">
              <a:off x="3610120" y="366070"/>
              <a:ext cx="211706" cy="288802"/>
            </a:xfrm>
            <a:custGeom>
              <a:avLst/>
              <a:gdLst>
                <a:gd name="T0" fmla="*/ 82 w 239"/>
                <a:gd name="T1" fmla="*/ 301 h 301"/>
                <a:gd name="T2" fmla="*/ 64 w 239"/>
                <a:gd name="T3" fmla="*/ 298 h 301"/>
                <a:gd name="T4" fmla="*/ 8 w 239"/>
                <a:gd name="T5" fmla="*/ 212 h 301"/>
                <a:gd name="T6" fmla="*/ 100 w 239"/>
                <a:gd name="T7" fmla="*/ 162 h 301"/>
                <a:gd name="T8" fmla="*/ 153 w 239"/>
                <a:gd name="T9" fmla="*/ 182 h 301"/>
                <a:gd name="T10" fmla="*/ 44 w 239"/>
                <a:gd name="T11" fmla="*/ 17 h 301"/>
                <a:gd name="T12" fmla="*/ 53 w 239"/>
                <a:gd name="T13" fmla="*/ 47 h 301"/>
                <a:gd name="T14" fmla="*/ 51 w 239"/>
                <a:gd name="T15" fmla="*/ 52 h 301"/>
                <a:gd name="T16" fmla="*/ 46 w 239"/>
                <a:gd name="T17" fmla="*/ 50 h 301"/>
                <a:gd name="T18" fmla="*/ 34 w 239"/>
                <a:gd name="T19" fmla="*/ 11 h 301"/>
                <a:gd name="T20" fmla="*/ 33 w 239"/>
                <a:gd name="T21" fmla="*/ 8 h 301"/>
                <a:gd name="T22" fmla="*/ 34 w 239"/>
                <a:gd name="T23" fmla="*/ 3 h 301"/>
                <a:gd name="T24" fmla="*/ 36 w 239"/>
                <a:gd name="T25" fmla="*/ 3 h 301"/>
                <a:gd name="T26" fmla="*/ 44 w 239"/>
                <a:gd name="T27" fmla="*/ 0 h 301"/>
                <a:gd name="T28" fmla="*/ 81 w 239"/>
                <a:gd name="T29" fmla="*/ 6 h 301"/>
                <a:gd name="T30" fmla="*/ 80 w 239"/>
                <a:gd name="T31" fmla="*/ 14 h 301"/>
                <a:gd name="T32" fmla="*/ 47 w 239"/>
                <a:gd name="T33" fmla="*/ 9 h 301"/>
                <a:gd name="T34" fmla="*/ 161 w 239"/>
                <a:gd name="T35" fmla="*/ 187 h 301"/>
                <a:gd name="T36" fmla="*/ 239 w 239"/>
                <a:gd name="T37" fmla="*/ 288 h 301"/>
                <a:gd name="T38" fmla="*/ 236 w 239"/>
                <a:gd name="T39" fmla="*/ 293 h 301"/>
                <a:gd name="T40" fmla="*/ 231 w 239"/>
                <a:gd name="T41" fmla="*/ 291 h 301"/>
                <a:gd name="T42" fmla="*/ 161 w 239"/>
                <a:gd name="T43" fmla="*/ 197 h 301"/>
                <a:gd name="T44" fmla="*/ 149 w 239"/>
                <a:gd name="T45" fmla="*/ 252 h 301"/>
                <a:gd name="T46" fmla="*/ 82 w 239"/>
                <a:gd name="T47" fmla="*/ 301 h 301"/>
                <a:gd name="T48" fmla="*/ 79 w 239"/>
                <a:gd name="T49" fmla="*/ 168 h 301"/>
                <a:gd name="T50" fmla="*/ 16 w 239"/>
                <a:gd name="T51" fmla="*/ 214 h 301"/>
                <a:gd name="T52" fmla="*/ 66 w 239"/>
                <a:gd name="T53" fmla="*/ 291 h 301"/>
                <a:gd name="T54" fmla="*/ 141 w 239"/>
                <a:gd name="T55" fmla="*/ 249 h 301"/>
                <a:gd name="T56" fmla="*/ 153 w 239"/>
                <a:gd name="T57" fmla="*/ 191 h 301"/>
                <a:gd name="T58" fmla="*/ 99 w 239"/>
                <a:gd name="T59" fmla="*/ 170 h 301"/>
                <a:gd name="T60" fmla="*/ 79 w 239"/>
                <a:gd name="T61" fmla="*/ 16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9" h="301">
                  <a:moveTo>
                    <a:pt x="82" y="301"/>
                  </a:moveTo>
                  <a:cubicBezTo>
                    <a:pt x="76" y="301"/>
                    <a:pt x="70" y="300"/>
                    <a:pt x="64" y="298"/>
                  </a:cubicBezTo>
                  <a:cubicBezTo>
                    <a:pt x="17" y="285"/>
                    <a:pt x="0" y="245"/>
                    <a:pt x="8" y="212"/>
                  </a:cubicBezTo>
                  <a:cubicBezTo>
                    <a:pt x="15" y="180"/>
                    <a:pt x="47" y="152"/>
                    <a:pt x="100" y="162"/>
                  </a:cubicBezTo>
                  <a:cubicBezTo>
                    <a:pt x="120" y="165"/>
                    <a:pt x="137" y="173"/>
                    <a:pt x="153" y="182"/>
                  </a:cubicBezTo>
                  <a:cubicBezTo>
                    <a:pt x="148" y="130"/>
                    <a:pt x="116" y="69"/>
                    <a:pt x="44" y="1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4" y="49"/>
                    <a:pt x="53" y="51"/>
                    <a:pt x="51" y="52"/>
                  </a:cubicBezTo>
                  <a:cubicBezTo>
                    <a:pt x="49" y="53"/>
                    <a:pt x="46" y="52"/>
                    <a:pt x="46" y="50"/>
                  </a:cubicBezTo>
                  <a:cubicBezTo>
                    <a:pt x="41" y="41"/>
                    <a:pt x="33" y="22"/>
                    <a:pt x="34" y="1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6"/>
                    <a:pt x="33" y="4"/>
                    <a:pt x="34" y="3"/>
                  </a:cubicBezTo>
                  <a:cubicBezTo>
                    <a:pt x="35" y="3"/>
                    <a:pt x="35" y="3"/>
                    <a:pt x="36" y="3"/>
                  </a:cubicBezTo>
                  <a:cubicBezTo>
                    <a:pt x="37" y="1"/>
                    <a:pt x="40" y="0"/>
                    <a:pt x="44" y="0"/>
                  </a:cubicBezTo>
                  <a:cubicBezTo>
                    <a:pt x="59" y="3"/>
                    <a:pt x="81" y="6"/>
                    <a:pt x="81" y="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62" y="11"/>
                    <a:pt x="47" y="9"/>
                  </a:cubicBezTo>
                  <a:cubicBezTo>
                    <a:pt x="125" y="66"/>
                    <a:pt x="158" y="131"/>
                    <a:pt x="161" y="187"/>
                  </a:cubicBezTo>
                  <a:cubicBezTo>
                    <a:pt x="217" y="225"/>
                    <a:pt x="238" y="287"/>
                    <a:pt x="239" y="288"/>
                  </a:cubicBezTo>
                  <a:cubicBezTo>
                    <a:pt x="239" y="290"/>
                    <a:pt x="238" y="293"/>
                    <a:pt x="236" y="293"/>
                  </a:cubicBezTo>
                  <a:cubicBezTo>
                    <a:pt x="234" y="294"/>
                    <a:pt x="232" y="293"/>
                    <a:pt x="231" y="291"/>
                  </a:cubicBezTo>
                  <a:cubicBezTo>
                    <a:pt x="231" y="290"/>
                    <a:pt x="211" y="233"/>
                    <a:pt x="161" y="197"/>
                  </a:cubicBezTo>
                  <a:cubicBezTo>
                    <a:pt x="161" y="217"/>
                    <a:pt x="156" y="236"/>
                    <a:pt x="149" y="252"/>
                  </a:cubicBezTo>
                  <a:cubicBezTo>
                    <a:pt x="134" y="283"/>
                    <a:pt x="109" y="301"/>
                    <a:pt x="82" y="301"/>
                  </a:cubicBezTo>
                  <a:close/>
                  <a:moveTo>
                    <a:pt x="79" y="168"/>
                  </a:moveTo>
                  <a:cubicBezTo>
                    <a:pt x="43" y="168"/>
                    <a:pt x="21" y="189"/>
                    <a:pt x="16" y="214"/>
                  </a:cubicBezTo>
                  <a:cubicBezTo>
                    <a:pt x="9" y="243"/>
                    <a:pt x="24" y="279"/>
                    <a:pt x="66" y="291"/>
                  </a:cubicBezTo>
                  <a:cubicBezTo>
                    <a:pt x="96" y="299"/>
                    <a:pt x="125" y="283"/>
                    <a:pt x="141" y="249"/>
                  </a:cubicBezTo>
                  <a:cubicBezTo>
                    <a:pt x="149" y="232"/>
                    <a:pt x="154" y="212"/>
                    <a:pt x="153" y="191"/>
                  </a:cubicBezTo>
                  <a:cubicBezTo>
                    <a:pt x="138" y="181"/>
                    <a:pt x="120" y="174"/>
                    <a:pt x="99" y="170"/>
                  </a:cubicBezTo>
                  <a:cubicBezTo>
                    <a:pt x="92" y="168"/>
                    <a:pt x="85" y="168"/>
                    <a:pt x="79" y="1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Arial"/>
                <a:ea typeface="微软雅黑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6097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 flipH="1">
            <a:off x="9201203" y="2500560"/>
            <a:ext cx="1715705" cy="2604698"/>
            <a:chOff x="9574926" y="2421286"/>
            <a:chExt cx="1715705" cy="2604698"/>
          </a:xfrm>
        </p:grpSpPr>
        <p:sp>
          <p:nvSpPr>
            <p:cNvPr id="6" name="Freeform 119"/>
            <p:cNvSpPr>
              <a:spLocks/>
            </p:cNvSpPr>
            <p:nvPr/>
          </p:nvSpPr>
          <p:spPr bwMode="auto">
            <a:xfrm>
              <a:off x="10214774" y="3038485"/>
              <a:ext cx="5664" cy="5664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1 w 1"/>
                <a:gd name="T15" fmla="*/ 0 h 1"/>
                <a:gd name="T16" fmla="*/ 1 w 1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7" name="Freeform 120"/>
            <p:cNvSpPr>
              <a:spLocks noEditPoints="1"/>
            </p:cNvSpPr>
            <p:nvPr/>
          </p:nvSpPr>
          <p:spPr bwMode="auto">
            <a:xfrm>
              <a:off x="9631549" y="4063379"/>
              <a:ext cx="736111" cy="945621"/>
            </a:xfrm>
            <a:custGeom>
              <a:avLst/>
              <a:gdLst>
                <a:gd name="T0" fmla="*/ 58 w 130"/>
                <a:gd name="T1" fmla="*/ 165 h 167"/>
                <a:gd name="T2" fmla="*/ 37 w 130"/>
                <a:gd name="T3" fmla="*/ 160 h 167"/>
                <a:gd name="T4" fmla="*/ 52 w 130"/>
                <a:gd name="T5" fmla="*/ 159 h 167"/>
                <a:gd name="T6" fmla="*/ 123 w 130"/>
                <a:gd name="T7" fmla="*/ 156 h 167"/>
                <a:gd name="T8" fmla="*/ 98 w 130"/>
                <a:gd name="T9" fmla="*/ 156 h 167"/>
                <a:gd name="T10" fmla="*/ 120 w 130"/>
                <a:gd name="T11" fmla="*/ 153 h 167"/>
                <a:gd name="T12" fmla="*/ 42 w 130"/>
                <a:gd name="T13" fmla="*/ 152 h 167"/>
                <a:gd name="T14" fmla="*/ 111 w 130"/>
                <a:gd name="T15" fmla="*/ 150 h 167"/>
                <a:gd name="T16" fmla="*/ 60 w 130"/>
                <a:gd name="T17" fmla="*/ 151 h 167"/>
                <a:gd name="T18" fmla="*/ 125 w 130"/>
                <a:gd name="T19" fmla="*/ 153 h 167"/>
                <a:gd name="T20" fmla="*/ 48 w 130"/>
                <a:gd name="T21" fmla="*/ 145 h 167"/>
                <a:gd name="T22" fmla="*/ 59 w 130"/>
                <a:gd name="T23" fmla="*/ 145 h 167"/>
                <a:gd name="T24" fmla="*/ 119 w 130"/>
                <a:gd name="T25" fmla="*/ 143 h 167"/>
                <a:gd name="T26" fmla="*/ 116 w 130"/>
                <a:gd name="T27" fmla="*/ 141 h 167"/>
                <a:gd name="T28" fmla="*/ 118 w 130"/>
                <a:gd name="T29" fmla="*/ 134 h 167"/>
                <a:gd name="T30" fmla="*/ 119 w 130"/>
                <a:gd name="T31" fmla="*/ 132 h 167"/>
                <a:gd name="T32" fmla="*/ 50 w 130"/>
                <a:gd name="T33" fmla="*/ 129 h 167"/>
                <a:gd name="T34" fmla="*/ 115 w 130"/>
                <a:gd name="T35" fmla="*/ 124 h 167"/>
                <a:gd name="T36" fmla="*/ 114 w 130"/>
                <a:gd name="T37" fmla="*/ 121 h 167"/>
                <a:gd name="T38" fmla="*/ 110 w 130"/>
                <a:gd name="T39" fmla="*/ 116 h 167"/>
                <a:gd name="T40" fmla="*/ 115 w 130"/>
                <a:gd name="T41" fmla="*/ 114 h 167"/>
                <a:gd name="T42" fmla="*/ 111 w 130"/>
                <a:gd name="T43" fmla="*/ 109 h 167"/>
                <a:gd name="T44" fmla="*/ 58 w 130"/>
                <a:gd name="T45" fmla="*/ 108 h 167"/>
                <a:gd name="T46" fmla="*/ 110 w 130"/>
                <a:gd name="T47" fmla="*/ 107 h 167"/>
                <a:gd name="T48" fmla="*/ 59 w 130"/>
                <a:gd name="T49" fmla="*/ 102 h 167"/>
                <a:gd name="T50" fmla="*/ 56 w 130"/>
                <a:gd name="T51" fmla="*/ 98 h 167"/>
                <a:gd name="T52" fmla="*/ 115 w 130"/>
                <a:gd name="T53" fmla="*/ 98 h 167"/>
                <a:gd name="T54" fmla="*/ 106 w 130"/>
                <a:gd name="T55" fmla="*/ 91 h 167"/>
                <a:gd name="T56" fmla="*/ 103 w 130"/>
                <a:gd name="T57" fmla="*/ 85 h 167"/>
                <a:gd name="T58" fmla="*/ 59 w 130"/>
                <a:gd name="T59" fmla="*/ 82 h 167"/>
                <a:gd name="T60" fmla="*/ 53 w 130"/>
                <a:gd name="T61" fmla="*/ 78 h 167"/>
                <a:gd name="T62" fmla="*/ 61 w 130"/>
                <a:gd name="T63" fmla="*/ 75 h 167"/>
                <a:gd name="T64" fmla="*/ 55 w 130"/>
                <a:gd name="T65" fmla="*/ 75 h 167"/>
                <a:gd name="T66" fmla="*/ 48 w 130"/>
                <a:gd name="T67" fmla="*/ 78 h 167"/>
                <a:gd name="T68" fmla="*/ 107 w 130"/>
                <a:gd name="T69" fmla="*/ 71 h 167"/>
                <a:gd name="T70" fmla="*/ 58 w 130"/>
                <a:gd name="T71" fmla="*/ 68 h 167"/>
                <a:gd name="T72" fmla="*/ 110 w 130"/>
                <a:gd name="T73" fmla="*/ 67 h 167"/>
                <a:gd name="T74" fmla="*/ 115 w 130"/>
                <a:gd name="T75" fmla="*/ 68 h 167"/>
                <a:gd name="T76" fmla="*/ 56 w 130"/>
                <a:gd name="T77" fmla="*/ 64 h 167"/>
                <a:gd name="T78" fmla="*/ 101 w 130"/>
                <a:gd name="T79" fmla="*/ 58 h 167"/>
                <a:gd name="T80" fmla="*/ 60 w 130"/>
                <a:gd name="T81" fmla="*/ 57 h 167"/>
                <a:gd name="T82" fmla="*/ 99 w 130"/>
                <a:gd name="T83" fmla="*/ 55 h 167"/>
                <a:gd name="T84" fmla="*/ 112 w 130"/>
                <a:gd name="T85" fmla="*/ 51 h 167"/>
                <a:gd name="T86" fmla="*/ 102 w 130"/>
                <a:gd name="T87" fmla="*/ 47 h 167"/>
                <a:gd name="T88" fmla="*/ 104 w 130"/>
                <a:gd name="T89" fmla="*/ 48 h 167"/>
                <a:gd name="T90" fmla="*/ 98 w 130"/>
                <a:gd name="T91" fmla="*/ 46 h 167"/>
                <a:gd name="T92" fmla="*/ 54 w 130"/>
                <a:gd name="T93" fmla="*/ 48 h 167"/>
                <a:gd name="T94" fmla="*/ 64 w 130"/>
                <a:gd name="T95" fmla="*/ 58 h 167"/>
                <a:gd name="T96" fmla="*/ 58 w 130"/>
                <a:gd name="T97" fmla="*/ 34 h 167"/>
                <a:gd name="T98" fmla="*/ 106 w 130"/>
                <a:gd name="T99" fmla="*/ 36 h 167"/>
                <a:gd name="T100" fmla="*/ 53 w 130"/>
                <a:gd name="T101" fmla="*/ 31 h 167"/>
                <a:gd name="T102" fmla="*/ 99 w 130"/>
                <a:gd name="T103" fmla="*/ 28 h 167"/>
                <a:gd name="T104" fmla="*/ 64 w 130"/>
                <a:gd name="T105" fmla="*/ 23 h 167"/>
                <a:gd name="T106" fmla="*/ 55 w 130"/>
                <a:gd name="T107" fmla="*/ 18 h 167"/>
                <a:gd name="T108" fmla="*/ 64 w 130"/>
                <a:gd name="T109" fmla="*/ 15 h 167"/>
                <a:gd name="T110" fmla="*/ 95 w 130"/>
                <a:gd name="T111" fmla="*/ 14 h 167"/>
                <a:gd name="T112" fmla="*/ 116 w 130"/>
                <a:gd name="T113" fmla="*/ 22 h 167"/>
                <a:gd name="T114" fmla="*/ 116 w 130"/>
                <a:gd name="T115" fmla="*/ 51 h 167"/>
                <a:gd name="T116" fmla="*/ 63 w 130"/>
                <a:gd name="T117" fmla="*/ 11 h 167"/>
                <a:gd name="T118" fmla="*/ 66 w 130"/>
                <a:gd name="T119" fmla="*/ 33 h 167"/>
                <a:gd name="T120" fmla="*/ 0 w 130"/>
                <a:gd name="T121" fmla="*/ 6 h 167"/>
                <a:gd name="T122" fmla="*/ 102 w 130"/>
                <a:gd name="T123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0" h="167">
                  <a:moveTo>
                    <a:pt x="53" y="166"/>
                  </a:moveTo>
                  <a:lnTo>
                    <a:pt x="53" y="166"/>
                  </a:lnTo>
                  <a:lnTo>
                    <a:pt x="52" y="166"/>
                  </a:lnTo>
                  <a:lnTo>
                    <a:pt x="52" y="167"/>
                  </a:lnTo>
                  <a:lnTo>
                    <a:pt x="53" y="167"/>
                  </a:lnTo>
                  <a:lnTo>
                    <a:pt x="54" y="167"/>
                  </a:lnTo>
                  <a:lnTo>
                    <a:pt x="54" y="166"/>
                  </a:lnTo>
                  <a:lnTo>
                    <a:pt x="54" y="166"/>
                  </a:lnTo>
                  <a:lnTo>
                    <a:pt x="53" y="166"/>
                  </a:lnTo>
                  <a:close/>
                  <a:moveTo>
                    <a:pt x="55" y="164"/>
                  </a:moveTo>
                  <a:lnTo>
                    <a:pt x="55" y="165"/>
                  </a:lnTo>
                  <a:lnTo>
                    <a:pt x="55" y="165"/>
                  </a:lnTo>
                  <a:lnTo>
                    <a:pt x="55" y="164"/>
                  </a:lnTo>
                  <a:lnTo>
                    <a:pt x="55" y="164"/>
                  </a:lnTo>
                  <a:lnTo>
                    <a:pt x="55" y="164"/>
                  </a:lnTo>
                  <a:close/>
                  <a:moveTo>
                    <a:pt x="116" y="163"/>
                  </a:moveTo>
                  <a:lnTo>
                    <a:pt x="116" y="163"/>
                  </a:lnTo>
                  <a:lnTo>
                    <a:pt x="116" y="164"/>
                  </a:lnTo>
                  <a:lnTo>
                    <a:pt x="118" y="164"/>
                  </a:lnTo>
                  <a:lnTo>
                    <a:pt x="118" y="163"/>
                  </a:lnTo>
                  <a:lnTo>
                    <a:pt x="116" y="163"/>
                  </a:lnTo>
                  <a:close/>
                  <a:moveTo>
                    <a:pt x="44" y="163"/>
                  </a:moveTo>
                  <a:lnTo>
                    <a:pt x="44" y="163"/>
                  </a:lnTo>
                  <a:lnTo>
                    <a:pt x="43" y="164"/>
                  </a:lnTo>
                  <a:lnTo>
                    <a:pt x="43" y="164"/>
                  </a:lnTo>
                  <a:lnTo>
                    <a:pt x="43" y="165"/>
                  </a:lnTo>
                  <a:lnTo>
                    <a:pt x="44" y="164"/>
                  </a:lnTo>
                  <a:lnTo>
                    <a:pt x="44" y="164"/>
                  </a:lnTo>
                  <a:lnTo>
                    <a:pt x="44" y="163"/>
                  </a:lnTo>
                  <a:close/>
                  <a:moveTo>
                    <a:pt x="56" y="162"/>
                  </a:moveTo>
                  <a:lnTo>
                    <a:pt x="56" y="164"/>
                  </a:lnTo>
                  <a:lnTo>
                    <a:pt x="58" y="165"/>
                  </a:lnTo>
                  <a:lnTo>
                    <a:pt x="59" y="167"/>
                  </a:lnTo>
                  <a:lnTo>
                    <a:pt x="60" y="166"/>
                  </a:lnTo>
                  <a:lnTo>
                    <a:pt x="61" y="166"/>
                  </a:lnTo>
                  <a:lnTo>
                    <a:pt x="60" y="165"/>
                  </a:lnTo>
                  <a:lnTo>
                    <a:pt x="59" y="164"/>
                  </a:lnTo>
                  <a:lnTo>
                    <a:pt x="58" y="163"/>
                  </a:lnTo>
                  <a:lnTo>
                    <a:pt x="56" y="162"/>
                  </a:lnTo>
                  <a:close/>
                  <a:moveTo>
                    <a:pt x="50" y="162"/>
                  </a:moveTo>
                  <a:lnTo>
                    <a:pt x="49" y="162"/>
                  </a:lnTo>
                  <a:lnTo>
                    <a:pt x="49" y="163"/>
                  </a:lnTo>
                  <a:lnTo>
                    <a:pt x="49" y="164"/>
                  </a:lnTo>
                  <a:lnTo>
                    <a:pt x="50" y="164"/>
                  </a:lnTo>
                  <a:lnTo>
                    <a:pt x="51" y="163"/>
                  </a:lnTo>
                  <a:lnTo>
                    <a:pt x="50" y="162"/>
                  </a:lnTo>
                  <a:close/>
                  <a:moveTo>
                    <a:pt x="107" y="160"/>
                  </a:moveTo>
                  <a:lnTo>
                    <a:pt x="107" y="162"/>
                  </a:lnTo>
                  <a:lnTo>
                    <a:pt x="106" y="162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6" y="164"/>
                  </a:lnTo>
                  <a:lnTo>
                    <a:pt x="106" y="163"/>
                  </a:lnTo>
                  <a:lnTo>
                    <a:pt x="107" y="163"/>
                  </a:lnTo>
                  <a:lnTo>
                    <a:pt x="107" y="162"/>
                  </a:lnTo>
                  <a:lnTo>
                    <a:pt x="107" y="162"/>
                  </a:lnTo>
                  <a:lnTo>
                    <a:pt x="107" y="160"/>
                  </a:lnTo>
                  <a:close/>
                  <a:moveTo>
                    <a:pt x="37" y="160"/>
                  </a:moveTo>
                  <a:lnTo>
                    <a:pt x="36" y="162"/>
                  </a:lnTo>
                  <a:lnTo>
                    <a:pt x="37" y="163"/>
                  </a:lnTo>
                  <a:lnTo>
                    <a:pt x="38" y="163"/>
                  </a:lnTo>
                  <a:lnTo>
                    <a:pt x="38" y="162"/>
                  </a:lnTo>
                  <a:lnTo>
                    <a:pt x="37" y="160"/>
                  </a:lnTo>
                  <a:close/>
                  <a:moveTo>
                    <a:pt x="59" y="160"/>
                  </a:moveTo>
                  <a:lnTo>
                    <a:pt x="60" y="162"/>
                  </a:lnTo>
                  <a:lnTo>
                    <a:pt x="60" y="163"/>
                  </a:lnTo>
                  <a:lnTo>
                    <a:pt x="61" y="163"/>
                  </a:lnTo>
                  <a:lnTo>
                    <a:pt x="60" y="162"/>
                  </a:lnTo>
                  <a:lnTo>
                    <a:pt x="60" y="162"/>
                  </a:lnTo>
                  <a:lnTo>
                    <a:pt x="60" y="160"/>
                  </a:lnTo>
                  <a:lnTo>
                    <a:pt x="59" y="160"/>
                  </a:lnTo>
                  <a:close/>
                  <a:moveTo>
                    <a:pt x="113" y="159"/>
                  </a:moveTo>
                  <a:lnTo>
                    <a:pt x="112" y="160"/>
                  </a:lnTo>
                  <a:lnTo>
                    <a:pt x="110" y="160"/>
                  </a:lnTo>
                  <a:lnTo>
                    <a:pt x="110" y="162"/>
                  </a:lnTo>
                  <a:lnTo>
                    <a:pt x="110" y="162"/>
                  </a:lnTo>
                  <a:lnTo>
                    <a:pt x="110" y="162"/>
                  </a:lnTo>
                  <a:lnTo>
                    <a:pt x="112" y="162"/>
                  </a:lnTo>
                  <a:lnTo>
                    <a:pt x="112" y="160"/>
                  </a:lnTo>
                  <a:lnTo>
                    <a:pt x="113" y="159"/>
                  </a:lnTo>
                  <a:close/>
                  <a:moveTo>
                    <a:pt x="102" y="159"/>
                  </a:moveTo>
                  <a:lnTo>
                    <a:pt x="101" y="159"/>
                  </a:lnTo>
                  <a:lnTo>
                    <a:pt x="101" y="160"/>
                  </a:lnTo>
                  <a:lnTo>
                    <a:pt x="101" y="160"/>
                  </a:lnTo>
                  <a:lnTo>
                    <a:pt x="102" y="160"/>
                  </a:lnTo>
                  <a:lnTo>
                    <a:pt x="102" y="159"/>
                  </a:lnTo>
                  <a:close/>
                  <a:moveTo>
                    <a:pt x="122" y="158"/>
                  </a:moveTo>
                  <a:lnTo>
                    <a:pt x="121" y="158"/>
                  </a:lnTo>
                  <a:lnTo>
                    <a:pt x="121" y="159"/>
                  </a:lnTo>
                  <a:lnTo>
                    <a:pt x="121" y="159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2" y="158"/>
                  </a:lnTo>
                  <a:close/>
                  <a:moveTo>
                    <a:pt x="53" y="158"/>
                  </a:moveTo>
                  <a:lnTo>
                    <a:pt x="52" y="159"/>
                  </a:lnTo>
                  <a:lnTo>
                    <a:pt x="52" y="162"/>
                  </a:lnTo>
                  <a:lnTo>
                    <a:pt x="53" y="162"/>
                  </a:lnTo>
                  <a:lnTo>
                    <a:pt x="54" y="160"/>
                  </a:lnTo>
                  <a:lnTo>
                    <a:pt x="54" y="160"/>
                  </a:lnTo>
                  <a:lnTo>
                    <a:pt x="54" y="159"/>
                  </a:lnTo>
                  <a:lnTo>
                    <a:pt x="54" y="159"/>
                  </a:lnTo>
                  <a:lnTo>
                    <a:pt x="54" y="158"/>
                  </a:lnTo>
                  <a:lnTo>
                    <a:pt x="53" y="158"/>
                  </a:lnTo>
                  <a:close/>
                  <a:moveTo>
                    <a:pt x="97" y="157"/>
                  </a:moveTo>
                  <a:lnTo>
                    <a:pt x="95" y="158"/>
                  </a:lnTo>
                  <a:lnTo>
                    <a:pt x="94" y="160"/>
                  </a:lnTo>
                  <a:lnTo>
                    <a:pt x="95" y="159"/>
                  </a:lnTo>
                  <a:lnTo>
                    <a:pt x="96" y="159"/>
                  </a:lnTo>
                  <a:lnTo>
                    <a:pt x="97" y="157"/>
                  </a:lnTo>
                  <a:close/>
                  <a:moveTo>
                    <a:pt x="40" y="157"/>
                  </a:moveTo>
                  <a:lnTo>
                    <a:pt x="39" y="157"/>
                  </a:lnTo>
                  <a:lnTo>
                    <a:pt x="38" y="159"/>
                  </a:lnTo>
                  <a:lnTo>
                    <a:pt x="39" y="159"/>
                  </a:lnTo>
                  <a:lnTo>
                    <a:pt x="39" y="159"/>
                  </a:lnTo>
                  <a:lnTo>
                    <a:pt x="39" y="160"/>
                  </a:lnTo>
                  <a:lnTo>
                    <a:pt x="40" y="160"/>
                  </a:lnTo>
                  <a:lnTo>
                    <a:pt x="40" y="159"/>
                  </a:lnTo>
                  <a:lnTo>
                    <a:pt x="41" y="159"/>
                  </a:lnTo>
                  <a:lnTo>
                    <a:pt x="41" y="158"/>
                  </a:lnTo>
                  <a:lnTo>
                    <a:pt x="40" y="157"/>
                  </a:lnTo>
                  <a:lnTo>
                    <a:pt x="40" y="157"/>
                  </a:lnTo>
                  <a:close/>
                  <a:moveTo>
                    <a:pt x="102" y="156"/>
                  </a:moveTo>
                  <a:lnTo>
                    <a:pt x="101" y="157"/>
                  </a:lnTo>
                  <a:lnTo>
                    <a:pt x="100" y="159"/>
                  </a:lnTo>
                  <a:lnTo>
                    <a:pt x="101" y="158"/>
                  </a:lnTo>
                  <a:lnTo>
                    <a:pt x="102" y="156"/>
                  </a:lnTo>
                  <a:close/>
                  <a:moveTo>
                    <a:pt x="123" y="156"/>
                  </a:moveTo>
                  <a:lnTo>
                    <a:pt x="122" y="156"/>
                  </a:lnTo>
                  <a:lnTo>
                    <a:pt x="121" y="157"/>
                  </a:lnTo>
                  <a:lnTo>
                    <a:pt x="122" y="156"/>
                  </a:lnTo>
                  <a:lnTo>
                    <a:pt x="123" y="156"/>
                  </a:lnTo>
                  <a:close/>
                  <a:moveTo>
                    <a:pt x="110" y="156"/>
                  </a:moveTo>
                  <a:lnTo>
                    <a:pt x="110" y="157"/>
                  </a:lnTo>
                  <a:lnTo>
                    <a:pt x="109" y="157"/>
                  </a:lnTo>
                  <a:lnTo>
                    <a:pt x="108" y="158"/>
                  </a:lnTo>
                  <a:lnTo>
                    <a:pt x="108" y="159"/>
                  </a:lnTo>
                  <a:lnTo>
                    <a:pt x="109" y="158"/>
                  </a:lnTo>
                  <a:lnTo>
                    <a:pt x="110" y="157"/>
                  </a:lnTo>
                  <a:lnTo>
                    <a:pt x="111" y="156"/>
                  </a:lnTo>
                  <a:lnTo>
                    <a:pt x="110" y="156"/>
                  </a:lnTo>
                  <a:close/>
                  <a:moveTo>
                    <a:pt x="55" y="155"/>
                  </a:moveTo>
                  <a:lnTo>
                    <a:pt x="55" y="156"/>
                  </a:lnTo>
                  <a:lnTo>
                    <a:pt x="56" y="158"/>
                  </a:lnTo>
                  <a:lnTo>
                    <a:pt x="58" y="158"/>
                  </a:lnTo>
                  <a:lnTo>
                    <a:pt x="58" y="157"/>
                  </a:lnTo>
                  <a:lnTo>
                    <a:pt x="56" y="156"/>
                  </a:lnTo>
                  <a:lnTo>
                    <a:pt x="55" y="155"/>
                  </a:lnTo>
                  <a:close/>
                  <a:moveTo>
                    <a:pt x="51" y="154"/>
                  </a:moveTo>
                  <a:lnTo>
                    <a:pt x="50" y="155"/>
                  </a:lnTo>
                  <a:lnTo>
                    <a:pt x="49" y="155"/>
                  </a:lnTo>
                  <a:lnTo>
                    <a:pt x="49" y="156"/>
                  </a:lnTo>
                  <a:lnTo>
                    <a:pt x="50" y="156"/>
                  </a:lnTo>
                  <a:lnTo>
                    <a:pt x="51" y="155"/>
                  </a:lnTo>
                  <a:lnTo>
                    <a:pt x="51" y="155"/>
                  </a:lnTo>
                  <a:lnTo>
                    <a:pt x="51" y="154"/>
                  </a:lnTo>
                  <a:close/>
                  <a:moveTo>
                    <a:pt x="100" y="154"/>
                  </a:moveTo>
                  <a:lnTo>
                    <a:pt x="99" y="154"/>
                  </a:lnTo>
                  <a:lnTo>
                    <a:pt x="98" y="155"/>
                  </a:lnTo>
                  <a:lnTo>
                    <a:pt x="98" y="156"/>
                  </a:lnTo>
                  <a:lnTo>
                    <a:pt x="100" y="155"/>
                  </a:lnTo>
                  <a:lnTo>
                    <a:pt x="101" y="154"/>
                  </a:lnTo>
                  <a:lnTo>
                    <a:pt x="100" y="154"/>
                  </a:lnTo>
                  <a:close/>
                  <a:moveTo>
                    <a:pt x="43" y="153"/>
                  </a:moveTo>
                  <a:lnTo>
                    <a:pt x="43" y="154"/>
                  </a:lnTo>
                  <a:lnTo>
                    <a:pt x="42" y="155"/>
                  </a:lnTo>
                  <a:lnTo>
                    <a:pt x="43" y="156"/>
                  </a:lnTo>
                  <a:lnTo>
                    <a:pt x="43" y="156"/>
                  </a:lnTo>
                  <a:lnTo>
                    <a:pt x="44" y="157"/>
                  </a:lnTo>
                  <a:lnTo>
                    <a:pt x="44" y="156"/>
                  </a:lnTo>
                  <a:lnTo>
                    <a:pt x="46" y="155"/>
                  </a:lnTo>
                  <a:lnTo>
                    <a:pt x="44" y="154"/>
                  </a:lnTo>
                  <a:lnTo>
                    <a:pt x="44" y="154"/>
                  </a:lnTo>
                  <a:lnTo>
                    <a:pt x="43" y="153"/>
                  </a:lnTo>
                  <a:close/>
                  <a:moveTo>
                    <a:pt x="96" y="153"/>
                  </a:moveTo>
                  <a:lnTo>
                    <a:pt x="94" y="154"/>
                  </a:lnTo>
                  <a:lnTo>
                    <a:pt x="92" y="155"/>
                  </a:lnTo>
                  <a:lnTo>
                    <a:pt x="94" y="155"/>
                  </a:lnTo>
                  <a:lnTo>
                    <a:pt x="95" y="154"/>
                  </a:lnTo>
                  <a:lnTo>
                    <a:pt x="96" y="153"/>
                  </a:lnTo>
                  <a:close/>
                  <a:moveTo>
                    <a:pt x="120" y="153"/>
                  </a:moveTo>
                  <a:lnTo>
                    <a:pt x="118" y="153"/>
                  </a:lnTo>
                  <a:lnTo>
                    <a:pt x="116" y="154"/>
                  </a:lnTo>
                  <a:lnTo>
                    <a:pt x="115" y="154"/>
                  </a:lnTo>
                  <a:lnTo>
                    <a:pt x="114" y="156"/>
                  </a:lnTo>
                  <a:lnTo>
                    <a:pt x="114" y="156"/>
                  </a:lnTo>
                  <a:lnTo>
                    <a:pt x="115" y="157"/>
                  </a:lnTo>
                  <a:lnTo>
                    <a:pt x="118" y="157"/>
                  </a:lnTo>
                  <a:lnTo>
                    <a:pt x="119" y="156"/>
                  </a:lnTo>
                  <a:lnTo>
                    <a:pt x="120" y="155"/>
                  </a:lnTo>
                  <a:lnTo>
                    <a:pt x="121" y="154"/>
                  </a:lnTo>
                  <a:lnTo>
                    <a:pt x="120" y="153"/>
                  </a:lnTo>
                  <a:lnTo>
                    <a:pt x="120" y="153"/>
                  </a:lnTo>
                  <a:close/>
                  <a:moveTo>
                    <a:pt x="53" y="152"/>
                  </a:moveTo>
                  <a:lnTo>
                    <a:pt x="53" y="153"/>
                  </a:lnTo>
                  <a:lnTo>
                    <a:pt x="53" y="153"/>
                  </a:lnTo>
                  <a:lnTo>
                    <a:pt x="54" y="154"/>
                  </a:lnTo>
                  <a:lnTo>
                    <a:pt x="54" y="153"/>
                  </a:lnTo>
                  <a:lnTo>
                    <a:pt x="54" y="153"/>
                  </a:lnTo>
                  <a:lnTo>
                    <a:pt x="54" y="152"/>
                  </a:lnTo>
                  <a:lnTo>
                    <a:pt x="53" y="152"/>
                  </a:lnTo>
                  <a:close/>
                  <a:moveTo>
                    <a:pt x="99" y="152"/>
                  </a:moveTo>
                  <a:lnTo>
                    <a:pt x="98" y="152"/>
                  </a:lnTo>
                  <a:lnTo>
                    <a:pt x="97" y="153"/>
                  </a:lnTo>
                  <a:lnTo>
                    <a:pt x="97" y="154"/>
                  </a:lnTo>
                  <a:lnTo>
                    <a:pt x="97" y="154"/>
                  </a:lnTo>
                  <a:lnTo>
                    <a:pt x="98" y="153"/>
                  </a:lnTo>
                  <a:lnTo>
                    <a:pt x="99" y="152"/>
                  </a:lnTo>
                  <a:lnTo>
                    <a:pt x="99" y="152"/>
                  </a:lnTo>
                  <a:close/>
                  <a:moveTo>
                    <a:pt x="116" y="151"/>
                  </a:moveTo>
                  <a:lnTo>
                    <a:pt x="115" y="152"/>
                  </a:lnTo>
                  <a:lnTo>
                    <a:pt x="114" y="153"/>
                  </a:lnTo>
                  <a:lnTo>
                    <a:pt x="113" y="153"/>
                  </a:lnTo>
                  <a:lnTo>
                    <a:pt x="112" y="154"/>
                  </a:lnTo>
                  <a:lnTo>
                    <a:pt x="114" y="153"/>
                  </a:lnTo>
                  <a:lnTo>
                    <a:pt x="116" y="152"/>
                  </a:lnTo>
                  <a:lnTo>
                    <a:pt x="118" y="151"/>
                  </a:lnTo>
                  <a:lnTo>
                    <a:pt x="116" y="151"/>
                  </a:lnTo>
                  <a:lnTo>
                    <a:pt x="116" y="151"/>
                  </a:lnTo>
                  <a:close/>
                  <a:moveTo>
                    <a:pt x="42" y="151"/>
                  </a:moveTo>
                  <a:lnTo>
                    <a:pt x="41" y="151"/>
                  </a:lnTo>
                  <a:lnTo>
                    <a:pt x="41" y="152"/>
                  </a:lnTo>
                  <a:lnTo>
                    <a:pt x="41" y="153"/>
                  </a:lnTo>
                  <a:lnTo>
                    <a:pt x="42" y="152"/>
                  </a:lnTo>
                  <a:lnTo>
                    <a:pt x="42" y="151"/>
                  </a:lnTo>
                  <a:lnTo>
                    <a:pt x="42" y="151"/>
                  </a:lnTo>
                  <a:close/>
                  <a:moveTo>
                    <a:pt x="127" y="150"/>
                  </a:moveTo>
                  <a:lnTo>
                    <a:pt x="127" y="151"/>
                  </a:lnTo>
                  <a:lnTo>
                    <a:pt x="127" y="152"/>
                  </a:lnTo>
                  <a:lnTo>
                    <a:pt x="128" y="153"/>
                  </a:lnTo>
                  <a:lnTo>
                    <a:pt x="128" y="154"/>
                  </a:lnTo>
                  <a:lnTo>
                    <a:pt x="128" y="155"/>
                  </a:lnTo>
                  <a:lnTo>
                    <a:pt x="128" y="156"/>
                  </a:lnTo>
                  <a:lnTo>
                    <a:pt x="130" y="157"/>
                  </a:lnTo>
                  <a:lnTo>
                    <a:pt x="130" y="155"/>
                  </a:lnTo>
                  <a:lnTo>
                    <a:pt x="128" y="153"/>
                  </a:lnTo>
                  <a:lnTo>
                    <a:pt x="128" y="152"/>
                  </a:lnTo>
                  <a:lnTo>
                    <a:pt x="128" y="150"/>
                  </a:lnTo>
                  <a:lnTo>
                    <a:pt x="127" y="150"/>
                  </a:lnTo>
                  <a:close/>
                  <a:moveTo>
                    <a:pt x="49" y="150"/>
                  </a:moveTo>
                  <a:lnTo>
                    <a:pt x="48" y="150"/>
                  </a:lnTo>
                  <a:lnTo>
                    <a:pt x="47" y="151"/>
                  </a:lnTo>
                  <a:lnTo>
                    <a:pt x="46" y="152"/>
                  </a:lnTo>
                  <a:lnTo>
                    <a:pt x="47" y="153"/>
                  </a:lnTo>
                  <a:lnTo>
                    <a:pt x="48" y="154"/>
                  </a:lnTo>
                  <a:lnTo>
                    <a:pt x="50" y="153"/>
                  </a:lnTo>
                  <a:lnTo>
                    <a:pt x="50" y="151"/>
                  </a:lnTo>
                  <a:lnTo>
                    <a:pt x="49" y="150"/>
                  </a:lnTo>
                  <a:close/>
                  <a:moveTo>
                    <a:pt x="111" y="150"/>
                  </a:moveTo>
                  <a:lnTo>
                    <a:pt x="109" y="150"/>
                  </a:lnTo>
                  <a:lnTo>
                    <a:pt x="107" y="151"/>
                  </a:lnTo>
                  <a:lnTo>
                    <a:pt x="106" y="153"/>
                  </a:lnTo>
                  <a:lnTo>
                    <a:pt x="104" y="155"/>
                  </a:lnTo>
                  <a:lnTo>
                    <a:pt x="107" y="153"/>
                  </a:lnTo>
                  <a:lnTo>
                    <a:pt x="109" y="152"/>
                  </a:lnTo>
                  <a:lnTo>
                    <a:pt x="111" y="150"/>
                  </a:lnTo>
                  <a:close/>
                  <a:moveTo>
                    <a:pt x="114" y="150"/>
                  </a:moveTo>
                  <a:lnTo>
                    <a:pt x="113" y="150"/>
                  </a:lnTo>
                  <a:lnTo>
                    <a:pt x="112" y="152"/>
                  </a:lnTo>
                  <a:lnTo>
                    <a:pt x="111" y="153"/>
                  </a:lnTo>
                  <a:lnTo>
                    <a:pt x="113" y="152"/>
                  </a:lnTo>
                  <a:lnTo>
                    <a:pt x="115" y="151"/>
                  </a:lnTo>
                  <a:lnTo>
                    <a:pt x="116" y="150"/>
                  </a:lnTo>
                  <a:lnTo>
                    <a:pt x="114" y="150"/>
                  </a:lnTo>
                  <a:close/>
                  <a:moveTo>
                    <a:pt x="58" y="150"/>
                  </a:moveTo>
                  <a:lnTo>
                    <a:pt x="56" y="150"/>
                  </a:lnTo>
                  <a:lnTo>
                    <a:pt x="58" y="151"/>
                  </a:lnTo>
                  <a:lnTo>
                    <a:pt x="59" y="153"/>
                  </a:lnTo>
                  <a:lnTo>
                    <a:pt x="60" y="154"/>
                  </a:lnTo>
                  <a:lnTo>
                    <a:pt x="61" y="155"/>
                  </a:lnTo>
                  <a:lnTo>
                    <a:pt x="61" y="155"/>
                  </a:lnTo>
                  <a:lnTo>
                    <a:pt x="62" y="155"/>
                  </a:lnTo>
                  <a:lnTo>
                    <a:pt x="63" y="155"/>
                  </a:lnTo>
                  <a:lnTo>
                    <a:pt x="63" y="155"/>
                  </a:lnTo>
                  <a:lnTo>
                    <a:pt x="63" y="156"/>
                  </a:lnTo>
                  <a:lnTo>
                    <a:pt x="63" y="156"/>
                  </a:lnTo>
                  <a:lnTo>
                    <a:pt x="63" y="157"/>
                  </a:lnTo>
                  <a:lnTo>
                    <a:pt x="63" y="157"/>
                  </a:lnTo>
                  <a:lnTo>
                    <a:pt x="64" y="158"/>
                  </a:lnTo>
                  <a:lnTo>
                    <a:pt x="64" y="158"/>
                  </a:lnTo>
                  <a:lnTo>
                    <a:pt x="66" y="158"/>
                  </a:lnTo>
                  <a:lnTo>
                    <a:pt x="65" y="157"/>
                  </a:lnTo>
                  <a:lnTo>
                    <a:pt x="65" y="156"/>
                  </a:lnTo>
                  <a:lnTo>
                    <a:pt x="64" y="154"/>
                  </a:lnTo>
                  <a:lnTo>
                    <a:pt x="62" y="154"/>
                  </a:lnTo>
                  <a:lnTo>
                    <a:pt x="61" y="153"/>
                  </a:lnTo>
                  <a:lnTo>
                    <a:pt x="60" y="152"/>
                  </a:lnTo>
                  <a:lnTo>
                    <a:pt x="60" y="151"/>
                  </a:lnTo>
                  <a:lnTo>
                    <a:pt x="59" y="150"/>
                  </a:lnTo>
                  <a:lnTo>
                    <a:pt x="58" y="150"/>
                  </a:lnTo>
                  <a:close/>
                  <a:moveTo>
                    <a:pt x="124" y="148"/>
                  </a:moveTo>
                  <a:lnTo>
                    <a:pt x="123" y="148"/>
                  </a:lnTo>
                  <a:lnTo>
                    <a:pt x="122" y="150"/>
                  </a:lnTo>
                  <a:lnTo>
                    <a:pt x="121" y="150"/>
                  </a:lnTo>
                  <a:lnTo>
                    <a:pt x="121" y="151"/>
                  </a:lnTo>
                  <a:lnTo>
                    <a:pt x="122" y="152"/>
                  </a:lnTo>
                  <a:lnTo>
                    <a:pt x="123" y="153"/>
                  </a:lnTo>
                  <a:lnTo>
                    <a:pt x="124" y="154"/>
                  </a:lnTo>
                  <a:lnTo>
                    <a:pt x="124" y="154"/>
                  </a:lnTo>
                  <a:lnTo>
                    <a:pt x="124" y="155"/>
                  </a:lnTo>
                  <a:lnTo>
                    <a:pt x="125" y="156"/>
                  </a:lnTo>
                  <a:lnTo>
                    <a:pt x="125" y="156"/>
                  </a:lnTo>
                  <a:lnTo>
                    <a:pt x="126" y="156"/>
                  </a:lnTo>
                  <a:lnTo>
                    <a:pt x="125" y="158"/>
                  </a:lnTo>
                  <a:lnTo>
                    <a:pt x="124" y="159"/>
                  </a:lnTo>
                  <a:lnTo>
                    <a:pt x="123" y="160"/>
                  </a:lnTo>
                  <a:lnTo>
                    <a:pt x="122" y="162"/>
                  </a:lnTo>
                  <a:lnTo>
                    <a:pt x="122" y="164"/>
                  </a:lnTo>
                  <a:lnTo>
                    <a:pt x="124" y="164"/>
                  </a:lnTo>
                  <a:lnTo>
                    <a:pt x="126" y="163"/>
                  </a:lnTo>
                  <a:lnTo>
                    <a:pt x="128" y="162"/>
                  </a:lnTo>
                  <a:lnTo>
                    <a:pt x="128" y="159"/>
                  </a:lnTo>
                  <a:lnTo>
                    <a:pt x="128" y="157"/>
                  </a:lnTo>
                  <a:lnTo>
                    <a:pt x="128" y="158"/>
                  </a:lnTo>
                  <a:lnTo>
                    <a:pt x="127" y="158"/>
                  </a:lnTo>
                  <a:lnTo>
                    <a:pt x="127" y="158"/>
                  </a:lnTo>
                  <a:lnTo>
                    <a:pt x="126" y="158"/>
                  </a:lnTo>
                  <a:lnTo>
                    <a:pt x="126" y="157"/>
                  </a:lnTo>
                  <a:lnTo>
                    <a:pt x="126" y="155"/>
                  </a:lnTo>
                  <a:lnTo>
                    <a:pt x="125" y="153"/>
                  </a:lnTo>
                  <a:lnTo>
                    <a:pt x="125" y="151"/>
                  </a:lnTo>
                  <a:lnTo>
                    <a:pt x="124" y="148"/>
                  </a:lnTo>
                  <a:close/>
                  <a:moveTo>
                    <a:pt x="100" y="148"/>
                  </a:moveTo>
                  <a:lnTo>
                    <a:pt x="99" y="150"/>
                  </a:lnTo>
                  <a:lnTo>
                    <a:pt x="97" y="151"/>
                  </a:lnTo>
                  <a:lnTo>
                    <a:pt x="96" y="152"/>
                  </a:lnTo>
                  <a:lnTo>
                    <a:pt x="98" y="152"/>
                  </a:lnTo>
                  <a:lnTo>
                    <a:pt x="99" y="150"/>
                  </a:lnTo>
                  <a:lnTo>
                    <a:pt x="100" y="148"/>
                  </a:lnTo>
                  <a:close/>
                  <a:moveTo>
                    <a:pt x="51" y="147"/>
                  </a:moveTo>
                  <a:lnTo>
                    <a:pt x="50" y="147"/>
                  </a:lnTo>
                  <a:lnTo>
                    <a:pt x="51" y="150"/>
                  </a:lnTo>
                  <a:lnTo>
                    <a:pt x="52" y="151"/>
                  </a:lnTo>
                  <a:lnTo>
                    <a:pt x="52" y="150"/>
                  </a:lnTo>
                  <a:lnTo>
                    <a:pt x="52" y="148"/>
                  </a:lnTo>
                  <a:lnTo>
                    <a:pt x="51" y="147"/>
                  </a:lnTo>
                  <a:close/>
                  <a:moveTo>
                    <a:pt x="108" y="147"/>
                  </a:moveTo>
                  <a:lnTo>
                    <a:pt x="106" y="148"/>
                  </a:lnTo>
                  <a:lnTo>
                    <a:pt x="103" y="151"/>
                  </a:lnTo>
                  <a:lnTo>
                    <a:pt x="101" y="153"/>
                  </a:lnTo>
                  <a:lnTo>
                    <a:pt x="103" y="152"/>
                  </a:lnTo>
                  <a:lnTo>
                    <a:pt x="106" y="151"/>
                  </a:lnTo>
                  <a:lnTo>
                    <a:pt x="107" y="148"/>
                  </a:lnTo>
                  <a:lnTo>
                    <a:pt x="108" y="147"/>
                  </a:lnTo>
                  <a:close/>
                  <a:moveTo>
                    <a:pt x="118" y="146"/>
                  </a:moveTo>
                  <a:lnTo>
                    <a:pt x="118" y="147"/>
                  </a:lnTo>
                  <a:lnTo>
                    <a:pt x="119" y="148"/>
                  </a:lnTo>
                  <a:lnTo>
                    <a:pt x="120" y="148"/>
                  </a:lnTo>
                  <a:lnTo>
                    <a:pt x="120" y="147"/>
                  </a:lnTo>
                  <a:lnTo>
                    <a:pt x="119" y="146"/>
                  </a:lnTo>
                  <a:lnTo>
                    <a:pt x="118" y="146"/>
                  </a:lnTo>
                  <a:close/>
                  <a:moveTo>
                    <a:pt x="48" y="145"/>
                  </a:moveTo>
                  <a:lnTo>
                    <a:pt x="46" y="146"/>
                  </a:lnTo>
                  <a:lnTo>
                    <a:pt x="44" y="147"/>
                  </a:lnTo>
                  <a:lnTo>
                    <a:pt x="44" y="148"/>
                  </a:lnTo>
                  <a:lnTo>
                    <a:pt x="44" y="150"/>
                  </a:lnTo>
                  <a:lnTo>
                    <a:pt x="46" y="150"/>
                  </a:lnTo>
                  <a:lnTo>
                    <a:pt x="47" y="148"/>
                  </a:lnTo>
                  <a:lnTo>
                    <a:pt x="48" y="147"/>
                  </a:lnTo>
                  <a:lnTo>
                    <a:pt x="48" y="145"/>
                  </a:lnTo>
                  <a:close/>
                  <a:moveTo>
                    <a:pt x="114" y="145"/>
                  </a:moveTo>
                  <a:lnTo>
                    <a:pt x="113" y="146"/>
                  </a:lnTo>
                  <a:lnTo>
                    <a:pt x="112" y="147"/>
                  </a:lnTo>
                  <a:lnTo>
                    <a:pt x="112" y="147"/>
                  </a:lnTo>
                  <a:lnTo>
                    <a:pt x="113" y="147"/>
                  </a:lnTo>
                  <a:lnTo>
                    <a:pt x="114" y="146"/>
                  </a:lnTo>
                  <a:lnTo>
                    <a:pt x="114" y="145"/>
                  </a:lnTo>
                  <a:close/>
                  <a:moveTo>
                    <a:pt x="55" y="144"/>
                  </a:moveTo>
                  <a:lnTo>
                    <a:pt x="54" y="145"/>
                  </a:lnTo>
                  <a:lnTo>
                    <a:pt x="54" y="145"/>
                  </a:lnTo>
                  <a:lnTo>
                    <a:pt x="53" y="146"/>
                  </a:lnTo>
                  <a:lnTo>
                    <a:pt x="54" y="147"/>
                  </a:lnTo>
                  <a:lnTo>
                    <a:pt x="54" y="147"/>
                  </a:lnTo>
                  <a:lnTo>
                    <a:pt x="55" y="147"/>
                  </a:lnTo>
                  <a:lnTo>
                    <a:pt x="55" y="147"/>
                  </a:lnTo>
                  <a:lnTo>
                    <a:pt x="56" y="146"/>
                  </a:lnTo>
                  <a:lnTo>
                    <a:pt x="56" y="146"/>
                  </a:lnTo>
                  <a:lnTo>
                    <a:pt x="55" y="145"/>
                  </a:lnTo>
                  <a:lnTo>
                    <a:pt x="55" y="144"/>
                  </a:lnTo>
                  <a:close/>
                  <a:moveTo>
                    <a:pt x="58" y="143"/>
                  </a:moveTo>
                  <a:lnTo>
                    <a:pt x="56" y="144"/>
                  </a:lnTo>
                  <a:lnTo>
                    <a:pt x="58" y="144"/>
                  </a:lnTo>
                  <a:lnTo>
                    <a:pt x="58" y="145"/>
                  </a:lnTo>
                  <a:lnTo>
                    <a:pt x="59" y="145"/>
                  </a:lnTo>
                  <a:lnTo>
                    <a:pt x="59" y="144"/>
                  </a:lnTo>
                  <a:lnTo>
                    <a:pt x="58" y="144"/>
                  </a:lnTo>
                  <a:lnTo>
                    <a:pt x="58" y="143"/>
                  </a:lnTo>
                  <a:close/>
                  <a:moveTo>
                    <a:pt x="52" y="142"/>
                  </a:moveTo>
                  <a:lnTo>
                    <a:pt x="51" y="142"/>
                  </a:lnTo>
                  <a:lnTo>
                    <a:pt x="49" y="143"/>
                  </a:lnTo>
                  <a:lnTo>
                    <a:pt x="49" y="144"/>
                  </a:lnTo>
                  <a:lnTo>
                    <a:pt x="49" y="146"/>
                  </a:lnTo>
                  <a:lnTo>
                    <a:pt x="50" y="146"/>
                  </a:lnTo>
                  <a:lnTo>
                    <a:pt x="50" y="145"/>
                  </a:lnTo>
                  <a:lnTo>
                    <a:pt x="51" y="144"/>
                  </a:lnTo>
                  <a:lnTo>
                    <a:pt x="51" y="144"/>
                  </a:lnTo>
                  <a:lnTo>
                    <a:pt x="52" y="144"/>
                  </a:lnTo>
                  <a:lnTo>
                    <a:pt x="52" y="143"/>
                  </a:lnTo>
                  <a:lnTo>
                    <a:pt x="52" y="143"/>
                  </a:lnTo>
                  <a:lnTo>
                    <a:pt x="52" y="142"/>
                  </a:lnTo>
                  <a:close/>
                  <a:moveTo>
                    <a:pt x="122" y="142"/>
                  </a:moveTo>
                  <a:lnTo>
                    <a:pt x="121" y="143"/>
                  </a:lnTo>
                  <a:lnTo>
                    <a:pt x="121" y="143"/>
                  </a:lnTo>
                  <a:lnTo>
                    <a:pt x="122" y="144"/>
                  </a:lnTo>
                  <a:lnTo>
                    <a:pt x="123" y="144"/>
                  </a:lnTo>
                  <a:lnTo>
                    <a:pt x="123" y="143"/>
                  </a:lnTo>
                  <a:lnTo>
                    <a:pt x="123" y="143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22" y="142"/>
                  </a:lnTo>
                  <a:close/>
                  <a:moveTo>
                    <a:pt x="118" y="142"/>
                  </a:moveTo>
                  <a:lnTo>
                    <a:pt x="118" y="143"/>
                  </a:lnTo>
                  <a:lnTo>
                    <a:pt x="118" y="143"/>
                  </a:lnTo>
                  <a:lnTo>
                    <a:pt x="118" y="143"/>
                  </a:lnTo>
                  <a:lnTo>
                    <a:pt x="119" y="143"/>
                  </a:lnTo>
                  <a:lnTo>
                    <a:pt x="119" y="143"/>
                  </a:lnTo>
                  <a:lnTo>
                    <a:pt x="119" y="142"/>
                  </a:lnTo>
                  <a:lnTo>
                    <a:pt x="118" y="142"/>
                  </a:lnTo>
                  <a:close/>
                  <a:moveTo>
                    <a:pt x="60" y="142"/>
                  </a:moveTo>
                  <a:lnTo>
                    <a:pt x="60" y="142"/>
                  </a:lnTo>
                  <a:lnTo>
                    <a:pt x="60" y="142"/>
                  </a:lnTo>
                  <a:lnTo>
                    <a:pt x="61" y="143"/>
                  </a:lnTo>
                  <a:lnTo>
                    <a:pt x="61" y="143"/>
                  </a:lnTo>
                  <a:lnTo>
                    <a:pt x="61" y="143"/>
                  </a:lnTo>
                  <a:lnTo>
                    <a:pt x="61" y="142"/>
                  </a:lnTo>
                  <a:lnTo>
                    <a:pt x="60" y="142"/>
                  </a:lnTo>
                  <a:close/>
                  <a:moveTo>
                    <a:pt x="109" y="140"/>
                  </a:moveTo>
                  <a:lnTo>
                    <a:pt x="109" y="141"/>
                  </a:lnTo>
                  <a:lnTo>
                    <a:pt x="108" y="141"/>
                  </a:lnTo>
                  <a:lnTo>
                    <a:pt x="108" y="142"/>
                  </a:lnTo>
                  <a:lnTo>
                    <a:pt x="109" y="142"/>
                  </a:lnTo>
                  <a:lnTo>
                    <a:pt x="109" y="141"/>
                  </a:lnTo>
                  <a:lnTo>
                    <a:pt x="109" y="140"/>
                  </a:lnTo>
                  <a:close/>
                  <a:moveTo>
                    <a:pt x="101" y="139"/>
                  </a:moveTo>
                  <a:lnTo>
                    <a:pt x="100" y="140"/>
                  </a:lnTo>
                  <a:lnTo>
                    <a:pt x="100" y="142"/>
                  </a:lnTo>
                  <a:lnTo>
                    <a:pt x="100" y="143"/>
                  </a:lnTo>
                  <a:lnTo>
                    <a:pt x="101" y="144"/>
                  </a:lnTo>
                  <a:lnTo>
                    <a:pt x="102" y="143"/>
                  </a:lnTo>
                  <a:lnTo>
                    <a:pt x="103" y="142"/>
                  </a:lnTo>
                  <a:lnTo>
                    <a:pt x="104" y="141"/>
                  </a:lnTo>
                  <a:lnTo>
                    <a:pt x="103" y="141"/>
                  </a:lnTo>
                  <a:lnTo>
                    <a:pt x="102" y="140"/>
                  </a:lnTo>
                  <a:lnTo>
                    <a:pt x="101" y="139"/>
                  </a:lnTo>
                  <a:close/>
                  <a:moveTo>
                    <a:pt x="114" y="138"/>
                  </a:moveTo>
                  <a:lnTo>
                    <a:pt x="115" y="139"/>
                  </a:lnTo>
                  <a:lnTo>
                    <a:pt x="116" y="141"/>
                  </a:lnTo>
                  <a:lnTo>
                    <a:pt x="116" y="141"/>
                  </a:lnTo>
                  <a:lnTo>
                    <a:pt x="118" y="140"/>
                  </a:lnTo>
                  <a:lnTo>
                    <a:pt x="116" y="139"/>
                  </a:lnTo>
                  <a:lnTo>
                    <a:pt x="115" y="138"/>
                  </a:lnTo>
                  <a:lnTo>
                    <a:pt x="114" y="138"/>
                  </a:lnTo>
                  <a:close/>
                  <a:moveTo>
                    <a:pt x="106" y="138"/>
                  </a:moveTo>
                  <a:lnTo>
                    <a:pt x="104" y="138"/>
                  </a:lnTo>
                  <a:lnTo>
                    <a:pt x="104" y="138"/>
                  </a:lnTo>
                  <a:lnTo>
                    <a:pt x="104" y="139"/>
                  </a:lnTo>
                  <a:lnTo>
                    <a:pt x="106" y="139"/>
                  </a:lnTo>
                  <a:lnTo>
                    <a:pt x="106" y="138"/>
                  </a:lnTo>
                  <a:lnTo>
                    <a:pt x="106" y="138"/>
                  </a:lnTo>
                  <a:close/>
                  <a:moveTo>
                    <a:pt x="112" y="136"/>
                  </a:moveTo>
                  <a:lnTo>
                    <a:pt x="111" y="138"/>
                  </a:lnTo>
                  <a:lnTo>
                    <a:pt x="112" y="139"/>
                  </a:lnTo>
                  <a:lnTo>
                    <a:pt x="113" y="139"/>
                  </a:lnTo>
                  <a:lnTo>
                    <a:pt x="113" y="138"/>
                  </a:lnTo>
                  <a:lnTo>
                    <a:pt x="112" y="136"/>
                  </a:lnTo>
                  <a:close/>
                  <a:moveTo>
                    <a:pt x="60" y="136"/>
                  </a:moveTo>
                  <a:lnTo>
                    <a:pt x="60" y="138"/>
                  </a:lnTo>
                  <a:lnTo>
                    <a:pt x="61" y="139"/>
                  </a:lnTo>
                  <a:lnTo>
                    <a:pt x="61" y="138"/>
                  </a:lnTo>
                  <a:lnTo>
                    <a:pt x="60" y="138"/>
                  </a:lnTo>
                  <a:lnTo>
                    <a:pt x="60" y="136"/>
                  </a:lnTo>
                  <a:close/>
                  <a:moveTo>
                    <a:pt x="118" y="134"/>
                  </a:moveTo>
                  <a:lnTo>
                    <a:pt x="116" y="134"/>
                  </a:lnTo>
                  <a:lnTo>
                    <a:pt x="116" y="134"/>
                  </a:lnTo>
                  <a:lnTo>
                    <a:pt x="118" y="135"/>
                  </a:lnTo>
                  <a:lnTo>
                    <a:pt x="118" y="134"/>
                  </a:lnTo>
                  <a:lnTo>
                    <a:pt x="119" y="135"/>
                  </a:lnTo>
                  <a:lnTo>
                    <a:pt x="119" y="134"/>
                  </a:lnTo>
                  <a:lnTo>
                    <a:pt x="118" y="134"/>
                  </a:lnTo>
                  <a:lnTo>
                    <a:pt x="118" y="134"/>
                  </a:lnTo>
                  <a:close/>
                  <a:moveTo>
                    <a:pt x="106" y="132"/>
                  </a:moveTo>
                  <a:lnTo>
                    <a:pt x="104" y="132"/>
                  </a:lnTo>
                  <a:lnTo>
                    <a:pt x="103" y="133"/>
                  </a:lnTo>
                  <a:lnTo>
                    <a:pt x="103" y="134"/>
                  </a:lnTo>
                  <a:lnTo>
                    <a:pt x="103" y="135"/>
                  </a:lnTo>
                  <a:lnTo>
                    <a:pt x="104" y="134"/>
                  </a:lnTo>
                  <a:lnTo>
                    <a:pt x="106" y="133"/>
                  </a:lnTo>
                  <a:lnTo>
                    <a:pt x="106" y="132"/>
                  </a:lnTo>
                  <a:close/>
                  <a:moveTo>
                    <a:pt x="54" y="131"/>
                  </a:moveTo>
                  <a:lnTo>
                    <a:pt x="53" y="133"/>
                  </a:lnTo>
                  <a:lnTo>
                    <a:pt x="53" y="135"/>
                  </a:lnTo>
                  <a:lnTo>
                    <a:pt x="53" y="139"/>
                  </a:lnTo>
                  <a:lnTo>
                    <a:pt x="55" y="140"/>
                  </a:lnTo>
                  <a:lnTo>
                    <a:pt x="56" y="140"/>
                  </a:lnTo>
                  <a:lnTo>
                    <a:pt x="59" y="140"/>
                  </a:lnTo>
                  <a:lnTo>
                    <a:pt x="58" y="138"/>
                  </a:lnTo>
                  <a:lnTo>
                    <a:pt x="55" y="134"/>
                  </a:lnTo>
                  <a:lnTo>
                    <a:pt x="54" y="131"/>
                  </a:lnTo>
                  <a:close/>
                  <a:moveTo>
                    <a:pt x="114" y="130"/>
                  </a:moveTo>
                  <a:lnTo>
                    <a:pt x="114" y="132"/>
                  </a:lnTo>
                  <a:lnTo>
                    <a:pt x="114" y="132"/>
                  </a:lnTo>
                  <a:lnTo>
                    <a:pt x="115" y="133"/>
                  </a:lnTo>
                  <a:lnTo>
                    <a:pt x="116" y="134"/>
                  </a:lnTo>
                  <a:lnTo>
                    <a:pt x="115" y="132"/>
                  </a:lnTo>
                  <a:lnTo>
                    <a:pt x="114" y="130"/>
                  </a:lnTo>
                  <a:close/>
                  <a:moveTo>
                    <a:pt x="118" y="130"/>
                  </a:moveTo>
                  <a:lnTo>
                    <a:pt x="118" y="130"/>
                  </a:lnTo>
                  <a:lnTo>
                    <a:pt x="116" y="130"/>
                  </a:lnTo>
                  <a:lnTo>
                    <a:pt x="116" y="130"/>
                  </a:lnTo>
                  <a:lnTo>
                    <a:pt x="118" y="132"/>
                  </a:lnTo>
                  <a:lnTo>
                    <a:pt x="119" y="134"/>
                  </a:lnTo>
                  <a:lnTo>
                    <a:pt x="119" y="132"/>
                  </a:lnTo>
                  <a:lnTo>
                    <a:pt x="119" y="131"/>
                  </a:lnTo>
                  <a:lnTo>
                    <a:pt x="118" y="130"/>
                  </a:lnTo>
                  <a:close/>
                  <a:moveTo>
                    <a:pt x="48" y="129"/>
                  </a:moveTo>
                  <a:lnTo>
                    <a:pt x="47" y="133"/>
                  </a:lnTo>
                  <a:lnTo>
                    <a:pt x="47" y="136"/>
                  </a:lnTo>
                  <a:lnTo>
                    <a:pt x="47" y="141"/>
                  </a:lnTo>
                  <a:lnTo>
                    <a:pt x="43" y="141"/>
                  </a:lnTo>
                  <a:lnTo>
                    <a:pt x="42" y="143"/>
                  </a:lnTo>
                  <a:lnTo>
                    <a:pt x="41" y="144"/>
                  </a:lnTo>
                  <a:lnTo>
                    <a:pt x="41" y="146"/>
                  </a:lnTo>
                  <a:lnTo>
                    <a:pt x="44" y="144"/>
                  </a:lnTo>
                  <a:lnTo>
                    <a:pt x="48" y="141"/>
                  </a:lnTo>
                  <a:lnTo>
                    <a:pt x="50" y="138"/>
                  </a:lnTo>
                  <a:lnTo>
                    <a:pt x="50" y="134"/>
                  </a:lnTo>
                  <a:lnTo>
                    <a:pt x="49" y="132"/>
                  </a:lnTo>
                  <a:lnTo>
                    <a:pt x="48" y="129"/>
                  </a:lnTo>
                  <a:close/>
                  <a:moveTo>
                    <a:pt x="55" y="129"/>
                  </a:moveTo>
                  <a:lnTo>
                    <a:pt x="56" y="130"/>
                  </a:lnTo>
                  <a:lnTo>
                    <a:pt x="56" y="132"/>
                  </a:lnTo>
                  <a:lnTo>
                    <a:pt x="59" y="134"/>
                  </a:lnTo>
                  <a:lnTo>
                    <a:pt x="60" y="136"/>
                  </a:lnTo>
                  <a:lnTo>
                    <a:pt x="58" y="132"/>
                  </a:lnTo>
                  <a:lnTo>
                    <a:pt x="55" y="129"/>
                  </a:lnTo>
                  <a:close/>
                  <a:moveTo>
                    <a:pt x="50" y="129"/>
                  </a:moveTo>
                  <a:lnTo>
                    <a:pt x="50" y="130"/>
                  </a:lnTo>
                  <a:lnTo>
                    <a:pt x="50" y="131"/>
                  </a:lnTo>
                  <a:lnTo>
                    <a:pt x="51" y="132"/>
                  </a:lnTo>
                  <a:lnTo>
                    <a:pt x="52" y="131"/>
                  </a:lnTo>
                  <a:lnTo>
                    <a:pt x="52" y="130"/>
                  </a:lnTo>
                  <a:lnTo>
                    <a:pt x="51" y="129"/>
                  </a:lnTo>
                  <a:lnTo>
                    <a:pt x="51" y="129"/>
                  </a:lnTo>
                  <a:lnTo>
                    <a:pt x="50" y="129"/>
                  </a:lnTo>
                  <a:lnTo>
                    <a:pt x="50" y="129"/>
                  </a:lnTo>
                  <a:close/>
                  <a:moveTo>
                    <a:pt x="108" y="128"/>
                  </a:moveTo>
                  <a:lnTo>
                    <a:pt x="108" y="129"/>
                  </a:lnTo>
                  <a:lnTo>
                    <a:pt x="108" y="130"/>
                  </a:lnTo>
                  <a:lnTo>
                    <a:pt x="108" y="131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10" y="130"/>
                  </a:lnTo>
                  <a:lnTo>
                    <a:pt x="109" y="129"/>
                  </a:lnTo>
                  <a:lnTo>
                    <a:pt x="108" y="128"/>
                  </a:lnTo>
                  <a:close/>
                  <a:moveTo>
                    <a:pt x="111" y="124"/>
                  </a:moveTo>
                  <a:lnTo>
                    <a:pt x="111" y="126"/>
                  </a:lnTo>
                  <a:lnTo>
                    <a:pt x="111" y="127"/>
                  </a:lnTo>
                  <a:lnTo>
                    <a:pt x="112" y="128"/>
                  </a:lnTo>
                  <a:lnTo>
                    <a:pt x="113" y="128"/>
                  </a:lnTo>
                  <a:lnTo>
                    <a:pt x="113" y="127"/>
                  </a:lnTo>
                  <a:lnTo>
                    <a:pt x="113" y="127"/>
                  </a:lnTo>
                  <a:lnTo>
                    <a:pt x="112" y="126"/>
                  </a:lnTo>
                  <a:lnTo>
                    <a:pt x="111" y="124"/>
                  </a:lnTo>
                  <a:close/>
                  <a:moveTo>
                    <a:pt x="59" y="122"/>
                  </a:moveTo>
                  <a:lnTo>
                    <a:pt x="59" y="123"/>
                  </a:lnTo>
                  <a:lnTo>
                    <a:pt x="59" y="124"/>
                  </a:lnTo>
                  <a:lnTo>
                    <a:pt x="60" y="124"/>
                  </a:lnTo>
                  <a:lnTo>
                    <a:pt x="60" y="124"/>
                  </a:lnTo>
                  <a:lnTo>
                    <a:pt x="60" y="123"/>
                  </a:lnTo>
                  <a:lnTo>
                    <a:pt x="60" y="122"/>
                  </a:lnTo>
                  <a:lnTo>
                    <a:pt x="59" y="122"/>
                  </a:lnTo>
                  <a:close/>
                  <a:moveTo>
                    <a:pt x="113" y="122"/>
                  </a:moveTo>
                  <a:lnTo>
                    <a:pt x="113" y="122"/>
                  </a:lnTo>
                  <a:lnTo>
                    <a:pt x="114" y="124"/>
                  </a:lnTo>
                  <a:lnTo>
                    <a:pt x="115" y="126"/>
                  </a:lnTo>
                  <a:lnTo>
                    <a:pt x="115" y="124"/>
                  </a:lnTo>
                  <a:lnTo>
                    <a:pt x="114" y="123"/>
                  </a:lnTo>
                  <a:lnTo>
                    <a:pt x="113" y="122"/>
                  </a:lnTo>
                  <a:close/>
                  <a:moveTo>
                    <a:pt x="106" y="121"/>
                  </a:moveTo>
                  <a:lnTo>
                    <a:pt x="104" y="122"/>
                  </a:lnTo>
                  <a:lnTo>
                    <a:pt x="104" y="123"/>
                  </a:lnTo>
                  <a:lnTo>
                    <a:pt x="103" y="124"/>
                  </a:lnTo>
                  <a:lnTo>
                    <a:pt x="106" y="124"/>
                  </a:lnTo>
                  <a:lnTo>
                    <a:pt x="107" y="122"/>
                  </a:lnTo>
                  <a:lnTo>
                    <a:pt x="106" y="122"/>
                  </a:lnTo>
                  <a:lnTo>
                    <a:pt x="106" y="121"/>
                  </a:lnTo>
                  <a:close/>
                  <a:moveTo>
                    <a:pt x="110" y="121"/>
                  </a:moveTo>
                  <a:lnTo>
                    <a:pt x="109" y="121"/>
                  </a:lnTo>
                  <a:lnTo>
                    <a:pt x="109" y="121"/>
                  </a:lnTo>
                  <a:lnTo>
                    <a:pt x="109" y="122"/>
                  </a:lnTo>
                  <a:lnTo>
                    <a:pt x="109" y="123"/>
                  </a:lnTo>
                  <a:lnTo>
                    <a:pt x="110" y="123"/>
                  </a:lnTo>
                  <a:lnTo>
                    <a:pt x="110" y="122"/>
                  </a:lnTo>
                  <a:lnTo>
                    <a:pt x="110" y="122"/>
                  </a:lnTo>
                  <a:lnTo>
                    <a:pt x="110" y="121"/>
                  </a:lnTo>
                  <a:close/>
                  <a:moveTo>
                    <a:pt x="55" y="119"/>
                  </a:moveTo>
                  <a:lnTo>
                    <a:pt x="55" y="120"/>
                  </a:lnTo>
                  <a:lnTo>
                    <a:pt x="55" y="120"/>
                  </a:lnTo>
                  <a:lnTo>
                    <a:pt x="55" y="120"/>
                  </a:lnTo>
                  <a:lnTo>
                    <a:pt x="56" y="120"/>
                  </a:lnTo>
                  <a:lnTo>
                    <a:pt x="56" y="120"/>
                  </a:lnTo>
                  <a:lnTo>
                    <a:pt x="56" y="120"/>
                  </a:lnTo>
                  <a:lnTo>
                    <a:pt x="56" y="120"/>
                  </a:lnTo>
                  <a:lnTo>
                    <a:pt x="55" y="120"/>
                  </a:lnTo>
                  <a:lnTo>
                    <a:pt x="55" y="119"/>
                  </a:lnTo>
                  <a:close/>
                  <a:moveTo>
                    <a:pt x="116" y="119"/>
                  </a:moveTo>
                  <a:lnTo>
                    <a:pt x="115" y="120"/>
                  </a:lnTo>
                  <a:lnTo>
                    <a:pt x="114" y="121"/>
                  </a:lnTo>
                  <a:lnTo>
                    <a:pt x="115" y="123"/>
                  </a:lnTo>
                  <a:lnTo>
                    <a:pt x="118" y="126"/>
                  </a:lnTo>
                  <a:lnTo>
                    <a:pt x="118" y="123"/>
                  </a:lnTo>
                  <a:lnTo>
                    <a:pt x="118" y="121"/>
                  </a:lnTo>
                  <a:lnTo>
                    <a:pt x="116" y="120"/>
                  </a:lnTo>
                  <a:lnTo>
                    <a:pt x="116" y="119"/>
                  </a:lnTo>
                  <a:close/>
                  <a:moveTo>
                    <a:pt x="109" y="118"/>
                  </a:moveTo>
                  <a:lnTo>
                    <a:pt x="108" y="119"/>
                  </a:lnTo>
                  <a:lnTo>
                    <a:pt x="108" y="120"/>
                  </a:lnTo>
                  <a:lnTo>
                    <a:pt x="108" y="120"/>
                  </a:lnTo>
                  <a:lnTo>
                    <a:pt x="109" y="120"/>
                  </a:lnTo>
                  <a:lnTo>
                    <a:pt x="109" y="119"/>
                  </a:lnTo>
                  <a:lnTo>
                    <a:pt x="109" y="118"/>
                  </a:lnTo>
                  <a:close/>
                  <a:moveTo>
                    <a:pt x="112" y="118"/>
                  </a:moveTo>
                  <a:lnTo>
                    <a:pt x="112" y="118"/>
                  </a:lnTo>
                  <a:lnTo>
                    <a:pt x="112" y="119"/>
                  </a:lnTo>
                  <a:lnTo>
                    <a:pt x="111" y="119"/>
                  </a:lnTo>
                  <a:lnTo>
                    <a:pt x="111" y="120"/>
                  </a:lnTo>
                  <a:lnTo>
                    <a:pt x="112" y="120"/>
                  </a:lnTo>
                  <a:lnTo>
                    <a:pt x="112" y="120"/>
                  </a:lnTo>
                  <a:lnTo>
                    <a:pt x="113" y="119"/>
                  </a:lnTo>
                  <a:lnTo>
                    <a:pt x="113" y="119"/>
                  </a:lnTo>
                  <a:lnTo>
                    <a:pt x="113" y="118"/>
                  </a:lnTo>
                  <a:lnTo>
                    <a:pt x="112" y="118"/>
                  </a:lnTo>
                  <a:close/>
                  <a:moveTo>
                    <a:pt x="56" y="117"/>
                  </a:moveTo>
                  <a:lnTo>
                    <a:pt x="56" y="117"/>
                  </a:lnTo>
                  <a:lnTo>
                    <a:pt x="56" y="118"/>
                  </a:lnTo>
                  <a:lnTo>
                    <a:pt x="58" y="119"/>
                  </a:lnTo>
                  <a:lnTo>
                    <a:pt x="58" y="118"/>
                  </a:lnTo>
                  <a:lnTo>
                    <a:pt x="56" y="117"/>
                  </a:lnTo>
                  <a:lnTo>
                    <a:pt x="56" y="117"/>
                  </a:lnTo>
                  <a:close/>
                  <a:moveTo>
                    <a:pt x="110" y="116"/>
                  </a:moveTo>
                  <a:lnTo>
                    <a:pt x="110" y="116"/>
                  </a:lnTo>
                  <a:lnTo>
                    <a:pt x="110" y="117"/>
                  </a:lnTo>
                  <a:lnTo>
                    <a:pt x="110" y="117"/>
                  </a:lnTo>
                  <a:lnTo>
                    <a:pt x="110" y="117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2" y="116"/>
                  </a:lnTo>
                  <a:lnTo>
                    <a:pt x="111" y="116"/>
                  </a:lnTo>
                  <a:lnTo>
                    <a:pt x="111" y="116"/>
                  </a:lnTo>
                  <a:lnTo>
                    <a:pt x="110" y="116"/>
                  </a:lnTo>
                  <a:close/>
                  <a:moveTo>
                    <a:pt x="107" y="115"/>
                  </a:moveTo>
                  <a:lnTo>
                    <a:pt x="106" y="115"/>
                  </a:lnTo>
                  <a:lnTo>
                    <a:pt x="106" y="116"/>
                  </a:lnTo>
                  <a:lnTo>
                    <a:pt x="106" y="116"/>
                  </a:lnTo>
                  <a:lnTo>
                    <a:pt x="106" y="117"/>
                  </a:lnTo>
                  <a:lnTo>
                    <a:pt x="106" y="117"/>
                  </a:lnTo>
                  <a:lnTo>
                    <a:pt x="107" y="116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7" y="115"/>
                  </a:lnTo>
                  <a:close/>
                  <a:moveTo>
                    <a:pt x="108" y="112"/>
                  </a:moveTo>
                  <a:lnTo>
                    <a:pt x="108" y="112"/>
                  </a:lnTo>
                  <a:lnTo>
                    <a:pt x="108" y="112"/>
                  </a:lnTo>
                  <a:lnTo>
                    <a:pt x="108" y="114"/>
                  </a:lnTo>
                  <a:lnTo>
                    <a:pt x="109" y="114"/>
                  </a:lnTo>
                  <a:lnTo>
                    <a:pt x="109" y="112"/>
                  </a:lnTo>
                  <a:lnTo>
                    <a:pt x="108" y="112"/>
                  </a:lnTo>
                  <a:close/>
                  <a:moveTo>
                    <a:pt x="115" y="111"/>
                  </a:moveTo>
                  <a:lnTo>
                    <a:pt x="114" y="111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5" y="114"/>
                  </a:lnTo>
                  <a:lnTo>
                    <a:pt x="115" y="114"/>
                  </a:lnTo>
                  <a:lnTo>
                    <a:pt x="116" y="115"/>
                  </a:lnTo>
                  <a:lnTo>
                    <a:pt x="118" y="114"/>
                  </a:lnTo>
                  <a:lnTo>
                    <a:pt x="118" y="112"/>
                  </a:lnTo>
                  <a:lnTo>
                    <a:pt x="116" y="111"/>
                  </a:lnTo>
                  <a:lnTo>
                    <a:pt x="115" y="111"/>
                  </a:lnTo>
                  <a:close/>
                  <a:moveTo>
                    <a:pt x="59" y="110"/>
                  </a:moveTo>
                  <a:lnTo>
                    <a:pt x="59" y="111"/>
                  </a:lnTo>
                  <a:lnTo>
                    <a:pt x="59" y="114"/>
                  </a:lnTo>
                  <a:lnTo>
                    <a:pt x="60" y="114"/>
                  </a:lnTo>
                  <a:lnTo>
                    <a:pt x="60" y="110"/>
                  </a:lnTo>
                  <a:lnTo>
                    <a:pt x="59" y="110"/>
                  </a:lnTo>
                  <a:close/>
                  <a:moveTo>
                    <a:pt x="104" y="109"/>
                  </a:moveTo>
                  <a:lnTo>
                    <a:pt x="103" y="110"/>
                  </a:lnTo>
                  <a:lnTo>
                    <a:pt x="102" y="110"/>
                  </a:lnTo>
                  <a:lnTo>
                    <a:pt x="101" y="111"/>
                  </a:lnTo>
                  <a:lnTo>
                    <a:pt x="102" y="112"/>
                  </a:lnTo>
                  <a:lnTo>
                    <a:pt x="102" y="114"/>
                  </a:lnTo>
                  <a:lnTo>
                    <a:pt x="102" y="115"/>
                  </a:lnTo>
                  <a:lnTo>
                    <a:pt x="103" y="115"/>
                  </a:lnTo>
                  <a:lnTo>
                    <a:pt x="104" y="114"/>
                  </a:lnTo>
                  <a:lnTo>
                    <a:pt x="104" y="112"/>
                  </a:lnTo>
                  <a:lnTo>
                    <a:pt x="106" y="112"/>
                  </a:lnTo>
                  <a:lnTo>
                    <a:pt x="104" y="110"/>
                  </a:lnTo>
                  <a:lnTo>
                    <a:pt x="104" y="109"/>
                  </a:lnTo>
                  <a:close/>
                  <a:moveTo>
                    <a:pt x="111" y="109"/>
                  </a:moveTo>
                  <a:lnTo>
                    <a:pt x="110" y="109"/>
                  </a:lnTo>
                  <a:lnTo>
                    <a:pt x="109" y="110"/>
                  </a:lnTo>
                  <a:lnTo>
                    <a:pt x="110" y="112"/>
                  </a:lnTo>
                  <a:lnTo>
                    <a:pt x="112" y="111"/>
                  </a:lnTo>
                  <a:lnTo>
                    <a:pt x="112" y="110"/>
                  </a:lnTo>
                  <a:lnTo>
                    <a:pt x="111" y="109"/>
                  </a:lnTo>
                  <a:close/>
                  <a:moveTo>
                    <a:pt x="50" y="109"/>
                  </a:moveTo>
                  <a:lnTo>
                    <a:pt x="49" y="111"/>
                  </a:lnTo>
                  <a:lnTo>
                    <a:pt x="48" y="115"/>
                  </a:lnTo>
                  <a:lnTo>
                    <a:pt x="48" y="118"/>
                  </a:lnTo>
                  <a:lnTo>
                    <a:pt x="48" y="122"/>
                  </a:lnTo>
                  <a:lnTo>
                    <a:pt x="48" y="126"/>
                  </a:lnTo>
                  <a:lnTo>
                    <a:pt x="48" y="126"/>
                  </a:lnTo>
                  <a:lnTo>
                    <a:pt x="49" y="127"/>
                  </a:lnTo>
                  <a:lnTo>
                    <a:pt x="49" y="127"/>
                  </a:lnTo>
                  <a:lnTo>
                    <a:pt x="50" y="124"/>
                  </a:lnTo>
                  <a:lnTo>
                    <a:pt x="51" y="122"/>
                  </a:lnTo>
                  <a:lnTo>
                    <a:pt x="51" y="121"/>
                  </a:lnTo>
                  <a:lnTo>
                    <a:pt x="51" y="119"/>
                  </a:lnTo>
                  <a:lnTo>
                    <a:pt x="51" y="119"/>
                  </a:lnTo>
                  <a:lnTo>
                    <a:pt x="50" y="119"/>
                  </a:lnTo>
                  <a:lnTo>
                    <a:pt x="49" y="119"/>
                  </a:lnTo>
                  <a:lnTo>
                    <a:pt x="48" y="118"/>
                  </a:lnTo>
                  <a:lnTo>
                    <a:pt x="49" y="116"/>
                  </a:lnTo>
                  <a:lnTo>
                    <a:pt x="50" y="114"/>
                  </a:lnTo>
                  <a:lnTo>
                    <a:pt x="50" y="111"/>
                  </a:lnTo>
                  <a:lnTo>
                    <a:pt x="51" y="109"/>
                  </a:lnTo>
                  <a:lnTo>
                    <a:pt x="50" y="109"/>
                  </a:lnTo>
                  <a:close/>
                  <a:moveTo>
                    <a:pt x="112" y="108"/>
                  </a:moveTo>
                  <a:lnTo>
                    <a:pt x="112" y="108"/>
                  </a:lnTo>
                  <a:lnTo>
                    <a:pt x="113" y="108"/>
                  </a:lnTo>
                  <a:lnTo>
                    <a:pt x="113" y="109"/>
                  </a:lnTo>
                  <a:lnTo>
                    <a:pt x="113" y="109"/>
                  </a:lnTo>
                  <a:lnTo>
                    <a:pt x="113" y="108"/>
                  </a:lnTo>
                  <a:lnTo>
                    <a:pt x="113" y="108"/>
                  </a:lnTo>
                  <a:lnTo>
                    <a:pt x="112" y="108"/>
                  </a:lnTo>
                  <a:close/>
                  <a:moveTo>
                    <a:pt x="58" y="107"/>
                  </a:moveTo>
                  <a:lnTo>
                    <a:pt x="58" y="108"/>
                  </a:lnTo>
                  <a:lnTo>
                    <a:pt x="58" y="109"/>
                  </a:lnTo>
                  <a:lnTo>
                    <a:pt x="58" y="109"/>
                  </a:lnTo>
                  <a:lnTo>
                    <a:pt x="58" y="108"/>
                  </a:lnTo>
                  <a:lnTo>
                    <a:pt x="58" y="108"/>
                  </a:lnTo>
                  <a:lnTo>
                    <a:pt x="58" y="107"/>
                  </a:lnTo>
                  <a:close/>
                  <a:moveTo>
                    <a:pt x="55" y="107"/>
                  </a:moveTo>
                  <a:lnTo>
                    <a:pt x="54" y="108"/>
                  </a:lnTo>
                  <a:lnTo>
                    <a:pt x="54" y="109"/>
                  </a:lnTo>
                  <a:lnTo>
                    <a:pt x="55" y="109"/>
                  </a:lnTo>
                  <a:lnTo>
                    <a:pt x="55" y="108"/>
                  </a:lnTo>
                  <a:lnTo>
                    <a:pt x="55" y="108"/>
                  </a:lnTo>
                  <a:lnTo>
                    <a:pt x="55" y="107"/>
                  </a:lnTo>
                  <a:close/>
                  <a:moveTo>
                    <a:pt x="101" y="106"/>
                  </a:moveTo>
                  <a:lnTo>
                    <a:pt x="101" y="107"/>
                  </a:lnTo>
                  <a:lnTo>
                    <a:pt x="101" y="108"/>
                  </a:lnTo>
                  <a:lnTo>
                    <a:pt x="102" y="108"/>
                  </a:lnTo>
                  <a:lnTo>
                    <a:pt x="102" y="108"/>
                  </a:lnTo>
                  <a:lnTo>
                    <a:pt x="102" y="107"/>
                  </a:lnTo>
                  <a:lnTo>
                    <a:pt x="102" y="107"/>
                  </a:lnTo>
                  <a:lnTo>
                    <a:pt x="102" y="106"/>
                  </a:lnTo>
                  <a:lnTo>
                    <a:pt x="102" y="106"/>
                  </a:lnTo>
                  <a:lnTo>
                    <a:pt x="101" y="106"/>
                  </a:lnTo>
                  <a:close/>
                  <a:moveTo>
                    <a:pt x="109" y="105"/>
                  </a:moveTo>
                  <a:lnTo>
                    <a:pt x="108" y="106"/>
                  </a:lnTo>
                  <a:lnTo>
                    <a:pt x="108" y="106"/>
                  </a:lnTo>
                  <a:lnTo>
                    <a:pt x="107" y="107"/>
                  </a:lnTo>
                  <a:lnTo>
                    <a:pt x="108" y="107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9" y="108"/>
                  </a:lnTo>
                  <a:lnTo>
                    <a:pt x="109" y="108"/>
                  </a:lnTo>
                  <a:lnTo>
                    <a:pt x="110" y="107"/>
                  </a:lnTo>
                  <a:lnTo>
                    <a:pt x="110" y="107"/>
                  </a:lnTo>
                  <a:lnTo>
                    <a:pt x="110" y="106"/>
                  </a:lnTo>
                  <a:lnTo>
                    <a:pt x="110" y="105"/>
                  </a:lnTo>
                  <a:lnTo>
                    <a:pt x="109" y="105"/>
                  </a:lnTo>
                  <a:close/>
                  <a:moveTo>
                    <a:pt x="53" y="105"/>
                  </a:moveTo>
                  <a:lnTo>
                    <a:pt x="53" y="106"/>
                  </a:lnTo>
                  <a:lnTo>
                    <a:pt x="54" y="105"/>
                  </a:lnTo>
                  <a:lnTo>
                    <a:pt x="54" y="105"/>
                  </a:lnTo>
                  <a:lnTo>
                    <a:pt x="53" y="105"/>
                  </a:lnTo>
                  <a:close/>
                  <a:moveTo>
                    <a:pt x="114" y="104"/>
                  </a:moveTo>
                  <a:lnTo>
                    <a:pt x="114" y="105"/>
                  </a:lnTo>
                  <a:lnTo>
                    <a:pt x="114" y="106"/>
                  </a:lnTo>
                  <a:lnTo>
                    <a:pt x="114" y="107"/>
                  </a:lnTo>
                  <a:lnTo>
                    <a:pt x="115" y="107"/>
                  </a:lnTo>
                  <a:lnTo>
                    <a:pt x="116" y="106"/>
                  </a:lnTo>
                  <a:lnTo>
                    <a:pt x="115" y="105"/>
                  </a:lnTo>
                  <a:lnTo>
                    <a:pt x="114" y="104"/>
                  </a:lnTo>
                  <a:close/>
                  <a:moveTo>
                    <a:pt x="103" y="104"/>
                  </a:moveTo>
                  <a:lnTo>
                    <a:pt x="103" y="105"/>
                  </a:lnTo>
                  <a:lnTo>
                    <a:pt x="104" y="106"/>
                  </a:lnTo>
                  <a:lnTo>
                    <a:pt x="104" y="105"/>
                  </a:lnTo>
                  <a:lnTo>
                    <a:pt x="104" y="105"/>
                  </a:lnTo>
                  <a:lnTo>
                    <a:pt x="103" y="104"/>
                  </a:lnTo>
                  <a:close/>
                  <a:moveTo>
                    <a:pt x="59" y="102"/>
                  </a:moveTo>
                  <a:lnTo>
                    <a:pt x="58" y="103"/>
                  </a:lnTo>
                  <a:lnTo>
                    <a:pt x="58" y="103"/>
                  </a:lnTo>
                  <a:lnTo>
                    <a:pt x="58" y="104"/>
                  </a:lnTo>
                  <a:lnTo>
                    <a:pt x="59" y="104"/>
                  </a:lnTo>
                  <a:lnTo>
                    <a:pt x="59" y="104"/>
                  </a:lnTo>
                  <a:lnTo>
                    <a:pt x="60" y="104"/>
                  </a:lnTo>
                  <a:lnTo>
                    <a:pt x="60" y="103"/>
                  </a:lnTo>
                  <a:lnTo>
                    <a:pt x="59" y="102"/>
                  </a:lnTo>
                  <a:close/>
                  <a:moveTo>
                    <a:pt x="52" y="102"/>
                  </a:moveTo>
                  <a:lnTo>
                    <a:pt x="52" y="102"/>
                  </a:lnTo>
                  <a:lnTo>
                    <a:pt x="52" y="103"/>
                  </a:lnTo>
                  <a:lnTo>
                    <a:pt x="53" y="103"/>
                  </a:lnTo>
                  <a:lnTo>
                    <a:pt x="53" y="102"/>
                  </a:lnTo>
                  <a:lnTo>
                    <a:pt x="53" y="102"/>
                  </a:lnTo>
                  <a:lnTo>
                    <a:pt x="52" y="102"/>
                  </a:lnTo>
                  <a:close/>
                  <a:moveTo>
                    <a:pt x="102" y="100"/>
                  </a:moveTo>
                  <a:lnTo>
                    <a:pt x="102" y="102"/>
                  </a:lnTo>
                  <a:lnTo>
                    <a:pt x="102" y="103"/>
                  </a:lnTo>
                  <a:lnTo>
                    <a:pt x="102" y="103"/>
                  </a:lnTo>
                  <a:lnTo>
                    <a:pt x="103" y="102"/>
                  </a:lnTo>
                  <a:lnTo>
                    <a:pt x="102" y="102"/>
                  </a:lnTo>
                  <a:lnTo>
                    <a:pt x="102" y="100"/>
                  </a:lnTo>
                  <a:close/>
                  <a:moveTo>
                    <a:pt x="107" y="100"/>
                  </a:moveTo>
                  <a:lnTo>
                    <a:pt x="107" y="102"/>
                  </a:lnTo>
                  <a:lnTo>
                    <a:pt x="106" y="102"/>
                  </a:lnTo>
                  <a:lnTo>
                    <a:pt x="106" y="103"/>
                  </a:lnTo>
                  <a:lnTo>
                    <a:pt x="106" y="103"/>
                  </a:lnTo>
                  <a:lnTo>
                    <a:pt x="106" y="104"/>
                  </a:lnTo>
                  <a:lnTo>
                    <a:pt x="107" y="103"/>
                  </a:lnTo>
                  <a:lnTo>
                    <a:pt x="107" y="102"/>
                  </a:lnTo>
                  <a:lnTo>
                    <a:pt x="107" y="100"/>
                  </a:lnTo>
                  <a:close/>
                  <a:moveTo>
                    <a:pt x="60" y="99"/>
                  </a:moveTo>
                  <a:lnTo>
                    <a:pt x="60" y="99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60" y="99"/>
                  </a:lnTo>
                  <a:lnTo>
                    <a:pt x="60" y="99"/>
                  </a:lnTo>
                  <a:close/>
                  <a:moveTo>
                    <a:pt x="58" y="97"/>
                  </a:moveTo>
                  <a:lnTo>
                    <a:pt x="56" y="98"/>
                  </a:lnTo>
                  <a:lnTo>
                    <a:pt x="56" y="99"/>
                  </a:lnTo>
                  <a:lnTo>
                    <a:pt x="55" y="100"/>
                  </a:lnTo>
                  <a:lnTo>
                    <a:pt x="56" y="102"/>
                  </a:lnTo>
                  <a:lnTo>
                    <a:pt x="58" y="99"/>
                  </a:lnTo>
                  <a:lnTo>
                    <a:pt x="58" y="98"/>
                  </a:lnTo>
                  <a:lnTo>
                    <a:pt x="58" y="97"/>
                  </a:lnTo>
                  <a:close/>
                  <a:moveTo>
                    <a:pt x="106" y="97"/>
                  </a:moveTo>
                  <a:lnTo>
                    <a:pt x="104" y="98"/>
                  </a:lnTo>
                  <a:lnTo>
                    <a:pt x="103" y="99"/>
                  </a:lnTo>
                  <a:lnTo>
                    <a:pt x="104" y="102"/>
                  </a:lnTo>
                  <a:lnTo>
                    <a:pt x="106" y="100"/>
                  </a:lnTo>
                  <a:lnTo>
                    <a:pt x="108" y="100"/>
                  </a:lnTo>
                  <a:lnTo>
                    <a:pt x="107" y="98"/>
                  </a:lnTo>
                  <a:lnTo>
                    <a:pt x="106" y="97"/>
                  </a:lnTo>
                  <a:close/>
                  <a:moveTo>
                    <a:pt x="104" y="95"/>
                  </a:moveTo>
                  <a:lnTo>
                    <a:pt x="103" y="96"/>
                  </a:lnTo>
                  <a:lnTo>
                    <a:pt x="103" y="96"/>
                  </a:lnTo>
                  <a:lnTo>
                    <a:pt x="102" y="97"/>
                  </a:lnTo>
                  <a:lnTo>
                    <a:pt x="103" y="96"/>
                  </a:lnTo>
                  <a:lnTo>
                    <a:pt x="103" y="96"/>
                  </a:lnTo>
                  <a:lnTo>
                    <a:pt x="104" y="95"/>
                  </a:lnTo>
                  <a:close/>
                  <a:moveTo>
                    <a:pt x="56" y="95"/>
                  </a:moveTo>
                  <a:lnTo>
                    <a:pt x="55" y="96"/>
                  </a:lnTo>
                  <a:lnTo>
                    <a:pt x="55" y="97"/>
                  </a:lnTo>
                  <a:lnTo>
                    <a:pt x="55" y="98"/>
                  </a:lnTo>
                  <a:lnTo>
                    <a:pt x="55" y="97"/>
                  </a:lnTo>
                  <a:lnTo>
                    <a:pt x="56" y="96"/>
                  </a:lnTo>
                  <a:lnTo>
                    <a:pt x="56" y="95"/>
                  </a:lnTo>
                  <a:close/>
                  <a:moveTo>
                    <a:pt x="116" y="94"/>
                  </a:moveTo>
                  <a:lnTo>
                    <a:pt x="115" y="95"/>
                  </a:lnTo>
                  <a:lnTo>
                    <a:pt x="115" y="96"/>
                  </a:lnTo>
                  <a:lnTo>
                    <a:pt x="115" y="98"/>
                  </a:lnTo>
                  <a:lnTo>
                    <a:pt x="116" y="98"/>
                  </a:lnTo>
                  <a:lnTo>
                    <a:pt x="116" y="97"/>
                  </a:lnTo>
                  <a:lnTo>
                    <a:pt x="116" y="95"/>
                  </a:lnTo>
                  <a:lnTo>
                    <a:pt x="116" y="94"/>
                  </a:lnTo>
                  <a:close/>
                  <a:moveTo>
                    <a:pt x="108" y="93"/>
                  </a:moveTo>
                  <a:lnTo>
                    <a:pt x="108" y="94"/>
                  </a:lnTo>
                  <a:lnTo>
                    <a:pt x="108" y="94"/>
                  </a:lnTo>
                  <a:lnTo>
                    <a:pt x="108" y="95"/>
                  </a:lnTo>
                  <a:lnTo>
                    <a:pt x="108" y="96"/>
                  </a:lnTo>
                  <a:lnTo>
                    <a:pt x="109" y="97"/>
                  </a:lnTo>
                  <a:lnTo>
                    <a:pt x="110" y="97"/>
                  </a:lnTo>
                  <a:lnTo>
                    <a:pt x="110" y="95"/>
                  </a:lnTo>
                  <a:lnTo>
                    <a:pt x="109" y="94"/>
                  </a:lnTo>
                  <a:lnTo>
                    <a:pt x="108" y="93"/>
                  </a:lnTo>
                  <a:close/>
                  <a:moveTo>
                    <a:pt x="102" y="91"/>
                  </a:moveTo>
                  <a:lnTo>
                    <a:pt x="102" y="91"/>
                  </a:lnTo>
                  <a:lnTo>
                    <a:pt x="101" y="91"/>
                  </a:lnTo>
                  <a:lnTo>
                    <a:pt x="101" y="92"/>
                  </a:lnTo>
                  <a:lnTo>
                    <a:pt x="101" y="92"/>
                  </a:lnTo>
                  <a:lnTo>
                    <a:pt x="102" y="92"/>
                  </a:lnTo>
                  <a:lnTo>
                    <a:pt x="102" y="91"/>
                  </a:lnTo>
                  <a:close/>
                  <a:moveTo>
                    <a:pt x="62" y="90"/>
                  </a:moveTo>
                  <a:lnTo>
                    <a:pt x="62" y="94"/>
                  </a:lnTo>
                  <a:lnTo>
                    <a:pt x="62" y="97"/>
                  </a:lnTo>
                  <a:lnTo>
                    <a:pt x="62" y="100"/>
                  </a:lnTo>
                  <a:lnTo>
                    <a:pt x="63" y="95"/>
                  </a:lnTo>
                  <a:lnTo>
                    <a:pt x="63" y="90"/>
                  </a:lnTo>
                  <a:lnTo>
                    <a:pt x="62" y="90"/>
                  </a:lnTo>
                  <a:close/>
                  <a:moveTo>
                    <a:pt x="106" y="88"/>
                  </a:moveTo>
                  <a:lnTo>
                    <a:pt x="106" y="90"/>
                  </a:lnTo>
                  <a:lnTo>
                    <a:pt x="104" y="91"/>
                  </a:lnTo>
                  <a:lnTo>
                    <a:pt x="106" y="91"/>
                  </a:lnTo>
                  <a:lnTo>
                    <a:pt x="107" y="91"/>
                  </a:lnTo>
                  <a:lnTo>
                    <a:pt x="107" y="90"/>
                  </a:lnTo>
                  <a:lnTo>
                    <a:pt x="107" y="90"/>
                  </a:lnTo>
                  <a:lnTo>
                    <a:pt x="106" y="88"/>
                  </a:lnTo>
                  <a:close/>
                  <a:moveTo>
                    <a:pt x="60" y="87"/>
                  </a:moveTo>
                  <a:lnTo>
                    <a:pt x="60" y="88"/>
                  </a:lnTo>
                  <a:lnTo>
                    <a:pt x="60" y="88"/>
                  </a:lnTo>
                  <a:lnTo>
                    <a:pt x="59" y="90"/>
                  </a:lnTo>
                  <a:lnTo>
                    <a:pt x="60" y="91"/>
                  </a:lnTo>
                  <a:lnTo>
                    <a:pt x="60" y="91"/>
                  </a:lnTo>
                  <a:lnTo>
                    <a:pt x="60" y="92"/>
                  </a:lnTo>
                  <a:lnTo>
                    <a:pt x="61" y="91"/>
                  </a:lnTo>
                  <a:lnTo>
                    <a:pt x="61" y="88"/>
                  </a:lnTo>
                  <a:lnTo>
                    <a:pt x="60" y="87"/>
                  </a:lnTo>
                  <a:close/>
                  <a:moveTo>
                    <a:pt x="52" y="86"/>
                  </a:moveTo>
                  <a:lnTo>
                    <a:pt x="52" y="88"/>
                  </a:lnTo>
                  <a:lnTo>
                    <a:pt x="52" y="91"/>
                  </a:lnTo>
                  <a:lnTo>
                    <a:pt x="52" y="92"/>
                  </a:lnTo>
                  <a:lnTo>
                    <a:pt x="53" y="91"/>
                  </a:lnTo>
                  <a:lnTo>
                    <a:pt x="53" y="90"/>
                  </a:lnTo>
                  <a:lnTo>
                    <a:pt x="53" y="88"/>
                  </a:lnTo>
                  <a:lnTo>
                    <a:pt x="52" y="86"/>
                  </a:lnTo>
                  <a:close/>
                  <a:moveTo>
                    <a:pt x="109" y="85"/>
                  </a:moveTo>
                  <a:lnTo>
                    <a:pt x="108" y="86"/>
                  </a:lnTo>
                  <a:lnTo>
                    <a:pt x="108" y="87"/>
                  </a:lnTo>
                  <a:lnTo>
                    <a:pt x="109" y="88"/>
                  </a:lnTo>
                  <a:lnTo>
                    <a:pt x="110" y="87"/>
                  </a:lnTo>
                  <a:lnTo>
                    <a:pt x="110" y="87"/>
                  </a:lnTo>
                  <a:lnTo>
                    <a:pt x="110" y="86"/>
                  </a:lnTo>
                  <a:lnTo>
                    <a:pt x="110" y="85"/>
                  </a:lnTo>
                  <a:lnTo>
                    <a:pt x="109" y="85"/>
                  </a:lnTo>
                  <a:close/>
                  <a:moveTo>
                    <a:pt x="103" y="85"/>
                  </a:moveTo>
                  <a:lnTo>
                    <a:pt x="103" y="86"/>
                  </a:lnTo>
                  <a:lnTo>
                    <a:pt x="103" y="87"/>
                  </a:lnTo>
                  <a:lnTo>
                    <a:pt x="104" y="86"/>
                  </a:lnTo>
                  <a:lnTo>
                    <a:pt x="104" y="85"/>
                  </a:lnTo>
                  <a:lnTo>
                    <a:pt x="103" y="85"/>
                  </a:lnTo>
                  <a:close/>
                  <a:moveTo>
                    <a:pt x="54" y="83"/>
                  </a:moveTo>
                  <a:lnTo>
                    <a:pt x="54" y="84"/>
                  </a:lnTo>
                  <a:lnTo>
                    <a:pt x="54" y="85"/>
                  </a:lnTo>
                  <a:lnTo>
                    <a:pt x="55" y="85"/>
                  </a:lnTo>
                  <a:lnTo>
                    <a:pt x="55" y="84"/>
                  </a:lnTo>
                  <a:lnTo>
                    <a:pt x="56" y="83"/>
                  </a:lnTo>
                  <a:lnTo>
                    <a:pt x="55" y="83"/>
                  </a:lnTo>
                  <a:lnTo>
                    <a:pt x="55" y="84"/>
                  </a:lnTo>
                  <a:lnTo>
                    <a:pt x="55" y="83"/>
                  </a:lnTo>
                  <a:lnTo>
                    <a:pt x="54" y="83"/>
                  </a:lnTo>
                  <a:close/>
                  <a:moveTo>
                    <a:pt x="113" y="82"/>
                  </a:moveTo>
                  <a:lnTo>
                    <a:pt x="113" y="83"/>
                  </a:lnTo>
                  <a:lnTo>
                    <a:pt x="113" y="83"/>
                  </a:lnTo>
                  <a:lnTo>
                    <a:pt x="113" y="84"/>
                  </a:lnTo>
                  <a:lnTo>
                    <a:pt x="113" y="84"/>
                  </a:lnTo>
                  <a:lnTo>
                    <a:pt x="113" y="83"/>
                  </a:lnTo>
                  <a:lnTo>
                    <a:pt x="113" y="82"/>
                  </a:lnTo>
                  <a:close/>
                  <a:moveTo>
                    <a:pt x="102" y="82"/>
                  </a:moveTo>
                  <a:lnTo>
                    <a:pt x="102" y="83"/>
                  </a:lnTo>
                  <a:lnTo>
                    <a:pt x="101" y="83"/>
                  </a:lnTo>
                  <a:lnTo>
                    <a:pt x="102" y="84"/>
                  </a:lnTo>
                  <a:lnTo>
                    <a:pt x="102" y="84"/>
                  </a:lnTo>
                  <a:lnTo>
                    <a:pt x="102" y="83"/>
                  </a:lnTo>
                  <a:lnTo>
                    <a:pt x="103" y="83"/>
                  </a:lnTo>
                  <a:lnTo>
                    <a:pt x="102" y="82"/>
                  </a:lnTo>
                  <a:close/>
                  <a:moveTo>
                    <a:pt x="59" y="82"/>
                  </a:moveTo>
                  <a:lnTo>
                    <a:pt x="59" y="82"/>
                  </a:lnTo>
                  <a:lnTo>
                    <a:pt x="59" y="83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0" y="85"/>
                  </a:lnTo>
                  <a:lnTo>
                    <a:pt x="61" y="84"/>
                  </a:lnTo>
                  <a:lnTo>
                    <a:pt x="61" y="83"/>
                  </a:lnTo>
                  <a:lnTo>
                    <a:pt x="60" y="82"/>
                  </a:lnTo>
                  <a:lnTo>
                    <a:pt x="59" y="82"/>
                  </a:lnTo>
                  <a:close/>
                  <a:moveTo>
                    <a:pt x="107" y="80"/>
                  </a:moveTo>
                  <a:lnTo>
                    <a:pt x="107" y="81"/>
                  </a:lnTo>
                  <a:lnTo>
                    <a:pt x="106" y="82"/>
                  </a:lnTo>
                  <a:lnTo>
                    <a:pt x="106" y="83"/>
                  </a:lnTo>
                  <a:lnTo>
                    <a:pt x="107" y="84"/>
                  </a:lnTo>
                  <a:lnTo>
                    <a:pt x="108" y="83"/>
                  </a:lnTo>
                  <a:lnTo>
                    <a:pt x="108" y="82"/>
                  </a:lnTo>
                  <a:lnTo>
                    <a:pt x="108" y="81"/>
                  </a:lnTo>
                  <a:lnTo>
                    <a:pt x="107" y="80"/>
                  </a:lnTo>
                  <a:close/>
                  <a:moveTo>
                    <a:pt x="59" y="78"/>
                  </a:moveTo>
                  <a:lnTo>
                    <a:pt x="58" y="78"/>
                  </a:lnTo>
                  <a:lnTo>
                    <a:pt x="58" y="79"/>
                  </a:lnTo>
                  <a:lnTo>
                    <a:pt x="58" y="80"/>
                  </a:lnTo>
                  <a:lnTo>
                    <a:pt x="58" y="80"/>
                  </a:lnTo>
                  <a:lnTo>
                    <a:pt x="59" y="79"/>
                  </a:lnTo>
                  <a:lnTo>
                    <a:pt x="59" y="78"/>
                  </a:lnTo>
                  <a:lnTo>
                    <a:pt x="59" y="78"/>
                  </a:lnTo>
                  <a:close/>
                  <a:moveTo>
                    <a:pt x="52" y="76"/>
                  </a:moveTo>
                  <a:lnTo>
                    <a:pt x="52" y="78"/>
                  </a:lnTo>
                  <a:lnTo>
                    <a:pt x="52" y="80"/>
                  </a:lnTo>
                  <a:lnTo>
                    <a:pt x="52" y="80"/>
                  </a:lnTo>
                  <a:lnTo>
                    <a:pt x="53" y="80"/>
                  </a:lnTo>
                  <a:lnTo>
                    <a:pt x="53" y="79"/>
                  </a:lnTo>
                  <a:lnTo>
                    <a:pt x="53" y="78"/>
                  </a:lnTo>
                  <a:lnTo>
                    <a:pt x="52" y="76"/>
                  </a:lnTo>
                  <a:close/>
                  <a:moveTo>
                    <a:pt x="110" y="76"/>
                  </a:moveTo>
                  <a:lnTo>
                    <a:pt x="110" y="76"/>
                  </a:lnTo>
                  <a:lnTo>
                    <a:pt x="109" y="78"/>
                  </a:lnTo>
                  <a:lnTo>
                    <a:pt x="109" y="79"/>
                  </a:lnTo>
                  <a:lnTo>
                    <a:pt x="110" y="80"/>
                  </a:lnTo>
                  <a:lnTo>
                    <a:pt x="111" y="79"/>
                  </a:lnTo>
                  <a:lnTo>
                    <a:pt x="111" y="78"/>
                  </a:lnTo>
                  <a:lnTo>
                    <a:pt x="111" y="76"/>
                  </a:lnTo>
                  <a:lnTo>
                    <a:pt x="110" y="76"/>
                  </a:lnTo>
                  <a:close/>
                  <a:moveTo>
                    <a:pt x="106" y="75"/>
                  </a:moveTo>
                  <a:lnTo>
                    <a:pt x="104" y="76"/>
                  </a:lnTo>
                  <a:lnTo>
                    <a:pt x="104" y="78"/>
                  </a:lnTo>
                  <a:lnTo>
                    <a:pt x="103" y="78"/>
                  </a:lnTo>
                  <a:lnTo>
                    <a:pt x="103" y="79"/>
                  </a:lnTo>
                  <a:lnTo>
                    <a:pt x="104" y="79"/>
                  </a:lnTo>
                  <a:lnTo>
                    <a:pt x="106" y="78"/>
                  </a:lnTo>
                  <a:lnTo>
                    <a:pt x="106" y="76"/>
                  </a:lnTo>
                  <a:lnTo>
                    <a:pt x="106" y="75"/>
                  </a:lnTo>
                  <a:close/>
                  <a:moveTo>
                    <a:pt x="58" y="75"/>
                  </a:moveTo>
                  <a:lnTo>
                    <a:pt x="56" y="75"/>
                  </a:lnTo>
                  <a:lnTo>
                    <a:pt x="56" y="76"/>
                  </a:lnTo>
                  <a:lnTo>
                    <a:pt x="56" y="78"/>
                  </a:lnTo>
                  <a:lnTo>
                    <a:pt x="56" y="76"/>
                  </a:lnTo>
                  <a:lnTo>
                    <a:pt x="58" y="75"/>
                  </a:lnTo>
                  <a:lnTo>
                    <a:pt x="58" y="75"/>
                  </a:lnTo>
                  <a:close/>
                  <a:moveTo>
                    <a:pt x="61" y="74"/>
                  </a:moveTo>
                  <a:lnTo>
                    <a:pt x="60" y="74"/>
                  </a:lnTo>
                  <a:lnTo>
                    <a:pt x="60" y="75"/>
                  </a:lnTo>
                  <a:lnTo>
                    <a:pt x="60" y="76"/>
                  </a:lnTo>
                  <a:lnTo>
                    <a:pt x="60" y="75"/>
                  </a:lnTo>
                  <a:lnTo>
                    <a:pt x="61" y="75"/>
                  </a:lnTo>
                  <a:lnTo>
                    <a:pt x="61" y="74"/>
                  </a:lnTo>
                  <a:close/>
                  <a:moveTo>
                    <a:pt x="113" y="73"/>
                  </a:moveTo>
                  <a:lnTo>
                    <a:pt x="113" y="74"/>
                  </a:lnTo>
                  <a:lnTo>
                    <a:pt x="113" y="75"/>
                  </a:lnTo>
                  <a:lnTo>
                    <a:pt x="114" y="75"/>
                  </a:lnTo>
                  <a:lnTo>
                    <a:pt x="113" y="74"/>
                  </a:lnTo>
                  <a:lnTo>
                    <a:pt x="114" y="74"/>
                  </a:lnTo>
                  <a:lnTo>
                    <a:pt x="114" y="74"/>
                  </a:lnTo>
                  <a:lnTo>
                    <a:pt x="113" y="73"/>
                  </a:lnTo>
                  <a:close/>
                  <a:moveTo>
                    <a:pt x="104" y="72"/>
                  </a:moveTo>
                  <a:lnTo>
                    <a:pt x="102" y="73"/>
                  </a:lnTo>
                  <a:lnTo>
                    <a:pt x="101" y="73"/>
                  </a:lnTo>
                  <a:lnTo>
                    <a:pt x="102" y="75"/>
                  </a:lnTo>
                  <a:lnTo>
                    <a:pt x="102" y="76"/>
                  </a:lnTo>
                  <a:lnTo>
                    <a:pt x="103" y="75"/>
                  </a:lnTo>
                  <a:lnTo>
                    <a:pt x="104" y="74"/>
                  </a:lnTo>
                  <a:lnTo>
                    <a:pt x="104" y="72"/>
                  </a:lnTo>
                  <a:close/>
                  <a:moveTo>
                    <a:pt x="108" y="72"/>
                  </a:moveTo>
                  <a:lnTo>
                    <a:pt x="108" y="72"/>
                  </a:lnTo>
                  <a:lnTo>
                    <a:pt x="108" y="73"/>
                  </a:lnTo>
                  <a:lnTo>
                    <a:pt x="107" y="73"/>
                  </a:lnTo>
                  <a:lnTo>
                    <a:pt x="107" y="74"/>
                  </a:lnTo>
                  <a:lnTo>
                    <a:pt x="108" y="75"/>
                  </a:lnTo>
                  <a:lnTo>
                    <a:pt x="109" y="75"/>
                  </a:lnTo>
                  <a:lnTo>
                    <a:pt x="109" y="74"/>
                  </a:lnTo>
                  <a:lnTo>
                    <a:pt x="109" y="73"/>
                  </a:lnTo>
                  <a:lnTo>
                    <a:pt x="108" y="72"/>
                  </a:lnTo>
                  <a:close/>
                  <a:moveTo>
                    <a:pt x="55" y="71"/>
                  </a:moveTo>
                  <a:lnTo>
                    <a:pt x="55" y="72"/>
                  </a:lnTo>
                  <a:lnTo>
                    <a:pt x="54" y="73"/>
                  </a:lnTo>
                  <a:lnTo>
                    <a:pt x="54" y="74"/>
                  </a:lnTo>
                  <a:lnTo>
                    <a:pt x="55" y="75"/>
                  </a:lnTo>
                  <a:lnTo>
                    <a:pt x="55" y="74"/>
                  </a:lnTo>
                  <a:lnTo>
                    <a:pt x="56" y="73"/>
                  </a:lnTo>
                  <a:lnTo>
                    <a:pt x="56" y="71"/>
                  </a:lnTo>
                  <a:lnTo>
                    <a:pt x="55" y="71"/>
                  </a:lnTo>
                  <a:close/>
                  <a:moveTo>
                    <a:pt x="115" y="71"/>
                  </a:moveTo>
                  <a:lnTo>
                    <a:pt x="114" y="72"/>
                  </a:lnTo>
                  <a:lnTo>
                    <a:pt x="115" y="74"/>
                  </a:lnTo>
                  <a:lnTo>
                    <a:pt x="115" y="75"/>
                  </a:lnTo>
                  <a:lnTo>
                    <a:pt x="116" y="78"/>
                  </a:lnTo>
                  <a:lnTo>
                    <a:pt x="115" y="79"/>
                  </a:lnTo>
                  <a:lnTo>
                    <a:pt x="114" y="79"/>
                  </a:lnTo>
                  <a:lnTo>
                    <a:pt x="113" y="79"/>
                  </a:lnTo>
                  <a:lnTo>
                    <a:pt x="114" y="81"/>
                  </a:lnTo>
                  <a:lnTo>
                    <a:pt x="115" y="83"/>
                  </a:lnTo>
                  <a:lnTo>
                    <a:pt x="116" y="84"/>
                  </a:lnTo>
                  <a:lnTo>
                    <a:pt x="115" y="85"/>
                  </a:lnTo>
                  <a:lnTo>
                    <a:pt x="115" y="86"/>
                  </a:lnTo>
                  <a:lnTo>
                    <a:pt x="115" y="87"/>
                  </a:lnTo>
                  <a:lnTo>
                    <a:pt x="115" y="88"/>
                  </a:lnTo>
                  <a:lnTo>
                    <a:pt x="114" y="87"/>
                  </a:lnTo>
                  <a:lnTo>
                    <a:pt x="113" y="87"/>
                  </a:lnTo>
                  <a:lnTo>
                    <a:pt x="112" y="87"/>
                  </a:lnTo>
                  <a:lnTo>
                    <a:pt x="112" y="90"/>
                  </a:lnTo>
                  <a:lnTo>
                    <a:pt x="113" y="91"/>
                  </a:lnTo>
                  <a:lnTo>
                    <a:pt x="114" y="93"/>
                  </a:lnTo>
                  <a:lnTo>
                    <a:pt x="116" y="88"/>
                  </a:lnTo>
                  <a:lnTo>
                    <a:pt x="118" y="84"/>
                  </a:lnTo>
                  <a:lnTo>
                    <a:pt x="118" y="78"/>
                  </a:lnTo>
                  <a:lnTo>
                    <a:pt x="118" y="73"/>
                  </a:lnTo>
                  <a:lnTo>
                    <a:pt x="115" y="71"/>
                  </a:lnTo>
                  <a:close/>
                  <a:moveTo>
                    <a:pt x="50" y="71"/>
                  </a:moveTo>
                  <a:lnTo>
                    <a:pt x="48" y="78"/>
                  </a:lnTo>
                  <a:lnTo>
                    <a:pt x="48" y="84"/>
                  </a:lnTo>
                  <a:lnTo>
                    <a:pt x="48" y="91"/>
                  </a:lnTo>
                  <a:lnTo>
                    <a:pt x="48" y="91"/>
                  </a:lnTo>
                  <a:lnTo>
                    <a:pt x="48" y="92"/>
                  </a:lnTo>
                  <a:lnTo>
                    <a:pt x="48" y="93"/>
                  </a:lnTo>
                  <a:lnTo>
                    <a:pt x="48" y="94"/>
                  </a:lnTo>
                  <a:lnTo>
                    <a:pt x="48" y="95"/>
                  </a:lnTo>
                  <a:lnTo>
                    <a:pt x="48" y="96"/>
                  </a:lnTo>
                  <a:lnTo>
                    <a:pt x="48" y="97"/>
                  </a:lnTo>
                  <a:lnTo>
                    <a:pt x="48" y="99"/>
                  </a:lnTo>
                  <a:lnTo>
                    <a:pt x="48" y="102"/>
                  </a:lnTo>
                  <a:lnTo>
                    <a:pt x="48" y="104"/>
                  </a:lnTo>
                  <a:lnTo>
                    <a:pt x="49" y="105"/>
                  </a:lnTo>
                  <a:lnTo>
                    <a:pt x="50" y="102"/>
                  </a:lnTo>
                  <a:lnTo>
                    <a:pt x="50" y="100"/>
                  </a:lnTo>
                  <a:lnTo>
                    <a:pt x="50" y="100"/>
                  </a:lnTo>
                  <a:lnTo>
                    <a:pt x="50" y="99"/>
                  </a:lnTo>
                  <a:lnTo>
                    <a:pt x="50" y="96"/>
                  </a:lnTo>
                  <a:lnTo>
                    <a:pt x="51" y="93"/>
                  </a:lnTo>
                  <a:lnTo>
                    <a:pt x="50" y="90"/>
                  </a:lnTo>
                  <a:lnTo>
                    <a:pt x="49" y="86"/>
                  </a:lnTo>
                  <a:lnTo>
                    <a:pt x="50" y="83"/>
                  </a:lnTo>
                  <a:lnTo>
                    <a:pt x="51" y="80"/>
                  </a:lnTo>
                  <a:lnTo>
                    <a:pt x="50" y="75"/>
                  </a:lnTo>
                  <a:lnTo>
                    <a:pt x="50" y="71"/>
                  </a:lnTo>
                  <a:lnTo>
                    <a:pt x="50" y="71"/>
                  </a:lnTo>
                  <a:close/>
                  <a:moveTo>
                    <a:pt x="107" y="69"/>
                  </a:moveTo>
                  <a:lnTo>
                    <a:pt x="107" y="70"/>
                  </a:lnTo>
                  <a:lnTo>
                    <a:pt x="106" y="70"/>
                  </a:lnTo>
                  <a:lnTo>
                    <a:pt x="106" y="71"/>
                  </a:lnTo>
                  <a:lnTo>
                    <a:pt x="106" y="71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7" y="70"/>
                  </a:lnTo>
                  <a:lnTo>
                    <a:pt x="107" y="69"/>
                  </a:lnTo>
                  <a:close/>
                  <a:moveTo>
                    <a:pt x="111" y="68"/>
                  </a:moveTo>
                  <a:lnTo>
                    <a:pt x="111" y="69"/>
                  </a:lnTo>
                  <a:lnTo>
                    <a:pt x="110" y="69"/>
                  </a:lnTo>
                  <a:lnTo>
                    <a:pt x="109" y="70"/>
                  </a:lnTo>
                  <a:lnTo>
                    <a:pt x="110" y="71"/>
                  </a:lnTo>
                  <a:lnTo>
                    <a:pt x="110" y="71"/>
                  </a:lnTo>
                  <a:lnTo>
                    <a:pt x="111" y="72"/>
                  </a:lnTo>
                  <a:lnTo>
                    <a:pt x="111" y="70"/>
                  </a:lnTo>
                  <a:lnTo>
                    <a:pt x="111" y="68"/>
                  </a:lnTo>
                  <a:close/>
                  <a:moveTo>
                    <a:pt x="101" y="68"/>
                  </a:moveTo>
                  <a:lnTo>
                    <a:pt x="100" y="69"/>
                  </a:lnTo>
                  <a:lnTo>
                    <a:pt x="100" y="70"/>
                  </a:lnTo>
                  <a:lnTo>
                    <a:pt x="100" y="72"/>
                  </a:lnTo>
                  <a:lnTo>
                    <a:pt x="101" y="71"/>
                  </a:lnTo>
                  <a:lnTo>
                    <a:pt x="102" y="70"/>
                  </a:lnTo>
                  <a:lnTo>
                    <a:pt x="102" y="69"/>
                  </a:lnTo>
                  <a:lnTo>
                    <a:pt x="102" y="68"/>
                  </a:lnTo>
                  <a:lnTo>
                    <a:pt x="101" y="68"/>
                  </a:lnTo>
                  <a:close/>
                  <a:moveTo>
                    <a:pt x="61" y="68"/>
                  </a:moveTo>
                  <a:lnTo>
                    <a:pt x="61" y="68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61" y="70"/>
                  </a:lnTo>
                  <a:lnTo>
                    <a:pt x="62" y="68"/>
                  </a:lnTo>
                  <a:lnTo>
                    <a:pt x="61" y="68"/>
                  </a:lnTo>
                  <a:close/>
                  <a:moveTo>
                    <a:pt x="59" y="67"/>
                  </a:moveTo>
                  <a:lnTo>
                    <a:pt x="58" y="68"/>
                  </a:lnTo>
                  <a:lnTo>
                    <a:pt x="58" y="68"/>
                  </a:lnTo>
                  <a:lnTo>
                    <a:pt x="59" y="69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59" y="67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59" y="67"/>
                  </a:lnTo>
                  <a:close/>
                  <a:moveTo>
                    <a:pt x="50" y="67"/>
                  </a:moveTo>
                  <a:lnTo>
                    <a:pt x="50" y="68"/>
                  </a:lnTo>
                  <a:lnTo>
                    <a:pt x="49" y="69"/>
                  </a:lnTo>
                  <a:lnTo>
                    <a:pt x="50" y="70"/>
                  </a:lnTo>
                  <a:lnTo>
                    <a:pt x="50" y="69"/>
                  </a:lnTo>
                  <a:lnTo>
                    <a:pt x="50" y="68"/>
                  </a:lnTo>
                  <a:lnTo>
                    <a:pt x="50" y="67"/>
                  </a:lnTo>
                  <a:close/>
                  <a:moveTo>
                    <a:pt x="53" y="67"/>
                  </a:moveTo>
                  <a:lnTo>
                    <a:pt x="53" y="68"/>
                  </a:lnTo>
                  <a:lnTo>
                    <a:pt x="52" y="69"/>
                  </a:lnTo>
                  <a:lnTo>
                    <a:pt x="52" y="70"/>
                  </a:lnTo>
                  <a:lnTo>
                    <a:pt x="53" y="70"/>
                  </a:lnTo>
                  <a:lnTo>
                    <a:pt x="53" y="69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53" y="67"/>
                  </a:lnTo>
                  <a:close/>
                  <a:moveTo>
                    <a:pt x="110" y="66"/>
                  </a:moveTo>
                  <a:lnTo>
                    <a:pt x="109" y="66"/>
                  </a:lnTo>
                  <a:lnTo>
                    <a:pt x="109" y="67"/>
                  </a:lnTo>
                  <a:lnTo>
                    <a:pt x="109" y="68"/>
                  </a:lnTo>
                  <a:lnTo>
                    <a:pt x="109" y="68"/>
                  </a:lnTo>
                  <a:lnTo>
                    <a:pt x="109" y="68"/>
                  </a:lnTo>
                  <a:lnTo>
                    <a:pt x="110" y="67"/>
                  </a:lnTo>
                  <a:lnTo>
                    <a:pt x="110" y="66"/>
                  </a:lnTo>
                  <a:close/>
                  <a:moveTo>
                    <a:pt x="101" y="66"/>
                  </a:moveTo>
                  <a:lnTo>
                    <a:pt x="100" y="66"/>
                  </a:lnTo>
                  <a:lnTo>
                    <a:pt x="100" y="67"/>
                  </a:lnTo>
                  <a:lnTo>
                    <a:pt x="101" y="66"/>
                  </a:lnTo>
                  <a:lnTo>
                    <a:pt x="101" y="66"/>
                  </a:lnTo>
                  <a:close/>
                  <a:moveTo>
                    <a:pt x="104" y="64"/>
                  </a:moveTo>
                  <a:lnTo>
                    <a:pt x="104" y="66"/>
                  </a:lnTo>
                  <a:lnTo>
                    <a:pt x="103" y="66"/>
                  </a:lnTo>
                  <a:lnTo>
                    <a:pt x="103" y="66"/>
                  </a:lnTo>
                  <a:lnTo>
                    <a:pt x="103" y="67"/>
                  </a:lnTo>
                  <a:lnTo>
                    <a:pt x="103" y="67"/>
                  </a:lnTo>
                  <a:lnTo>
                    <a:pt x="103" y="67"/>
                  </a:lnTo>
                  <a:lnTo>
                    <a:pt x="103" y="67"/>
                  </a:lnTo>
                  <a:lnTo>
                    <a:pt x="103" y="68"/>
                  </a:lnTo>
                  <a:lnTo>
                    <a:pt x="104" y="67"/>
                  </a:lnTo>
                  <a:lnTo>
                    <a:pt x="104" y="66"/>
                  </a:lnTo>
                  <a:lnTo>
                    <a:pt x="104" y="66"/>
                  </a:lnTo>
                  <a:lnTo>
                    <a:pt x="104" y="64"/>
                  </a:lnTo>
                  <a:close/>
                  <a:moveTo>
                    <a:pt x="60" y="63"/>
                  </a:moveTo>
                  <a:lnTo>
                    <a:pt x="60" y="64"/>
                  </a:lnTo>
                  <a:lnTo>
                    <a:pt x="60" y="64"/>
                  </a:lnTo>
                  <a:lnTo>
                    <a:pt x="60" y="66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0" y="63"/>
                  </a:lnTo>
                  <a:close/>
                  <a:moveTo>
                    <a:pt x="114" y="63"/>
                  </a:moveTo>
                  <a:lnTo>
                    <a:pt x="114" y="63"/>
                  </a:lnTo>
                  <a:lnTo>
                    <a:pt x="113" y="64"/>
                  </a:lnTo>
                  <a:lnTo>
                    <a:pt x="113" y="64"/>
                  </a:lnTo>
                  <a:lnTo>
                    <a:pt x="114" y="67"/>
                  </a:lnTo>
                  <a:lnTo>
                    <a:pt x="115" y="68"/>
                  </a:lnTo>
                  <a:lnTo>
                    <a:pt x="118" y="69"/>
                  </a:lnTo>
                  <a:lnTo>
                    <a:pt x="118" y="69"/>
                  </a:lnTo>
                  <a:lnTo>
                    <a:pt x="118" y="68"/>
                  </a:lnTo>
                  <a:lnTo>
                    <a:pt x="118" y="68"/>
                  </a:lnTo>
                  <a:lnTo>
                    <a:pt x="116" y="67"/>
                  </a:lnTo>
                  <a:lnTo>
                    <a:pt x="115" y="66"/>
                  </a:lnTo>
                  <a:lnTo>
                    <a:pt x="115" y="64"/>
                  </a:lnTo>
                  <a:lnTo>
                    <a:pt x="114" y="63"/>
                  </a:lnTo>
                  <a:close/>
                  <a:moveTo>
                    <a:pt x="109" y="63"/>
                  </a:moveTo>
                  <a:lnTo>
                    <a:pt x="109" y="64"/>
                  </a:lnTo>
                  <a:lnTo>
                    <a:pt x="108" y="64"/>
                  </a:lnTo>
                  <a:lnTo>
                    <a:pt x="108" y="66"/>
                  </a:lnTo>
                  <a:lnTo>
                    <a:pt x="108" y="66"/>
                  </a:lnTo>
                  <a:lnTo>
                    <a:pt x="109" y="64"/>
                  </a:lnTo>
                  <a:lnTo>
                    <a:pt x="109" y="64"/>
                  </a:lnTo>
                  <a:lnTo>
                    <a:pt x="109" y="63"/>
                  </a:lnTo>
                  <a:close/>
                  <a:moveTo>
                    <a:pt x="52" y="63"/>
                  </a:moveTo>
                  <a:lnTo>
                    <a:pt x="52" y="63"/>
                  </a:lnTo>
                  <a:lnTo>
                    <a:pt x="52" y="63"/>
                  </a:lnTo>
                  <a:lnTo>
                    <a:pt x="52" y="63"/>
                  </a:lnTo>
                  <a:lnTo>
                    <a:pt x="52" y="64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3" y="64"/>
                  </a:lnTo>
                  <a:lnTo>
                    <a:pt x="53" y="64"/>
                  </a:lnTo>
                  <a:lnTo>
                    <a:pt x="52" y="63"/>
                  </a:lnTo>
                  <a:lnTo>
                    <a:pt x="52" y="63"/>
                  </a:lnTo>
                  <a:close/>
                  <a:moveTo>
                    <a:pt x="56" y="62"/>
                  </a:moveTo>
                  <a:lnTo>
                    <a:pt x="55" y="62"/>
                  </a:lnTo>
                  <a:lnTo>
                    <a:pt x="55" y="63"/>
                  </a:lnTo>
                  <a:lnTo>
                    <a:pt x="55" y="64"/>
                  </a:lnTo>
                  <a:lnTo>
                    <a:pt x="56" y="64"/>
                  </a:lnTo>
                  <a:lnTo>
                    <a:pt x="56" y="64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6" y="62"/>
                  </a:lnTo>
                  <a:close/>
                  <a:moveTo>
                    <a:pt x="102" y="61"/>
                  </a:moveTo>
                  <a:lnTo>
                    <a:pt x="102" y="62"/>
                  </a:lnTo>
                  <a:lnTo>
                    <a:pt x="102" y="63"/>
                  </a:lnTo>
                  <a:lnTo>
                    <a:pt x="102" y="64"/>
                  </a:lnTo>
                  <a:lnTo>
                    <a:pt x="103" y="64"/>
                  </a:lnTo>
                  <a:lnTo>
                    <a:pt x="104" y="63"/>
                  </a:lnTo>
                  <a:lnTo>
                    <a:pt x="103" y="63"/>
                  </a:lnTo>
                  <a:lnTo>
                    <a:pt x="103" y="62"/>
                  </a:lnTo>
                  <a:lnTo>
                    <a:pt x="102" y="61"/>
                  </a:lnTo>
                  <a:close/>
                  <a:moveTo>
                    <a:pt x="109" y="61"/>
                  </a:moveTo>
                  <a:lnTo>
                    <a:pt x="108" y="61"/>
                  </a:lnTo>
                  <a:lnTo>
                    <a:pt x="108" y="62"/>
                  </a:lnTo>
                  <a:lnTo>
                    <a:pt x="109" y="62"/>
                  </a:lnTo>
                  <a:lnTo>
                    <a:pt x="109" y="61"/>
                  </a:lnTo>
                  <a:close/>
                  <a:moveTo>
                    <a:pt x="118" y="60"/>
                  </a:moveTo>
                  <a:lnTo>
                    <a:pt x="116" y="60"/>
                  </a:lnTo>
                  <a:lnTo>
                    <a:pt x="116" y="61"/>
                  </a:lnTo>
                  <a:lnTo>
                    <a:pt x="116" y="62"/>
                  </a:lnTo>
                  <a:lnTo>
                    <a:pt x="116" y="62"/>
                  </a:lnTo>
                  <a:lnTo>
                    <a:pt x="115" y="62"/>
                  </a:lnTo>
                  <a:lnTo>
                    <a:pt x="115" y="62"/>
                  </a:lnTo>
                  <a:lnTo>
                    <a:pt x="116" y="63"/>
                  </a:lnTo>
                  <a:lnTo>
                    <a:pt x="116" y="63"/>
                  </a:lnTo>
                  <a:lnTo>
                    <a:pt x="118" y="64"/>
                  </a:lnTo>
                  <a:lnTo>
                    <a:pt x="118" y="63"/>
                  </a:lnTo>
                  <a:lnTo>
                    <a:pt x="118" y="61"/>
                  </a:lnTo>
                  <a:lnTo>
                    <a:pt x="118" y="60"/>
                  </a:lnTo>
                  <a:close/>
                  <a:moveTo>
                    <a:pt x="101" y="58"/>
                  </a:moveTo>
                  <a:lnTo>
                    <a:pt x="100" y="59"/>
                  </a:lnTo>
                  <a:lnTo>
                    <a:pt x="101" y="59"/>
                  </a:lnTo>
                  <a:lnTo>
                    <a:pt x="101" y="60"/>
                  </a:lnTo>
                  <a:lnTo>
                    <a:pt x="101" y="60"/>
                  </a:lnTo>
                  <a:lnTo>
                    <a:pt x="102" y="60"/>
                  </a:lnTo>
                  <a:lnTo>
                    <a:pt x="102" y="59"/>
                  </a:lnTo>
                  <a:lnTo>
                    <a:pt x="101" y="58"/>
                  </a:lnTo>
                  <a:lnTo>
                    <a:pt x="101" y="58"/>
                  </a:lnTo>
                  <a:close/>
                  <a:moveTo>
                    <a:pt x="107" y="57"/>
                  </a:moveTo>
                  <a:lnTo>
                    <a:pt x="106" y="58"/>
                  </a:lnTo>
                  <a:lnTo>
                    <a:pt x="106" y="59"/>
                  </a:lnTo>
                  <a:lnTo>
                    <a:pt x="104" y="60"/>
                  </a:lnTo>
                  <a:lnTo>
                    <a:pt x="104" y="60"/>
                  </a:lnTo>
                  <a:lnTo>
                    <a:pt x="106" y="61"/>
                  </a:lnTo>
                  <a:lnTo>
                    <a:pt x="107" y="62"/>
                  </a:lnTo>
                  <a:lnTo>
                    <a:pt x="107" y="61"/>
                  </a:lnTo>
                  <a:lnTo>
                    <a:pt x="107" y="60"/>
                  </a:lnTo>
                  <a:lnTo>
                    <a:pt x="108" y="60"/>
                  </a:lnTo>
                  <a:lnTo>
                    <a:pt x="108" y="60"/>
                  </a:lnTo>
                  <a:lnTo>
                    <a:pt x="107" y="57"/>
                  </a:lnTo>
                  <a:close/>
                  <a:moveTo>
                    <a:pt x="55" y="57"/>
                  </a:moveTo>
                  <a:lnTo>
                    <a:pt x="54" y="59"/>
                  </a:lnTo>
                  <a:lnTo>
                    <a:pt x="53" y="60"/>
                  </a:lnTo>
                  <a:lnTo>
                    <a:pt x="54" y="61"/>
                  </a:lnTo>
                  <a:lnTo>
                    <a:pt x="54" y="62"/>
                  </a:lnTo>
                  <a:lnTo>
                    <a:pt x="55" y="62"/>
                  </a:lnTo>
                  <a:lnTo>
                    <a:pt x="55" y="61"/>
                  </a:lnTo>
                  <a:lnTo>
                    <a:pt x="56" y="59"/>
                  </a:lnTo>
                  <a:lnTo>
                    <a:pt x="56" y="58"/>
                  </a:lnTo>
                  <a:lnTo>
                    <a:pt x="55" y="57"/>
                  </a:lnTo>
                  <a:close/>
                  <a:moveTo>
                    <a:pt x="60" y="56"/>
                  </a:moveTo>
                  <a:lnTo>
                    <a:pt x="60" y="57"/>
                  </a:lnTo>
                  <a:lnTo>
                    <a:pt x="59" y="58"/>
                  </a:lnTo>
                  <a:lnTo>
                    <a:pt x="59" y="59"/>
                  </a:lnTo>
                  <a:lnTo>
                    <a:pt x="60" y="58"/>
                  </a:lnTo>
                  <a:lnTo>
                    <a:pt x="61" y="57"/>
                  </a:lnTo>
                  <a:lnTo>
                    <a:pt x="60" y="56"/>
                  </a:lnTo>
                  <a:close/>
                  <a:moveTo>
                    <a:pt x="106" y="55"/>
                  </a:moveTo>
                  <a:lnTo>
                    <a:pt x="104" y="56"/>
                  </a:lnTo>
                  <a:lnTo>
                    <a:pt x="103" y="57"/>
                  </a:lnTo>
                  <a:lnTo>
                    <a:pt x="104" y="57"/>
                  </a:lnTo>
                  <a:lnTo>
                    <a:pt x="104" y="56"/>
                  </a:lnTo>
                  <a:lnTo>
                    <a:pt x="106" y="55"/>
                  </a:lnTo>
                  <a:close/>
                  <a:moveTo>
                    <a:pt x="118" y="54"/>
                  </a:moveTo>
                  <a:lnTo>
                    <a:pt x="116" y="55"/>
                  </a:lnTo>
                  <a:lnTo>
                    <a:pt x="115" y="56"/>
                  </a:lnTo>
                  <a:lnTo>
                    <a:pt x="116" y="57"/>
                  </a:lnTo>
                  <a:lnTo>
                    <a:pt x="116" y="57"/>
                  </a:lnTo>
                  <a:lnTo>
                    <a:pt x="118" y="56"/>
                  </a:lnTo>
                  <a:lnTo>
                    <a:pt x="118" y="56"/>
                  </a:lnTo>
                  <a:lnTo>
                    <a:pt x="118" y="55"/>
                  </a:lnTo>
                  <a:lnTo>
                    <a:pt x="118" y="54"/>
                  </a:lnTo>
                  <a:close/>
                  <a:moveTo>
                    <a:pt x="109" y="54"/>
                  </a:moveTo>
                  <a:lnTo>
                    <a:pt x="109" y="55"/>
                  </a:lnTo>
                  <a:lnTo>
                    <a:pt x="108" y="56"/>
                  </a:lnTo>
                  <a:lnTo>
                    <a:pt x="109" y="56"/>
                  </a:lnTo>
                  <a:lnTo>
                    <a:pt x="109" y="57"/>
                  </a:lnTo>
                  <a:lnTo>
                    <a:pt x="110" y="58"/>
                  </a:lnTo>
                  <a:lnTo>
                    <a:pt x="110" y="58"/>
                  </a:lnTo>
                  <a:lnTo>
                    <a:pt x="111" y="57"/>
                  </a:lnTo>
                  <a:lnTo>
                    <a:pt x="109" y="54"/>
                  </a:lnTo>
                  <a:close/>
                  <a:moveTo>
                    <a:pt x="99" y="54"/>
                  </a:moveTo>
                  <a:lnTo>
                    <a:pt x="99" y="54"/>
                  </a:lnTo>
                  <a:lnTo>
                    <a:pt x="99" y="55"/>
                  </a:lnTo>
                  <a:lnTo>
                    <a:pt x="99" y="56"/>
                  </a:lnTo>
                  <a:lnTo>
                    <a:pt x="100" y="56"/>
                  </a:lnTo>
                  <a:lnTo>
                    <a:pt x="100" y="55"/>
                  </a:lnTo>
                  <a:lnTo>
                    <a:pt x="100" y="55"/>
                  </a:lnTo>
                  <a:lnTo>
                    <a:pt x="99" y="54"/>
                  </a:lnTo>
                  <a:lnTo>
                    <a:pt x="99" y="54"/>
                  </a:lnTo>
                  <a:lnTo>
                    <a:pt x="99" y="54"/>
                  </a:lnTo>
                  <a:close/>
                  <a:moveTo>
                    <a:pt x="104" y="51"/>
                  </a:moveTo>
                  <a:lnTo>
                    <a:pt x="103" y="52"/>
                  </a:lnTo>
                  <a:lnTo>
                    <a:pt x="102" y="55"/>
                  </a:lnTo>
                  <a:lnTo>
                    <a:pt x="102" y="56"/>
                  </a:lnTo>
                  <a:lnTo>
                    <a:pt x="104" y="54"/>
                  </a:lnTo>
                  <a:lnTo>
                    <a:pt x="104" y="52"/>
                  </a:lnTo>
                  <a:lnTo>
                    <a:pt x="104" y="51"/>
                  </a:lnTo>
                  <a:close/>
                  <a:moveTo>
                    <a:pt x="59" y="51"/>
                  </a:moveTo>
                  <a:lnTo>
                    <a:pt x="58" y="54"/>
                  </a:lnTo>
                  <a:lnTo>
                    <a:pt x="56" y="55"/>
                  </a:lnTo>
                  <a:lnTo>
                    <a:pt x="58" y="56"/>
                  </a:lnTo>
                  <a:lnTo>
                    <a:pt x="59" y="57"/>
                  </a:lnTo>
                  <a:lnTo>
                    <a:pt x="59" y="56"/>
                  </a:lnTo>
                  <a:lnTo>
                    <a:pt x="60" y="54"/>
                  </a:lnTo>
                  <a:lnTo>
                    <a:pt x="60" y="52"/>
                  </a:lnTo>
                  <a:lnTo>
                    <a:pt x="59" y="51"/>
                  </a:lnTo>
                  <a:lnTo>
                    <a:pt x="59" y="51"/>
                  </a:lnTo>
                  <a:close/>
                  <a:moveTo>
                    <a:pt x="111" y="50"/>
                  </a:moveTo>
                  <a:lnTo>
                    <a:pt x="111" y="51"/>
                  </a:lnTo>
                  <a:lnTo>
                    <a:pt x="111" y="51"/>
                  </a:lnTo>
                  <a:lnTo>
                    <a:pt x="111" y="51"/>
                  </a:lnTo>
                  <a:lnTo>
                    <a:pt x="111" y="51"/>
                  </a:lnTo>
                  <a:lnTo>
                    <a:pt x="112" y="52"/>
                  </a:lnTo>
                  <a:lnTo>
                    <a:pt x="112" y="52"/>
                  </a:lnTo>
                  <a:lnTo>
                    <a:pt x="112" y="51"/>
                  </a:lnTo>
                  <a:lnTo>
                    <a:pt x="111" y="50"/>
                  </a:lnTo>
                  <a:close/>
                  <a:moveTo>
                    <a:pt x="60" y="50"/>
                  </a:moveTo>
                  <a:lnTo>
                    <a:pt x="60" y="51"/>
                  </a:lnTo>
                  <a:lnTo>
                    <a:pt x="61" y="52"/>
                  </a:lnTo>
                  <a:lnTo>
                    <a:pt x="61" y="52"/>
                  </a:lnTo>
                  <a:lnTo>
                    <a:pt x="61" y="52"/>
                  </a:lnTo>
                  <a:lnTo>
                    <a:pt x="62" y="52"/>
                  </a:lnTo>
                  <a:lnTo>
                    <a:pt x="61" y="51"/>
                  </a:lnTo>
                  <a:lnTo>
                    <a:pt x="61" y="50"/>
                  </a:lnTo>
                  <a:lnTo>
                    <a:pt x="60" y="50"/>
                  </a:lnTo>
                  <a:close/>
                  <a:moveTo>
                    <a:pt x="107" y="48"/>
                  </a:moveTo>
                  <a:lnTo>
                    <a:pt x="107" y="49"/>
                  </a:lnTo>
                  <a:lnTo>
                    <a:pt x="106" y="49"/>
                  </a:lnTo>
                  <a:lnTo>
                    <a:pt x="106" y="50"/>
                  </a:lnTo>
                  <a:lnTo>
                    <a:pt x="107" y="50"/>
                  </a:lnTo>
                  <a:lnTo>
                    <a:pt x="107" y="51"/>
                  </a:lnTo>
                  <a:lnTo>
                    <a:pt x="108" y="51"/>
                  </a:lnTo>
                  <a:lnTo>
                    <a:pt x="108" y="49"/>
                  </a:lnTo>
                  <a:lnTo>
                    <a:pt x="107" y="48"/>
                  </a:lnTo>
                  <a:close/>
                  <a:moveTo>
                    <a:pt x="102" y="47"/>
                  </a:moveTo>
                  <a:lnTo>
                    <a:pt x="101" y="48"/>
                  </a:lnTo>
                  <a:lnTo>
                    <a:pt x="100" y="48"/>
                  </a:lnTo>
                  <a:lnTo>
                    <a:pt x="100" y="49"/>
                  </a:lnTo>
                  <a:lnTo>
                    <a:pt x="100" y="50"/>
                  </a:lnTo>
                  <a:lnTo>
                    <a:pt x="100" y="51"/>
                  </a:lnTo>
                  <a:lnTo>
                    <a:pt x="101" y="52"/>
                  </a:lnTo>
                  <a:lnTo>
                    <a:pt x="102" y="51"/>
                  </a:lnTo>
                  <a:lnTo>
                    <a:pt x="103" y="49"/>
                  </a:lnTo>
                  <a:lnTo>
                    <a:pt x="103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7"/>
                  </a:lnTo>
                  <a:close/>
                  <a:moveTo>
                    <a:pt x="56" y="46"/>
                  </a:moveTo>
                  <a:lnTo>
                    <a:pt x="56" y="48"/>
                  </a:lnTo>
                  <a:lnTo>
                    <a:pt x="55" y="48"/>
                  </a:lnTo>
                  <a:lnTo>
                    <a:pt x="55" y="49"/>
                  </a:lnTo>
                  <a:lnTo>
                    <a:pt x="55" y="50"/>
                  </a:lnTo>
                  <a:lnTo>
                    <a:pt x="56" y="49"/>
                  </a:lnTo>
                  <a:lnTo>
                    <a:pt x="56" y="48"/>
                  </a:lnTo>
                  <a:lnTo>
                    <a:pt x="58" y="47"/>
                  </a:lnTo>
                  <a:lnTo>
                    <a:pt x="56" y="46"/>
                  </a:lnTo>
                  <a:close/>
                  <a:moveTo>
                    <a:pt x="61" y="46"/>
                  </a:moveTo>
                  <a:lnTo>
                    <a:pt x="61" y="47"/>
                  </a:lnTo>
                  <a:lnTo>
                    <a:pt x="61" y="48"/>
                  </a:lnTo>
                  <a:lnTo>
                    <a:pt x="62" y="49"/>
                  </a:lnTo>
                  <a:lnTo>
                    <a:pt x="62" y="47"/>
                  </a:lnTo>
                  <a:lnTo>
                    <a:pt x="61" y="46"/>
                  </a:lnTo>
                  <a:close/>
                  <a:moveTo>
                    <a:pt x="110" y="45"/>
                  </a:moveTo>
                  <a:lnTo>
                    <a:pt x="109" y="46"/>
                  </a:lnTo>
                  <a:lnTo>
                    <a:pt x="109" y="47"/>
                  </a:lnTo>
                  <a:lnTo>
                    <a:pt x="109" y="48"/>
                  </a:lnTo>
                  <a:lnTo>
                    <a:pt x="110" y="49"/>
                  </a:lnTo>
                  <a:lnTo>
                    <a:pt x="110" y="48"/>
                  </a:lnTo>
                  <a:lnTo>
                    <a:pt x="111" y="47"/>
                  </a:lnTo>
                  <a:lnTo>
                    <a:pt x="111" y="47"/>
                  </a:lnTo>
                  <a:lnTo>
                    <a:pt x="111" y="47"/>
                  </a:lnTo>
                  <a:lnTo>
                    <a:pt x="110" y="46"/>
                  </a:lnTo>
                  <a:lnTo>
                    <a:pt x="110" y="46"/>
                  </a:lnTo>
                  <a:lnTo>
                    <a:pt x="110" y="45"/>
                  </a:lnTo>
                  <a:close/>
                  <a:moveTo>
                    <a:pt x="106" y="45"/>
                  </a:moveTo>
                  <a:lnTo>
                    <a:pt x="104" y="45"/>
                  </a:lnTo>
                  <a:lnTo>
                    <a:pt x="103" y="46"/>
                  </a:lnTo>
                  <a:lnTo>
                    <a:pt x="104" y="47"/>
                  </a:lnTo>
                  <a:lnTo>
                    <a:pt x="104" y="48"/>
                  </a:lnTo>
                  <a:lnTo>
                    <a:pt x="106" y="47"/>
                  </a:lnTo>
                  <a:lnTo>
                    <a:pt x="106" y="46"/>
                  </a:lnTo>
                  <a:lnTo>
                    <a:pt x="106" y="45"/>
                  </a:lnTo>
                  <a:close/>
                  <a:moveTo>
                    <a:pt x="50" y="45"/>
                  </a:moveTo>
                  <a:lnTo>
                    <a:pt x="50" y="45"/>
                  </a:lnTo>
                  <a:lnTo>
                    <a:pt x="50" y="45"/>
                  </a:lnTo>
                  <a:lnTo>
                    <a:pt x="49" y="45"/>
                  </a:lnTo>
                  <a:lnTo>
                    <a:pt x="49" y="56"/>
                  </a:lnTo>
                  <a:lnTo>
                    <a:pt x="49" y="67"/>
                  </a:lnTo>
                  <a:lnTo>
                    <a:pt x="50" y="63"/>
                  </a:lnTo>
                  <a:lnTo>
                    <a:pt x="51" y="59"/>
                  </a:lnTo>
                  <a:lnTo>
                    <a:pt x="50" y="58"/>
                  </a:lnTo>
                  <a:lnTo>
                    <a:pt x="50" y="56"/>
                  </a:lnTo>
                  <a:lnTo>
                    <a:pt x="49" y="54"/>
                  </a:lnTo>
                  <a:lnTo>
                    <a:pt x="50" y="54"/>
                  </a:lnTo>
                  <a:lnTo>
                    <a:pt x="51" y="54"/>
                  </a:lnTo>
                  <a:lnTo>
                    <a:pt x="51" y="50"/>
                  </a:lnTo>
                  <a:lnTo>
                    <a:pt x="51" y="48"/>
                  </a:lnTo>
                  <a:lnTo>
                    <a:pt x="50" y="45"/>
                  </a:lnTo>
                  <a:close/>
                  <a:moveTo>
                    <a:pt x="109" y="42"/>
                  </a:moveTo>
                  <a:lnTo>
                    <a:pt x="108" y="43"/>
                  </a:lnTo>
                  <a:lnTo>
                    <a:pt x="108" y="43"/>
                  </a:lnTo>
                  <a:lnTo>
                    <a:pt x="107" y="44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9" y="43"/>
                  </a:lnTo>
                  <a:lnTo>
                    <a:pt x="109" y="42"/>
                  </a:lnTo>
                  <a:close/>
                  <a:moveTo>
                    <a:pt x="99" y="42"/>
                  </a:moveTo>
                  <a:lnTo>
                    <a:pt x="99" y="43"/>
                  </a:lnTo>
                  <a:lnTo>
                    <a:pt x="99" y="44"/>
                  </a:lnTo>
                  <a:lnTo>
                    <a:pt x="98" y="45"/>
                  </a:lnTo>
                  <a:lnTo>
                    <a:pt x="98" y="46"/>
                  </a:lnTo>
                  <a:lnTo>
                    <a:pt x="99" y="47"/>
                  </a:lnTo>
                  <a:lnTo>
                    <a:pt x="100" y="46"/>
                  </a:lnTo>
                  <a:lnTo>
                    <a:pt x="101" y="45"/>
                  </a:lnTo>
                  <a:lnTo>
                    <a:pt x="100" y="44"/>
                  </a:lnTo>
                  <a:lnTo>
                    <a:pt x="100" y="43"/>
                  </a:lnTo>
                  <a:lnTo>
                    <a:pt x="99" y="42"/>
                  </a:lnTo>
                  <a:close/>
                  <a:moveTo>
                    <a:pt x="112" y="40"/>
                  </a:moveTo>
                  <a:lnTo>
                    <a:pt x="112" y="42"/>
                  </a:lnTo>
                  <a:lnTo>
                    <a:pt x="112" y="42"/>
                  </a:lnTo>
                  <a:lnTo>
                    <a:pt x="112" y="42"/>
                  </a:lnTo>
                  <a:lnTo>
                    <a:pt x="112" y="42"/>
                  </a:lnTo>
                  <a:lnTo>
                    <a:pt x="113" y="42"/>
                  </a:lnTo>
                  <a:lnTo>
                    <a:pt x="112" y="42"/>
                  </a:lnTo>
                  <a:lnTo>
                    <a:pt x="113" y="42"/>
                  </a:lnTo>
                  <a:lnTo>
                    <a:pt x="113" y="40"/>
                  </a:lnTo>
                  <a:lnTo>
                    <a:pt x="112" y="40"/>
                  </a:lnTo>
                  <a:close/>
                  <a:moveTo>
                    <a:pt x="60" y="39"/>
                  </a:moveTo>
                  <a:lnTo>
                    <a:pt x="60" y="40"/>
                  </a:lnTo>
                  <a:lnTo>
                    <a:pt x="59" y="42"/>
                  </a:lnTo>
                  <a:lnTo>
                    <a:pt x="59" y="43"/>
                  </a:lnTo>
                  <a:lnTo>
                    <a:pt x="60" y="44"/>
                  </a:lnTo>
                  <a:lnTo>
                    <a:pt x="60" y="43"/>
                  </a:lnTo>
                  <a:lnTo>
                    <a:pt x="61" y="43"/>
                  </a:lnTo>
                  <a:lnTo>
                    <a:pt x="61" y="42"/>
                  </a:lnTo>
                  <a:lnTo>
                    <a:pt x="61" y="42"/>
                  </a:lnTo>
                  <a:lnTo>
                    <a:pt x="60" y="40"/>
                  </a:lnTo>
                  <a:lnTo>
                    <a:pt x="60" y="39"/>
                  </a:lnTo>
                  <a:close/>
                  <a:moveTo>
                    <a:pt x="54" y="39"/>
                  </a:moveTo>
                  <a:lnTo>
                    <a:pt x="53" y="42"/>
                  </a:lnTo>
                  <a:lnTo>
                    <a:pt x="52" y="44"/>
                  </a:lnTo>
                  <a:lnTo>
                    <a:pt x="53" y="46"/>
                  </a:lnTo>
                  <a:lnTo>
                    <a:pt x="54" y="48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5" y="42"/>
                  </a:lnTo>
                  <a:lnTo>
                    <a:pt x="54" y="39"/>
                  </a:lnTo>
                  <a:close/>
                  <a:moveTo>
                    <a:pt x="108" y="39"/>
                  </a:moveTo>
                  <a:lnTo>
                    <a:pt x="108" y="39"/>
                  </a:lnTo>
                  <a:lnTo>
                    <a:pt x="107" y="39"/>
                  </a:lnTo>
                  <a:lnTo>
                    <a:pt x="107" y="40"/>
                  </a:lnTo>
                  <a:lnTo>
                    <a:pt x="107" y="40"/>
                  </a:lnTo>
                  <a:lnTo>
                    <a:pt x="107" y="42"/>
                  </a:lnTo>
                  <a:lnTo>
                    <a:pt x="107" y="42"/>
                  </a:lnTo>
                  <a:lnTo>
                    <a:pt x="108" y="42"/>
                  </a:lnTo>
                  <a:lnTo>
                    <a:pt x="108" y="42"/>
                  </a:lnTo>
                  <a:lnTo>
                    <a:pt x="108" y="40"/>
                  </a:lnTo>
                  <a:lnTo>
                    <a:pt x="108" y="39"/>
                  </a:lnTo>
                  <a:close/>
                  <a:moveTo>
                    <a:pt x="50" y="38"/>
                  </a:moveTo>
                  <a:lnTo>
                    <a:pt x="50" y="38"/>
                  </a:lnTo>
                  <a:lnTo>
                    <a:pt x="50" y="39"/>
                  </a:lnTo>
                  <a:lnTo>
                    <a:pt x="50" y="39"/>
                  </a:lnTo>
                  <a:lnTo>
                    <a:pt x="51" y="38"/>
                  </a:lnTo>
                  <a:lnTo>
                    <a:pt x="50" y="38"/>
                  </a:lnTo>
                  <a:close/>
                  <a:moveTo>
                    <a:pt x="66" y="38"/>
                  </a:moveTo>
                  <a:lnTo>
                    <a:pt x="65" y="39"/>
                  </a:lnTo>
                  <a:lnTo>
                    <a:pt x="65" y="40"/>
                  </a:lnTo>
                  <a:lnTo>
                    <a:pt x="65" y="43"/>
                  </a:lnTo>
                  <a:lnTo>
                    <a:pt x="64" y="46"/>
                  </a:lnTo>
                  <a:lnTo>
                    <a:pt x="64" y="48"/>
                  </a:lnTo>
                  <a:lnTo>
                    <a:pt x="65" y="51"/>
                  </a:lnTo>
                  <a:lnTo>
                    <a:pt x="65" y="52"/>
                  </a:lnTo>
                  <a:lnTo>
                    <a:pt x="64" y="54"/>
                  </a:lnTo>
                  <a:lnTo>
                    <a:pt x="64" y="55"/>
                  </a:lnTo>
                  <a:lnTo>
                    <a:pt x="64" y="58"/>
                  </a:lnTo>
                  <a:lnTo>
                    <a:pt x="64" y="62"/>
                  </a:lnTo>
                  <a:lnTo>
                    <a:pt x="63" y="66"/>
                  </a:lnTo>
                  <a:lnTo>
                    <a:pt x="63" y="69"/>
                  </a:lnTo>
                  <a:lnTo>
                    <a:pt x="64" y="71"/>
                  </a:lnTo>
                  <a:lnTo>
                    <a:pt x="63" y="74"/>
                  </a:lnTo>
                  <a:lnTo>
                    <a:pt x="63" y="76"/>
                  </a:lnTo>
                  <a:lnTo>
                    <a:pt x="63" y="80"/>
                  </a:lnTo>
                  <a:lnTo>
                    <a:pt x="63" y="83"/>
                  </a:lnTo>
                  <a:lnTo>
                    <a:pt x="63" y="85"/>
                  </a:lnTo>
                  <a:lnTo>
                    <a:pt x="64" y="86"/>
                  </a:lnTo>
                  <a:lnTo>
                    <a:pt x="65" y="62"/>
                  </a:lnTo>
                  <a:lnTo>
                    <a:pt x="66" y="38"/>
                  </a:lnTo>
                  <a:close/>
                  <a:moveTo>
                    <a:pt x="101" y="36"/>
                  </a:moveTo>
                  <a:lnTo>
                    <a:pt x="100" y="38"/>
                  </a:lnTo>
                  <a:lnTo>
                    <a:pt x="101" y="40"/>
                  </a:lnTo>
                  <a:lnTo>
                    <a:pt x="102" y="42"/>
                  </a:lnTo>
                  <a:lnTo>
                    <a:pt x="102" y="39"/>
                  </a:lnTo>
                  <a:lnTo>
                    <a:pt x="101" y="38"/>
                  </a:lnTo>
                  <a:lnTo>
                    <a:pt x="101" y="36"/>
                  </a:lnTo>
                  <a:close/>
                  <a:moveTo>
                    <a:pt x="111" y="35"/>
                  </a:moveTo>
                  <a:lnTo>
                    <a:pt x="109" y="37"/>
                  </a:lnTo>
                  <a:lnTo>
                    <a:pt x="110" y="37"/>
                  </a:lnTo>
                  <a:lnTo>
                    <a:pt x="110" y="38"/>
                  </a:lnTo>
                  <a:lnTo>
                    <a:pt x="110" y="38"/>
                  </a:lnTo>
                  <a:lnTo>
                    <a:pt x="111" y="37"/>
                  </a:lnTo>
                  <a:lnTo>
                    <a:pt x="111" y="36"/>
                  </a:lnTo>
                  <a:lnTo>
                    <a:pt x="111" y="36"/>
                  </a:lnTo>
                  <a:lnTo>
                    <a:pt x="112" y="36"/>
                  </a:lnTo>
                  <a:lnTo>
                    <a:pt x="111" y="36"/>
                  </a:lnTo>
                  <a:lnTo>
                    <a:pt x="111" y="35"/>
                  </a:lnTo>
                  <a:lnTo>
                    <a:pt x="111" y="35"/>
                  </a:lnTo>
                  <a:close/>
                  <a:moveTo>
                    <a:pt x="58" y="34"/>
                  </a:moveTo>
                  <a:lnTo>
                    <a:pt x="56" y="35"/>
                  </a:lnTo>
                  <a:lnTo>
                    <a:pt x="56" y="37"/>
                  </a:lnTo>
                  <a:lnTo>
                    <a:pt x="56" y="38"/>
                  </a:lnTo>
                  <a:lnTo>
                    <a:pt x="58" y="39"/>
                  </a:lnTo>
                  <a:lnTo>
                    <a:pt x="59" y="38"/>
                  </a:lnTo>
                  <a:lnTo>
                    <a:pt x="59" y="36"/>
                  </a:lnTo>
                  <a:lnTo>
                    <a:pt x="58" y="34"/>
                  </a:lnTo>
                  <a:close/>
                  <a:moveTo>
                    <a:pt x="62" y="34"/>
                  </a:moveTo>
                  <a:lnTo>
                    <a:pt x="62" y="35"/>
                  </a:lnTo>
                  <a:lnTo>
                    <a:pt x="61" y="35"/>
                  </a:lnTo>
                  <a:lnTo>
                    <a:pt x="61" y="36"/>
                  </a:lnTo>
                  <a:lnTo>
                    <a:pt x="62" y="36"/>
                  </a:lnTo>
                  <a:lnTo>
                    <a:pt x="63" y="37"/>
                  </a:lnTo>
                  <a:lnTo>
                    <a:pt x="62" y="35"/>
                  </a:lnTo>
                  <a:lnTo>
                    <a:pt x="62" y="34"/>
                  </a:lnTo>
                  <a:close/>
                  <a:moveTo>
                    <a:pt x="113" y="33"/>
                  </a:moveTo>
                  <a:lnTo>
                    <a:pt x="112" y="34"/>
                  </a:lnTo>
                  <a:lnTo>
                    <a:pt x="111" y="35"/>
                  </a:lnTo>
                  <a:lnTo>
                    <a:pt x="112" y="35"/>
                  </a:lnTo>
                  <a:lnTo>
                    <a:pt x="112" y="36"/>
                  </a:lnTo>
                  <a:lnTo>
                    <a:pt x="113" y="35"/>
                  </a:lnTo>
                  <a:lnTo>
                    <a:pt x="113" y="34"/>
                  </a:lnTo>
                  <a:lnTo>
                    <a:pt x="113" y="33"/>
                  </a:lnTo>
                  <a:close/>
                  <a:moveTo>
                    <a:pt x="103" y="33"/>
                  </a:moveTo>
                  <a:lnTo>
                    <a:pt x="103" y="33"/>
                  </a:lnTo>
                  <a:lnTo>
                    <a:pt x="102" y="34"/>
                  </a:lnTo>
                  <a:lnTo>
                    <a:pt x="102" y="35"/>
                  </a:lnTo>
                  <a:lnTo>
                    <a:pt x="104" y="37"/>
                  </a:lnTo>
                  <a:lnTo>
                    <a:pt x="106" y="39"/>
                  </a:lnTo>
                  <a:lnTo>
                    <a:pt x="107" y="38"/>
                  </a:lnTo>
                  <a:lnTo>
                    <a:pt x="107" y="37"/>
                  </a:lnTo>
                  <a:lnTo>
                    <a:pt x="106" y="36"/>
                  </a:lnTo>
                  <a:lnTo>
                    <a:pt x="104" y="34"/>
                  </a:lnTo>
                  <a:lnTo>
                    <a:pt x="103" y="33"/>
                  </a:lnTo>
                  <a:close/>
                  <a:moveTo>
                    <a:pt x="61" y="30"/>
                  </a:moveTo>
                  <a:lnTo>
                    <a:pt x="60" y="31"/>
                  </a:lnTo>
                  <a:lnTo>
                    <a:pt x="60" y="32"/>
                  </a:lnTo>
                  <a:lnTo>
                    <a:pt x="60" y="33"/>
                  </a:lnTo>
                  <a:lnTo>
                    <a:pt x="61" y="32"/>
                  </a:lnTo>
                  <a:lnTo>
                    <a:pt x="61" y="31"/>
                  </a:lnTo>
                  <a:lnTo>
                    <a:pt x="61" y="30"/>
                  </a:lnTo>
                  <a:close/>
                  <a:moveTo>
                    <a:pt x="51" y="28"/>
                  </a:moveTo>
                  <a:lnTo>
                    <a:pt x="51" y="30"/>
                  </a:lnTo>
                  <a:lnTo>
                    <a:pt x="51" y="31"/>
                  </a:lnTo>
                  <a:lnTo>
                    <a:pt x="51" y="32"/>
                  </a:lnTo>
                  <a:lnTo>
                    <a:pt x="51" y="30"/>
                  </a:lnTo>
                  <a:lnTo>
                    <a:pt x="51" y="28"/>
                  </a:lnTo>
                  <a:close/>
                  <a:moveTo>
                    <a:pt x="108" y="28"/>
                  </a:moveTo>
                  <a:lnTo>
                    <a:pt x="106" y="30"/>
                  </a:lnTo>
                  <a:lnTo>
                    <a:pt x="106" y="31"/>
                  </a:lnTo>
                  <a:lnTo>
                    <a:pt x="107" y="32"/>
                  </a:lnTo>
                  <a:lnTo>
                    <a:pt x="108" y="34"/>
                  </a:lnTo>
                  <a:lnTo>
                    <a:pt x="109" y="35"/>
                  </a:lnTo>
                  <a:lnTo>
                    <a:pt x="109" y="34"/>
                  </a:lnTo>
                  <a:lnTo>
                    <a:pt x="110" y="33"/>
                  </a:lnTo>
                  <a:lnTo>
                    <a:pt x="110" y="32"/>
                  </a:lnTo>
                  <a:lnTo>
                    <a:pt x="110" y="31"/>
                  </a:lnTo>
                  <a:lnTo>
                    <a:pt x="110" y="32"/>
                  </a:lnTo>
                  <a:lnTo>
                    <a:pt x="109" y="32"/>
                  </a:lnTo>
                  <a:lnTo>
                    <a:pt x="109" y="30"/>
                  </a:lnTo>
                  <a:lnTo>
                    <a:pt x="108" y="28"/>
                  </a:lnTo>
                  <a:close/>
                  <a:moveTo>
                    <a:pt x="55" y="28"/>
                  </a:moveTo>
                  <a:lnTo>
                    <a:pt x="54" y="30"/>
                  </a:lnTo>
                  <a:lnTo>
                    <a:pt x="53" y="31"/>
                  </a:lnTo>
                  <a:lnTo>
                    <a:pt x="54" y="31"/>
                  </a:lnTo>
                  <a:lnTo>
                    <a:pt x="54" y="32"/>
                  </a:lnTo>
                  <a:lnTo>
                    <a:pt x="54" y="32"/>
                  </a:lnTo>
                  <a:lnTo>
                    <a:pt x="55" y="31"/>
                  </a:lnTo>
                  <a:lnTo>
                    <a:pt x="55" y="30"/>
                  </a:lnTo>
                  <a:lnTo>
                    <a:pt x="55" y="30"/>
                  </a:lnTo>
                  <a:lnTo>
                    <a:pt x="55" y="28"/>
                  </a:lnTo>
                  <a:close/>
                  <a:moveTo>
                    <a:pt x="109" y="27"/>
                  </a:moveTo>
                  <a:lnTo>
                    <a:pt x="110" y="30"/>
                  </a:lnTo>
                  <a:lnTo>
                    <a:pt x="111" y="32"/>
                  </a:lnTo>
                  <a:lnTo>
                    <a:pt x="111" y="32"/>
                  </a:lnTo>
                  <a:lnTo>
                    <a:pt x="111" y="31"/>
                  </a:lnTo>
                  <a:lnTo>
                    <a:pt x="111" y="31"/>
                  </a:lnTo>
                  <a:lnTo>
                    <a:pt x="111" y="30"/>
                  </a:lnTo>
                  <a:lnTo>
                    <a:pt x="110" y="30"/>
                  </a:lnTo>
                  <a:lnTo>
                    <a:pt x="110" y="28"/>
                  </a:lnTo>
                  <a:lnTo>
                    <a:pt x="109" y="27"/>
                  </a:lnTo>
                  <a:lnTo>
                    <a:pt x="109" y="27"/>
                  </a:lnTo>
                  <a:close/>
                  <a:moveTo>
                    <a:pt x="98" y="27"/>
                  </a:moveTo>
                  <a:lnTo>
                    <a:pt x="97" y="27"/>
                  </a:lnTo>
                  <a:lnTo>
                    <a:pt x="97" y="27"/>
                  </a:lnTo>
                  <a:lnTo>
                    <a:pt x="97" y="31"/>
                  </a:lnTo>
                  <a:lnTo>
                    <a:pt x="98" y="33"/>
                  </a:lnTo>
                  <a:lnTo>
                    <a:pt x="99" y="35"/>
                  </a:lnTo>
                  <a:lnTo>
                    <a:pt x="100" y="34"/>
                  </a:lnTo>
                  <a:lnTo>
                    <a:pt x="100" y="33"/>
                  </a:lnTo>
                  <a:lnTo>
                    <a:pt x="99" y="32"/>
                  </a:lnTo>
                  <a:lnTo>
                    <a:pt x="99" y="31"/>
                  </a:lnTo>
                  <a:lnTo>
                    <a:pt x="99" y="31"/>
                  </a:lnTo>
                  <a:lnTo>
                    <a:pt x="99" y="30"/>
                  </a:lnTo>
                  <a:lnTo>
                    <a:pt x="99" y="30"/>
                  </a:lnTo>
                  <a:lnTo>
                    <a:pt x="99" y="28"/>
                  </a:lnTo>
                  <a:lnTo>
                    <a:pt x="98" y="27"/>
                  </a:lnTo>
                  <a:close/>
                  <a:moveTo>
                    <a:pt x="53" y="24"/>
                  </a:moveTo>
                  <a:lnTo>
                    <a:pt x="53" y="25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4" y="25"/>
                  </a:lnTo>
                  <a:lnTo>
                    <a:pt x="54" y="24"/>
                  </a:lnTo>
                  <a:lnTo>
                    <a:pt x="53" y="24"/>
                  </a:lnTo>
                  <a:close/>
                  <a:moveTo>
                    <a:pt x="106" y="24"/>
                  </a:moveTo>
                  <a:lnTo>
                    <a:pt x="104" y="25"/>
                  </a:lnTo>
                  <a:lnTo>
                    <a:pt x="103" y="26"/>
                  </a:lnTo>
                  <a:lnTo>
                    <a:pt x="103" y="26"/>
                  </a:lnTo>
                  <a:lnTo>
                    <a:pt x="103" y="27"/>
                  </a:lnTo>
                  <a:lnTo>
                    <a:pt x="104" y="27"/>
                  </a:lnTo>
                  <a:lnTo>
                    <a:pt x="106" y="26"/>
                  </a:lnTo>
                  <a:lnTo>
                    <a:pt x="107" y="26"/>
                  </a:lnTo>
                  <a:lnTo>
                    <a:pt x="107" y="25"/>
                  </a:lnTo>
                  <a:lnTo>
                    <a:pt x="106" y="24"/>
                  </a:lnTo>
                  <a:lnTo>
                    <a:pt x="106" y="24"/>
                  </a:lnTo>
                  <a:close/>
                  <a:moveTo>
                    <a:pt x="63" y="22"/>
                  </a:moveTo>
                  <a:lnTo>
                    <a:pt x="63" y="24"/>
                  </a:lnTo>
                  <a:lnTo>
                    <a:pt x="62" y="25"/>
                  </a:lnTo>
                  <a:lnTo>
                    <a:pt x="62" y="26"/>
                  </a:lnTo>
                  <a:lnTo>
                    <a:pt x="62" y="26"/>
                  </a:lnTo>
                  <a:lnTo>
                    <a:pt x="63" y="26"/>
                  </a:lnTo>
                  <a:lnTo>
                    <a:pt x="63" y="27"/>
                  </a:lnTo>
                  <a:lnTo>
                    <a:pt x="64" y="27"/>
                  </a:lnTo>
                  <a:lnTo>
                    <a:pt x="64" y="26"/>
                  </a:lnTo>
                  <a:lnTo>
                    <a:pt x="64" y="24"/>
                  </a:lnTo>
                  <a:lnTo>
                    <a:pt x="64" y="23"/>
                  </a:lnTo>
                  <a:lnTo>
                    <a:pt x="63" y="22"/>
                  </a:lnTo>
                  <a:close/>
                  <a:moveTo>
                    <a:pt x="109" y="22"/>
                  </a:moveTo>
                  <a:lnTo>
                    <a:pt x="109" y="22"/>
                  </a:lnTo>
                  <a:lnTo>
                    <a:pt x="109" y="23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09" y="22"/>
                  </a:lnTo>
                  <a:close/>
                  <a:moveTo>
                    <a:pt x="56" y="22"/>
                  </a:moveTo>
                  <a:lnTo>
                    <a:pt x="55" y="22"/>
                  </a:lnTo>
                  <a:lnTo>
                    <a:pt x="55" y="23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2"/>
                  </a:lnTo>
                  <a:close/>
                  <a:moveTo>
                    <a:pt x="61" y="20"/>
                  </a:moveTo>
                  <a:lnTo>
                    <a:pt x="61" y="20"/>
                  </a:lnTo>
                  <a:lnTo>
                    <a:pt x="61" y="21"/>
                  </a:lnTo>
                  <a:lnTo>
                    <a:pt x="60" y="22"/>
                  </a:lnTo>
                  <a:lnTo>
                    <a:pt x="61" y="22"/>
                  </a:lnTo>
                  <a:lnTo>
                    <a:pt x="61" y="21"/>
                  </a:lnTo>
                  <a:lnTo>
                    <a:pt x="62" y="21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1" y="20"/>
                  </a:lnTo>
                  <a:close/>
                  <a:moveTo>
                    <a:pt x="112" y="19"/>
                  </a:moveTo>
                  <a:lnTo>
                    <a:pt x="112" y="19"/>
                  </a:lnTo>
                  <a:lnTo>
                    <a:pt x="112" y="20"/>
                  </a:lnTo>
                  <a:lnTo>
                    <a:pt x="112" y="20"/>
                  </a:lnTo>
                  <a:lnTo>
                    <a:pt x="112" y="20"/>
                  </a:lnTo>
                  <a:lnTo>
                    <a:pt x="113" y="20"/>
                  </a:lnTo>
                  <a:lnTo>
                    <a:pt x="112" y="19"/>
                  </a:lnTo>
                  <a:lnTo>
                    <a:pt x="112" y="19"/>
                  </a:lnTo>
                  <a:close/>
                  <a:moveTo>
                    <a:pt x="55" y="18"/>
                  </a:moveTo>
                  <a:lnTo>
                    <a:pt x="55" y="18"/>
                  </a:lnTo>
                  <a:lnTo>
                    <a:pt x="55" y="19"/>
                  </a:lnTo>
                  <a:lnTo>
                    <a:pt x="55" y="19"/>
                  </a:lnTo>
                  <a:lnTo>
                    <a:pt x="54" y="20"/>
                  </a:lnTo>
                  <a:lnTo>
                    <a:pt x="54" y="21"/>
                  </a:lnTo>
                  <a:lnTo>
                    <a:pt x="55" y="20"/>
                  </a:lnTo>
                  <a:lnTo>
                    <a:pt x="56" y="19"/>
                  </a:lnTo>
                  <a:lnTo>
                    <a:pt x="56" y="18"/>
                  </a:lnTo>
                  <a:lnTo>
                    <a:pt x="55" y="18"/>
                  </a:lnTo>
                  <a:close/>
                  <a:moveTo>
                    <a:pt x="102" y="18"/>
                  </a:moveTo>
                  <a:lnTo>
                    <a:pt x="101" y="18"/>
                  </a:lnTo>
                  <a:lnTo>
                    <a:pt x="101" y="19"/>
                  </a:lnTo>
                  <a:lnTo>
                    <a:pt x="100" y="20"/>
                  </a:lnTo>
                  <a:lnTo>
                    <a:pt x="101" y="21"/>
                  </a:lnTo>
                  <a:lnTo>
                    <a:pt x="102" y="22"/>
                  </a:lnTo>
                  <a:lnTo>
                    <a:pt x="102" y="21"/>
                  </a:lnTo>
                  <a:lnTo>
                    <a:pt x="103" y="21"/>
                  </a:lnTo>
                  <a:lnTo>
                    <a:pt x="103" y="19"/>
                  </a:lnTo>
                  <a:lnTo>
                    <a:pt x="103" y="18"/>
                  </a:lnTo>
                  <a:lnTo>
                    <a:pt x="102" y="18"/>
                  </a:lnTo>
                  <a:close/>
                  <a:moveTo>
                    <a:pt x="60" y="16"/>
                  </a:moveTo>
                  <a:lnTo>
                    <a:pt x="59" y="18"/>
                  </a:lnTo>
                  <a:lnTo>
                    <a:pt x="59" y="18"/>
                  </a:lnTo>
                  <a:lnTo>
                    <a:pt x="59" y="19"/>
                  </a:lnTo>
                  <a:lnTo>
                    <a:pt x="60" y="19"/>
                  </a:lnTo>
                  <a:lnTo>
                    <a:pt x="60" y="18"/>
                  </a:lnTo>
                  <a:lnTo>
                    <a:pt x="60" y="16"/>
                  </a:lnTo>
                  <a:lnTo>
                    <a:pt x="60" y="16"/>
                  </a:lnTo>
                  <a:lnTo>
                    <a:pt x="60" y="16"/>
                  </a:lnTo>
                  <a:lnTo>
                    <a:pt x="60" y="16"/>
                  </a:lnTo>
                  <a:close/>
                  <a:moveTo>
                    <a:pt x="64" y="15"/>
                  </a:moveTo>
                  <a:lnTo>
                    <a:pt x="64" y="15"/>
                  </a:lnTo>
                  <a:lnTo>
                    <a:pt x="64" y="15"/>
                  </a:lnTo>
                  <a:lnTo>
                    <a:pt x="64" y="16"/>
                  </a:lnTo>
                  <a:lnTo>
                    <a:pt x="64" y="16"/>
                  </a:lnTo>
                  <a:lnTo>
                    <a:pt x="64" y="18"/>
                  </a:lnTo>
                  <a:lnTo>
                    <a:pt x="64" y="18"/>
                  </a:lnTo>
                  <a:lnTo>
                    <a:pt x="65" y="19"/>
                  </a:lnTo>
                  <a:lnTo>
                    <a:pt x="64" y="18"/>
                  </a:lnTo>
                  <a:lnTo>
                    <a:pt x="65" y="16"/>
                  </a:lnTo>
                  <a:lnTo>
                    <a:pt x="65" y="15"/>
                  </a:lnTo>
                  <a:lnTo>
                    <a:pt x="64" y="15"/>
                  </a:lnTo>
                  <a:close/>
                  <a:moveTo>
                    <a:pt x="104" y="14"/>
                  </a:moveTo>
                  <a:lnTo>
                    <a:pt x="104" y="14"/>
                  </a:lnTo>
                  <a:lnTo>
                    <a:pt x="104" y="15"/>
                  </a:lnTo>
                  <a:lnTo>
                    <a:pt x="104" y="15"/>
                  </a:lnTo>
                  <a:lnTo>
                    <a:pt x="106" y="16"/>
                  </a:lnTo>
                  <a:lnTo>
                    <a:pt x="106" y="16"/>
                  </a:lnTo>
                  <a:lnTo>
                    <a:pt x="106" y="18"/>
                  </a:lnTo>
                  <a:lnTo>
                    <a:pt x="107" y="19"/>
                  </a:lnTo>
                  <a:lnTo>
                    <a:pt x="106" y="16"/>
                  </a:lnTo>
                  <a:lnTo>
                    <a:pt x="104" y="14"/>
                  </a:lnTo>
                  <a:close/>
                  <a:moveTo>
                    <a:pt x="95" y="14"/>
                  </a:moveTo>
                  <a:lnTo>
                    <a:pt x="95" y="16"/>
                  </a:lnTo>
                  <a:lnTo>
                    <a:pt x="95" y="20"/>
                  </a:lnTo>
                  <a:lnTo>
                    <a:pt x="96" y="23"/>
                  </a:lnTo>
                  <a:lnTo>
                    <a:pt x="97" y="22"/>
                  </a:lnTo>
                  <a:lnTo>
                    <a:pt x="96" y="21"/>
                  </a:lnTo>
                  <a:lnTo>
                    <a:pt x="96" y="21"/>
                  </a:lnTo>
                  <a:lnTo>
                    <a:pt x="96" y="20"/>
                  </a:lnTo>
                  <a:lnTo>
                    <a:pt x="96" y="19"/>
                  </a:lnTo>
                  <a:lnTo>
                    <a:pt x="97" y="16"/>
                  </a:lnTo>
                  <a:lnTo>
                    <a:pt x="96" y="15"/>
                  </a:lnTo>
                  <a:lnTo>
                    <a:pt x="95" y="14"/>
                  </a:lnTo>
                  <a:close/>
                  <a:moveTo>
                    <a:pt x="59" y="13"/>
                  </a:moveTo>
                  <a:lnTo>
                    <a:pt x="58" y="14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59" y="14"/>
                  </a:lnTo>
                  <a:lnTo>
                    <a:pt x="59" y="13"/>
                  </a:lnTo>
                  <a:close/>
                  <a:moveTo>
                    <a:pt x="109" y="12"/>
                  </a:moveTo>
                  <a:lnTo>
                    <a:pt x="109" y="14"/>
                  </a:lnTo>
                  <a:lnTo>
                    <a:pt x="109" y="15"/>
                  </a:lnTo>
                  <a:lnTo>
                    <a:pt x="109" y="16"/>
                  </a:lnTo>
                  <a:lnTo>
                    <a:pt x="109" y="16"/>
                  </a:lnTo>
                  <a:lnTo>
                    <a:pt x="110" y="15"/>
                  </a:lnTo>
                  <a:lnTo>
                    <a:pt x="110" y="15"/>
                  </a:lnTo>
                  <a:lnTo>
                    <a:pt x="110" y="13"/>
                  </a:lnTo>
                  <a:lnTo>
                    <a:pt x="109" y="12"/>
                  </a:lnTo>
                  <a:close/>
                  <a:moveTo>
                    <a:pt x="100" y="12"/>
                  </a:moveTo>
                  <a:lnTo>
                    <a:pt x="100" y="13"/>
                  </a:lnTo>
                  <a:lnTo>
                    <a:pt x="100" y="14"/>
                  </a:lnTo>
                  <a:lnTo>
                    <a:pt x="100" y="15"/>
                  </a:lnTo>
                  <a:lnTo>
                    <a:pt x="100" y="15"/>
                  </a:lnTo>
                  <a:lnTo>
                    <a:pt x="101" y="15"/>
                  </a:lnTo>
                  <a:lnTo>
                    <a:pt x="101" y="14"/>
                  </a:lnTo>
                  <a:lnTo>
                    <a:pt x="101" y="14"/>
                  </a:lnTo>
                  <a:lnTo>
                    <a:pt x="101" y="13"/>
                  </a:lnTo>
                  <a:lnTo>
                    <a:pt x="100" y="12"/>
                  </a:lnTo>
                  <a:close/>
                  <a:moveTo>
                    <a:pt x="118" y="12"/>
                  </a:moveTo>
                  <a:lnTo>
                    <a:pt x="116" y="13"/>
                  </a:lnTo>
                  <a:lnTo>
                    <a:pt x="115" y="15"/>
                  </a:lnTo>
                  <a:lnTo>
                    <a:pt x="115" y="18"/>
                  </a:lnTo>
                  <a:lnTo>
                    <a:pt x="116" y="20"/>
                  </a:lnTo>
                  <a:lnTo>
                    <a:pt x="116" y="22"/>
                  </a:lnTo>
                  <a:lnTo>
                    <a:pt x="116" y="22"/>
                  </a:lnTo>
                  <a:lnTo>
                    <a:pt x="115" y="22"/>
                  </a:lnTo>
                  <a:lnTo>
                    <a:pt x="115" y="25"/>
                  </a:lnTo>
                  <a:lnTo>
                    <a:pt x="115" y="27"/>
                  </a:lnTo>
                  <a:lnTo>
                    <a:pt x="118" y="30"/>
                  </a:lnTo>
                  <a:lnTo>
                    <a:pt x="116" y="31"/>
                  </a:lnTo>
                  <a:lnTo>
                    <a:pt x="115" y="30"/>
                  </a:lnTo>
                  <a:lnTo>
                    <a:pt x="115" y="30"/>
                  </a:lnTo>
                  <a:lnTo>
                    <a:pt x="115" y="32"/>
                  </a:lnTo>
                  <a:lnTo>
                    <a:pt x="114" y="34"/>
                  </a:lnTo>
                  <a:lnTo>
                    <a:pt x="115" y="33"/>
                  </a:lnTo>
                  <a:lnTo>
                    <a:pt x="116" y="33"/>
                  </a:lnTo>
                  <a:lnTo>
                    <a:pt x="118" y="34"/>
                  </a:lnTo>
                  <a:lnTo>
                    <a:pt x="116" y="35"/>
                  </a:lnTo>
                  <a:lnTo>
                    <a:pt x="114" y="37"/>
                  </a:lnTo>
                  <a:lnTo>
                    <a:pt x="114" y="39"/>
                  </a:lnTo>
                  <a:lnTo>
                    <a:pt x="115" y="42"/>
                  </a:lnTo>
                  <a:lnTo>
                    <a:pt x="116" y="44"/>
                  </a:lnTo>
                  <a:lnTo>
                    <a:pt x="116" y="46"/>
                  </a:lnTo>
                  <a:lnTo>
                    <a:pt x="116" y="48"/>
                  </a:lnTo>
                  <a:lnTo>
                    <a:pt x="115" y="48"/>
                  </a:lnTo>
                  <a:lnTo>
                    <a:pt x="114" y="48"/>
                  </a:lnTo>
                  <a:lnTo>
                    <a:pt x="114" y="48"/>
                  </a:lnTo>
                  <a:lnTo>
                    <a:pt x="114" y="49"/>
                  </a:lnTo>
                  <a:lnTo>
                    <a:pt x="114" y="50"/>
                  </a:lnTo>
                  <a:lnTo>
                    <a:pt x="114" y="51"/>
                  </a:lnTo>
                  <a:lnTo>
                    <a:pt x="114" y="52"/>
                  </a:lnTo>
                  <a:lnTo>
                    <a:pt x="115" y="54"/>
                  </a:lnTo>
                  <a:lnTo>
                    <a:pt x="116" y="52"/>
                  </a:lnTo>
                  <a:lnTo>
                    <a:pt x="118" y="51"/>
                  </a:lnTo>
                  <a:lnTo>
                    <a:pt x="118" y="51"/>
                  </a:lnTo>
                  <a:lnTo>
                    <a:pt x="118" y="51"/>
                  </a:lnTo>
                  <a:lnTo>
                    <a:pt x="116" y="51"/>
                  </a:lnTo>
                  <a:lnTo>
                    <a:pt x="116" y="51"/>
                  </a:lnTo>
                  <a:lnTo>
                    <a:pt x="116" y="51"/>
                  </a:lnTo>
                  <a:lnTo>
                    <a:pt x="116" y="51"/>
                  </a:lnTo>
                  <a:lnTo>
                    <a:pt x="116" y="51"/>
                  </a:lnTo>
                  <a:lnTo>
                    <a:pt x="118" y="50"/>
                  </a:lnTo>
                  <a:lnTo>
                    <a:pt x="118" y="50"/>
                  </a:lnTo>
                  <a:lnTo>
                    <a:pt x="118" y="38"/>
                  </a:lnTo>
                  <a:lnTo>
                    <a:pt x="118" y="24"/>
                  </a:lnTo>
                  <a:lnTo>
                    <a:pt x="118" y="12"/>
                  </a:lnTo>
                  <a:close/>
                  <a:moveTo>
                    <a:pt x="103" y="11"/>
                  </a:moveTo>
                  <a:lnTo>
                    <a:pt x="103" y="12"/>
                  </a:lnTo>
                  <a:lnTo>
                    <a:pt x="102" y="12"/>
                  </a:lnTo>
                  <a:lnTo>
                    <a:pt x="103" y="12"/>
                  </a:lnTo>
                  <a:lnTo>
                    <a:pt x="103" y="12"/>
                  </a:lnTo>
                  <a:lnTo>
                    <a:pt x="103" y="12"/>
                  </a:lnTo>
                  <a:lnTo>
                    <a:pt x="103" y="11"/>
                  </a:lnTo>
                  <a:close/>
                  <a:moveTo>
                    <a:pt x="53" y="11"/>
                  </a:moveTo>
                  <a:lnTo>
                    <a:pt x="53" y="14"/>
                  </a:lnTo>
                  <a:lnTo>
                    <a:pt x="53" y="18"/>
                  </a:lnTo>
                  <a:lnTo>
                    <a:pt x="54" y="16"/>
                  </a:lnTo>
                  <a:lnTo>
                    <a:pt x="55" y="14"/>
                  </a:lnTo>
                  <a:lnTo>
                    <a:pt x="54" y="13"/>
                  </a:lnTo>
                  <a:lnTo>
                    <a:pt x="53" y="11"/>
                  </a:lnTo>
                  <a:close/>
                  <a:moveTo>
                    <a:pt x="60" y="11"/>
                  </a:moveTo>
                  <a:lnTo>
                    <a:pt x="60" y="12"/>
                  </a:lnTo>
                  <a:lnTo>
                    <a:pt x="60" y="13"/>
                  </a:lnTo>
                  <a:lnTo>
                    <a:pt x="61" y="12"/>
                  </a:lnTo>
                  <a:lnTo>
                    <a:pt x="61" y="11"/>
                  </a:lnTo>
                  <a:lnTo>
                    <a:pt x="61" y="11"/>
                  </a:lnTo>
                  <a:lnTo>
                    <a:pt x="60" y="11"/>
                  </a:lnTo>
                  <a:close/>
                  <a:moveTo>
                    <a:pt x="63" y="10"/>
                  </a:moveTo>
                  <a:lnTo>
                    <a:pt x="63" y="11"/>
                  </a:lnTo>
                  <a:lnTo>
                    <a:pt x="62" y="12"/>
                  </a:lnTo>
                  <a:lnTo>
                    <a:pt x="62" y="13"/>
                  </a:lnTo>
                  <a:lnTo>
                    <a:pt x="63" y="13"/>
                  </a:lnTo>
                  <a:lnTo>
                    <a:pt x="64" y="12"/>
                  </a:lnTo>
                  <a:lnTo>
                    <a:pt x="64" y="11"/>
                  </a:lnTo>
                  <a:lnTo>
                    <a:pt x="63" y="10"/>
                  </a:lnTo>
                  <a:close/>
                  <a:moveTo>
                    <a:pt x="63" y="9"/>
                  </a:moveTo>
                  <a:lnTo>
                    <a:pt x="62" y="9"/>
                  </a:lnTo>
                  <a:lnTo>
                    <a:pt x="62" y="10"/>
                  </a:lnTo>
                  <a:lnTo>
                    <a:pt x="62" y="11"/>
                  </a:lnTo>
                  <a:lnTo>
                    <a:pt x="62" y="10"/>
                  </a:lnTo>
                  <a:lnTo>
                    <a:pt x="63" y="10"/>
                  </a:lnTo>
                  <a:lnTo>
                    <a:pt x="63" y="9"/>
                  </a:lnTo>
                  <a:close/>
                  <a:moveTo>
                    <a:pt x="113" y="9"/>
                  </a:moveTo>
                  <a:lnTo>
                    <a:pt x="112" y="10"/>
                  </a:lnTo>
                  <a:lnTo>
                    <a:pt x="112" y="11"/>
                  </a:lnTo>
                  <a:lnTo>
                    <a:pt x="113" y="12"/>
                  </a:lnTo>
                  <a:lnTo>
                    <a:pt x="113" y="11"/>
                  </a:lnTo>
                  <a:lnTo>
                    <a:pt x="113" y="10"/>
                  </a:lnTo>
                  <a:lnTo>
                    <a:pt x="113" y="9"/>
                  </a:lnTo>
                  <a:close/>
                  <a:moveTo>
                    <a:pt x="66" y="7"/>
                  </a:moveTo>
                  <a:lnTo>
                    <a:pt x="65" y="8"/>
                  </a:lnTo>
                  <a:lnTo>
                    <a:pt x="65" y="8"/>
                  </a:lnTo>
                  <a:lnTo>
                    <a:pt x="65" y="9"/>
                  </a:lnTo>
                  <a:lnTo>
                    <a:pt x="65" y="8"/>
                  </a:lnTo>
                  <a:lnTo>
                    <a:pt x="66" y="8"/>
                  </a:lnTo>
                  <a:lnTo>
                    <a:pt x="66" y="7"/>
                  </a:lnTo>
                  <a:close/>
                  <a:moveTo>
                    <a:pt x="70" y="7"/>
                  </a:moveTo>
                  <a:lnTo>
                    <a:pt x="68" y="9"/>
                  </a:lnTo>
                  <a:lnTo>
                    <a:pt x="66" y="11"/>
                  </a:lnTo>
                  <a:lnTo>
                    <a:pt x="66" y="22"/>
                  </a:lnTo>
                  <a:lnTo>
                    <a:pt x="66" y="33"/>
                  </a:lnTo>
                  <a:lnTo>
                    <a:pt x="66" y="33"/>
                  </a:lnTo>
                  <a:lnTo>
                    <a:pt x="65" y="34"/>
                  </a:lnTo>
                  <a:lnTo>
                    <a:pt x="66" y="35"/>
                  </a:lnTo>
                  <a:lnTo>
                    <a:pt x="66" y="35"/>
                  </a:lnTo>
                  <a:lnTo>
                    <a:pt x="66" y="35"/>
                  </a:lnTo>
                  <a:lnTo>
                    <a:pt x="67" y="35"/>
                  </a:lnTo>
                  <a:lnTo>
                    <a:pt x="68" y="21"/>
                  </a:lnTo>
                  <a:lnTo>
                    <a:pt x="71" y="7"/>
                  </a:lnTo>
                  <a:lnTo>
                    <a:pt x="71" y="7"/>
                  </a:lnTo>
                  <a:lnTo>
                    <a:pt x="70" y="7"/>
                  </a:lnTo>
                  <a:close/>
                  <a:moveTo>
                    <a:pt x="104" y="6"/>
                  </a:moveTo>
                  <a:lnTo>
                    <a:pt x="104" y="7"/>
                  </a:lnTo>
                  <a:lnTo>
                    <a:pt x="104" y="8"/>
                  </a:lnTo>
                  <a:lnTo>
                    <a:pt x="106" y="9"/>
                  </a:lnTo>
                  <a:lnTo>
                    <a:pt x="106" y="8"/>
                  </a:lnTo>
                  <a:lnTo>
                    <a:pt x="106" y="7"/>
                  </a:lnTo>
                  <a:lnTo>
                    <a:pt x="104" y="6"/>
                  </a:lnTo>
                  <a:close/>
                  <a:moveTo>
                    <a:pt x="98" y="6"/>
                  </a:moveTo>
                  <a:lnTo>
                    <a:pt x="97" y="7"/>
                  </a:lnTo>
                  <a:lnTo>
                    <a:pt x="97" y="8"/>
                  </a:lnTo>
                  <a:lnTo>
                    <a:pt x="97" y="9"/>
                  </a:lnTo>
                  <a:lnTo>
                    <a:pt x="98" y="10"/>
                  </a:lnTo>
                  <a:lnTo>
                    <a:pt x="99" y="9"/>
                  </a:lnTo>
                  <a:lnTo>
                    <a:pt x="99" y="8"/>
                  </a:lnTo>
                  <a:lnTo>
                    <a:pt x="98" y="7"/>
                  </a:lnTo>
                  <a:lnTo>
                    <a:pt x="98" y="6"/>
                  </a:lnTo>
                  <a:lnTo>
                    <a:pt x="98" y="6"/>
                  </a:lnTo>
                  <a:close/>
                  <a:moveTo>
                    <a:pt x="0" y="3"/>
                  </a:move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close/>
                  <a:moveTo>
                    <a:pt x="97" y="2"/>
                  </a:moveTo>
                  <a:lnTo>
                    <a:pt x="96" y="3"/>
                  </a:lnTo>
                  <a:lnTo>
                    <a:pt x="96" y="3"/>
                  </a:lnTo>
                  <a:lnTo>
                    <a:pt x="96" y="4"/>
                  </a:lnTo>
                  <a:lnTo>
                    <a:pt x="97" y="4"/>
                  </a:lnTo>
                  <a:lnTo>
                    <a:pt x="97" y="3"/>
                  </a:lnTo>
                  <a:lnTo>
                    <a:pt x="97" y="2"/>
                  </a:lnTo>
                  <a:close/>
                  <a:moveTo>
                    <a:pt x="59" y="2"/>
                  </a:moveTo>
                  <a:lnTo>
                    <a:pt x="58" y="2"/>
                  </a:lnTo>
                  <a:lnTo>
                    <a:pt x="58" y="2"/>
                  </a:lnTo>
                  <a:lnTo>
                    <a:pt x="59" y="3"/>
                  </a:lnTo>
                  <a:lnTo>
                    <a:pt x="58" y="2"/>
                  </a:lnTo>
                  <a:lnTo>
                    <a:pt x="58" y="4"/>
                  </a:lnTo>
                  <a:lnTo>
                    <a:pt x="58" y="7"/>
                  </a:lnTo>
                  <a:lnTo>
                    <a:pt x="59" y="9"/>
                  </a:lnTo>
                  <a:lnTo>
                    <a:pt x="60" y="9"/>
                  </a:lnTo>
                  <a:lnTo>
                    <a:pt x="60" y="8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1" y="7"/>
                  </a:lnTo>
                  <a:lnTo>
                    <a:pt x="61" y="6"/>
                  </a:lnTo>
                  <a:lnTo>
                    <a:pt x="60" y="4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3"/>
                  </a:lnTo>
                  <a:lnTo>
                    <a:pt x="59" y="2"/>
                  </a:lnTo>
                  <a:lnTo>
                    <a:pt x="59" y="2"/>
                  </a:lnTo>
                  <a:close/>
                  <a:moveTo>
                    <a:pt x="102" y="1"/>
                  </a:moveTo>
                  <a:lnTo>
                    <a:pt x="102" y="2"/>
                  </a:lnTo>
                  <a:lnTo>
                    <a:pt x="103" y="3"/>
                  </a:lnTo>
                  <a:lnTo>
                    <a:pt x="103" y="4"/>
                  </a:lnTo>
                  <a:lnTo>
                    <a:pt x="103" y="2"/>
                  </a:lnTo>
                  <a:lnTo>
                    <a:pt x="102" y="1"/>
                  </a:lnTo>
                  <a:close/>
                  <a:moveTo>
                    <a:pt x="106" y="1"/>
                  </a:moveTo>
                  <a:lnTo>
                    <a:pt x="106" y="1"/>
                  </a:lnTo>
                  <a:lnTo>
                    <a:pt x="106" y="2"/>
                  </a:lnTo>
                  <a:lnTo>
                    <a:pt x="106" y="2"/>
                  </a:lnTo>
                  <a:lnTo>
                    <a:pt x="106" y="2"/>
                  </a:lnTo>
                  <a:lnTo>
                    <a:pt x="106" y="2"/>
                  </a:lnTo>
                  <a:lnTo>
                    <a:pt x="106" y="2"/>
                  </a:lnTo>
                  <a:lnTo>
                    <a:pt x="107" y="1"/>
                  </a:lnTo>
                  <a:lnTo>
                    <a:pt x="106" y="1"/>
                  </a:lnTo>
                  <a:close/>
                  <a:moveTo>
                    <a:pt x="110" y="0"/>
                  </a:moveTo>
                  <a:lnTo>
                    <a:pt x="110" y="1"/>
                  </a:lnTo>
                  <a:lnTo>
                    <a:pt x="110" y="1"/>
                  </a:lnTo>
                  <a:lnTo>
                    <a:pt x="109" y="2"/>
                  </a:lnTo>
                  <a:lnTo>
                    <a:pt x="110" y="2"/>
                  </a:lnTo>
                  <a:lnTo>
                    <a:pt x="110" y="2"/>
                  </a:lnTo>
                  <a:lnTo>
                    <a:pt x="110" y="2"/>
                  </a:lnTo>
                  <a:lnTo>
                    <a:pt x="111" y="1"/>
                  </a:lnTo>
                  <a:lnTo>
                    <a:pt x="111" y="1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" name="Freeform 121"/>
            <p:cNvSpPr>
              <a:spLocks noEditPoints="1"/>
            </p:cNvSpPr>
            <p:nvPr/>
          </p:nvSpPr>
          <p:spPr bwMode="auto">
            <a:xfrm>
              <a:off x="9620225" y="3559424"/>
              <a:ext cx="696476" cy="560578"/>
            </a:xfrm>
            <a:custGeom>
              <a:avLst/>
              <a:gdLst>
                <a:gd name="T0" fmla="*/ 96 w 123"/>
                <a:gd name="T1" fmla="*/ 86 h 99"/>
                <a:gd name="T2" fmla="*/ 109 w 123"/>
                <a:gd name="T3" fmla="*/ 86 h 99"/>
                <a:gd name="T4" fmla="*/ 97 w 123"/>
                <a:gd name="T5" fmla="*/ 83 h 99"/>
                <a:gd name="T6" fmla="*/ 90 w 123"/>
                <a:gd name="T7" fmla="*/ 85 h 99"/>
                <a:gd name="T8" fmla="*/ 88 w 123"/>
                <a:gd name="T9" fmla="*/ 80 h 99"/>
                <a:gd name="T10" fmla="*/ 94 w 123"/>
                <a:gd name="T11" fmla="*/ 79 h 99"/>
                <a:gd name="T12" fmla="*/ 2 w 123"/>
                <a:gd name="T13" fmla="*/ 80 h 99"/>
                <a:gd name="T14" fmla="*/ 63 w 123"/>
                <a:gd name="T15" fmla="*/ 75 h 99"/>
                <a:gd name="T16" fmla="*/ 113 w 123"/>
                <a:gd name="T17" fmla="*/ 72 h 99"/>
                <a:gd name="T18" fmla="*/ 98 w 123"/>
                <a:gd name="T19" fmla="*/ 68 h 99"/>
                <a:gd name="T20" fmla="*/ 85 w 123"/>
                <a:gd name="T21" fmla="*/ 67 h 99"/>
                <a:gd name="T22" fmla="*/ 63 w 123"/>
                <a:gd name="T23" fmla="*/ 64 h 99"/>
                <a:gd name="T24" fmla="*/ 84 w 123"/>
                <a:gd name="T25" fmla="*/ 63 h 99"/>
                <a:gd name="T26" fmla="*/ 60 w 123"/>
                <a:gd name="T27" fmla="*/ 61 h 99"/>
                <a:gd name="T28" fmla="*/ 88 w 123"/>
                <a:gd name="T29" fmla="*/ 62 h 99"/>
                <a:gd name="T30" fmla="*/ 68 w 123"/>
                <a:gd name="T31" fmla="*/ 57 h 99"/>
                <a:gd name="T32" fmla="*/ 105 w 123"/>
                <a:gd name="T33" fmla="*/ 55 h 99"/>
                <a:gd name="T34" fmla="*/ 85 w 123"/>
                <a:gd name="T35" fmla="*/ 55 h 99"/>
                <a:gd name="T36" fmla="*/ 67 w 123"/>
                <a:gd name="T37" fmla="*/ 55 h 99"/>
                <a:gd name="T38" fmla="*/ 103 w 123"/>
                <a:gd name="T39" fmla="*/ 53 h 99"/>
                <a:gd name="T40" fmla="*/ 89 w 123"/>
                <a:gd name="T41" fmla="*/ 52 h 99"/>
                <a:gd name="T42" fmla="*/ 89 w 123"/>
                <a:gd name="T43" fmla="*/ 50 h 99"/>
                <a:gd name="T44" fmla="*/ 60 w 123"/>
                <a:gd name="T45" fmla="*/ 53 h 99"/>
                <a:gd name="T46" fmla="*/ 104 w 123"/>
                <a:gd name="T47" fmla="*/ 48 h 99"/>
                <a:gd name="T48" fmla="*/ 109 w 123"/>
                <a:gd name="T49" fmla="*/ 47 h 99"/>
                <a:gd name="T50" fmla="*/ 66 w 123"/>
                <a:gd name="T51" fmla="*/ 48 h 99"/>
                <a:gd name="T52" fmla="*/ 75 w 123"/>
                <a:gd name="T53" fmla="*/ 43 h 99"/>
                <a:gd name="T54" fmla="*/ 81 w 123"/>
                <a:gd name="T55" fmla="*/ 41 h 99"/>
                <a:gd name="T56" fmla="*/ 118 w 123"/>
                <a:gd name="T57" fmla="*/ 90 h 99"/>
                <a:gd name="T58" fmla="*/ 62 w 123"/>
                <a:gd name="T59" fmla="*/ 39 h 99"/>
                <a:gd name="T60" fmla="*/ 79 w 123"/>
                <a:gd name="T61" fmla="*/ 38 h 99"/>
                <a:gd name="T62" fmla="*/ 64 w 123"/>
                <a:gd name="T63" fmla="*/ 33 h 99"/>
                <a:gd name="T64" fmla="*/ 73 w 123"/>
                <a:gd name="T65" fmla="*/ 40 h 99"/>
                <a:gd name="T66" fmla="*/ 53 w 123"/>
                <a:gd name="T67" fmla="*/ 33 h 99"/>
                <a:gd name="T68" fmla="*/ 94 w 123"/>
                <a:gd name="T69" fmla="*/ 33 h 99"/>
                <a:gd name="T70" fmla="*/ 118 w 123"/>
                <a:gd name="T71" fmla="*/ 33 h 99"/>
                <a:gd name="T72" fmla="*/ 60 w 123"/>
                <a:gd name="T73" fmla="*/ 32 h 99"/>
                <a:gd name="T74" fmla="*/ 78 w 123"/>
                <a:gd name="T75" fmla="*/ 32 h 99"/>
                <a:gd name="T76" fmla="*/ 58 w 123"/>
                <a:gd name="T77" fmla="*/ 30 h 99"/>
                <a:gd name="T78" fmla="*/ 65 w 123"/>
                <a:gd name="T79" fmla="*/ 26 h 99"/>
                <a:gd name="T80" fmla="*/ 58 w 123"/>
                <a:gd name="T81" fmla="*/ 27 h 99"/>
                <a:gd name="T82" fmla="*/ 64 w 123"/>
                <a:gd name="T83" fmla="*/ 25 h 99"/>
                <a:gd name="T84" fmla="*/ 72 w 123"/>
                <a:gd name="T85" fmla="*/ 29 h 99"/>
                <a:gd name="T86" fmla="*/ 90 w 123"/>
                <a:gd name="T87" fmla="*/ 26 h 99"/>
                <a:gd name="T88" fmla="*/ 104 w 123"/>
                <a:gd name="T89" fmla="*/ 23 h 99"/>
                <a:gd name="T90" fmla="*/ 4 w 123"/>
                <a:gd name="T91" fmla="*/ 51 h 99"/>
                <a:gd name="T92" fmla="*/ 115 w 123"/>
                <a:gd name="T93" fmla="*/ 19 h 99"/>
                <a:gd name="T94" fmla="*/ 93 w 123"/>
                <a:gd name="T95" fmla="*/ 17 h 99"/>
                <a:gd name="T96" fmla="*/ 104 w 123"/>
                <a:gd name="T97" fmla="*/ 20 h 99"/>
                <a:gd name="T98" fmla="*/ 68 w 123"/>
                <a:gd name="T99" fmla="*/ 15 h 99"/>
                <a:gd name="T100" fmla="*/ 98 w 123"/>
                <a:gd name="T101" fmla="*/ 14 h 99"/>
                <a:gd name="T102" fmla="*/ 104 w 123"/>
                <a:gd name="T103" fmla="*/ 13 h 99"/>
                <a:gd name="T104" fmla="*/ 99 w 123"/>
                <a:gd name="T105" fmla="*/ 11 h 99"/>
                <a:gd name="T106" fmla="*/ 56 w 123"/>
                <a:gd name="T107" fmla="*/ 9 h 99"/>
                <a:gd name="T108" fmla="*/ 115 w 123"/>
                <a:gd name="T109" fmla="*/ 8 h 99"/>
                <a:gd name="T110" fmla="*/ 68 w 123"/>
                <a:gd name="T111" fmla="*/ 8 h 99"/>
                <a:gd name="T112" fmla="*/ 73 w 123"/>
                <a:gd name="T113" fmla="*/ 7 h 99"/>
                <a:gd name="T114" fmla="*/ 68 w 123"/>
                <a:gd name="T115" fmla="*/ 4 h 99"/>
                <a:gd name="T116" fmla="*/ 13 w 123"/>
                <a:gd name="T117" fmla="*/ 7 h 99"/>
                <a:gd name="T118" fmla="*/ 78 w 123"/>
                <a:gd name="T119" fmla="*/ 3 h 99"/>
                <a:gd name="T120" fmla="*/ 84 w 123"/>
                <a:gd name="T121" fmla="*/ 7 h 99"/>
                <a:gd name="T122" fmla="*/ 73 w 123"/>
                <a:gd name="T123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" h="99">
                  <a:moveTo>
                    <a:pt x="56" y="89"/>
                  </a:moveTo>
                  <a:lnTo>
                    <a:pt x="56" y="91"/>
                  </a:lnTo>
                  <a:lnTo>
                    <a:pt x="56" y="93"/>
                  </a:lnTo>
                  <a:lnTo>
                    <a:pt x="56" y="96"/>
                  </a:lnTo>
                  <a:lnTo>
                    <a:pt x="57" y="97"/>
                  </a:lnTo>
                  <a:lnTo>
                    <a:pt x="57" y="98"/>
                  </a:lnTo>
                  <a:lnTo>
                    <a:pt x="57" y="98"/>
                  </a:lnTo>
                  <a:lnTo>
                    <a:pt x="57" y="98"/>
                  </a:lnTo>
                  <a:lnTo>
                    <a:pt x="57" y="99"/>
                  </a:lnTo>
                  <a:lnTo>
                    <a:pt x="57" y="99"/>
                  </a:lnTo>
                  <a:lnTo>
                    <a:pt x="58" y="99"/>
                  </a:lnTo>
                  <a:lnTo>
                    <a:pt x="57" y="96"/>
                  </a:lnTo>
                  <a:lnTo>
                    <a:pt x="57" y="92"/>
                  </a:lnTo>
                  <a:lnTo>
                    <a:pt x="56" y="90"/>
                  </a:lnTo>
                  <a:lnTo>
                    <a:pt x="56" y="89"/>
                  </a:lnTo>
                  <a:lnTo>
                    <a:pt x="56" y="89"/>
                  </a:lnTo>
                  <a:close/>
                  <a:moveTo>
                    <a:pt x="97" y="89"/>
                  </a:moveTo>
                  <a:lnTo>
                    <a:pt x="97" y="89"/>
                  </a:lnTo>
                  <a:lnTo>
                    <a:pt x="97" y="90"/>
                  </a:lnTo>
                  <a:lnTo>
                    <a:pt x="98" y="90"/>
                  </a:lnTo>
                  <a:lnTo>
                    <a:pt x="98" y="90"/>
                  </a:lnTo>
                  <a:lnTo>
                    <a:pt x="98" y="89"/>
                  </a:lnTo>
                  <a:lnTo>
                    <a:pt x="97" y="89"/>
                  </a:lnTo>
                  <a:close/>
                  <a:moveTo>
                    <a:pt x="115" y="88"/>
                  </a:moveTo>
                  <a:lnTo>
                    <a:pt x="115" y="89"/>
                  </a:lnTo>
                  <a:lnTo>
                    <a:pt x="115" y="90"/>
                  </a:lnTo>
                  <a:lnTo>
                    <a:pt x="115" y="90"/>
                  </a:lnTo>
                  <a:lnTo>
                    <a:pt x="115" y="89"/>
                  </a:lnTo>
                  <a:lnTo>
                    <a:pt x="115" y="89"/>
                  </a:lnTo>
                  <a:lnTo>
                    <a:pt x="115" y="88"/>
                  </a:lnTo>
                  <a:close/>
                  <a:moveTo>
                    <a:pt x="96" y="86"/>
                  </a:moveTo>
                  <a:lnTo>
                    <a:pt x="96" y="86"/>
                  </a:lnTo>
                  <a:lnTo>
                    <a:pt x="96" y="86"/>
                  </a:lnTo>
                  <a:lnTo>
                    <a:pt x="96" y="87"/>
                  </a:lnTo>
                  <a:lnTo>
                    <a:pt x="97" y="87"/>
                  </a:lnTo>
                  <a:lnTo>
                    <a:pt x="97" y="86"/>
                  </a:lnTo>
                  <a:lnTo>
                    <a:pt x="96" y="86"/>
                  </a:lnTo>
                  <a:lnTo>
                    <a:pt x="96" y="86"/>
                  </a:lnTo>
                  <a:close/>
                  <a:moveTo>
                    <a:pt x="67" y="85"/>
                  </a:moveTo>
                  <a:lnTo>
                    <a:pt x="66" y="88"/>
                  </a:lnTo>
                  <a:lnTo>
                    <a:pt x="64" y="90"/>
                  </a:lnTo>
                  <a:lnTo>
                    <a:pt x="64" y="91"/>
                  </a:lnTo>
                  <a:lnTo>
                    <a:pt x="64" y="91"/>
                  </a:lnTo>
                  <a:lnTo>
                    <a:pt x="65" y="92"/>
                  </a:lnTo>
                  <a:lnTo>
                    <a:pt x="69" y="87"/>
                  </a:lnTo>
                  <a:lnTo>
                    <a:pt x="68" y="86"/>
                  </a:lnTo>
                  <a:lnTo>
                    <a:pt x="67" y="85"/>
                  </a:lnTo>
                  <a:close/>
                  <a:moveTo>
                    <a:pt x="77" y="85"/>
                  </a:moveTo>
                  <a:lnTo>
                    <a:pt x="75" y="86"/>
                  </a:lnTo>
                  <a:lnTo>
                    <a:pt x="74" y="88"/>
                  </a:lnTo>
                  <a:lnTo>
                    <a:pt x="72" y="90"/>
                  </a:lnTo>
                  <a:lnTo>
                    <a:pt x="70" y="91"/>
                  </a:lnTo>
                  <a:lnTo>
                    <a:pt x="70" y="93"/>
                  </a:lnTo>
                  <a:lnTo>
                    <a:pt x="69" y="95"/>
                  </a:lnTo>
                  <a:lnTo>
                    <a:pt x="69" y="96"/>
                  </a:lnTo>
                  <a:lnTo>
                    <a:pt x="74" y="90"/>
                  </a:lnTo>
                  <a:lnTo>
                    <a:pt x="77" y="85"/>
                  </a:lnTo>
                  <a:close/>
                  <a:moveTo>
                    <a:pt x="109" y="85"/>
                  </a:moveTo>
                  <a:lnTo>
                    <a:pt x="108" y="85"/>
                  </a:lnTo>
                  <a:lnTo>
                    <a:pt x="108" y="86"/>
                  </a:lnTo>
                  <a:lnTo>
                    <a:pt x="108" y="87"/>
                  </a:lnTo>
                  <a:lnTo>
                    <a:pt x="109" y="87"/>
                  </a:lnTo>
                  <a:lnTo>
                    <a:pt x="109" y="86"/>
                  </a:lnTo>
                  <a:lnTo>
                    <a:pt x="109" y="86"/>
                  </a:lnTo>
                  <a:lnTo>
                    <a:pt x="109" y="85"/>
                  </a:lnTo>
                  <a:lnTo>
                    <a:pt x="109" y="85"/>
                  </a:lnTo>
                  <a:close/>
                  <a:moveTo>
                    <a:pt x="74" y="85"/>
                  </a:moveTo>
                  <a:lnTo>
                    <a:pt x="73" y="86"/>
                  </a:lnTo>
                  <a:lnTo>
                    <a:pt x="73" y="87"/>
                  </a:lnTo>
                  <a:lnTo>
                    <a:pt x="73" y="87"/>
                  </a:lnTo>
                  <a:lnTo>
                    <a:pt x="74" y="86"/>
                  </a:lnTo>
                  <a:lnTo>
                    <a:pt x="74" y="85"/>
                  </a:lnTo>
                  <a:lnTo>
                    <a:pt x="74" y="85"/>
                  </a:lnTo>
                  <a:close/>
                  <a:moveTo>
                    <a:pt x="112" y="83"/>
                  </a:moveTo>
                  <a:lnTo>
                    <a:pt x="112" y="84"/>
                  </a:lnTo>
                  <a:lnTo>
                    <a:pt x="112" y="85"/>
                  </a:lnTo>
                  <a:lnTo>
                    <a:pt x="112" y="85"/>
                  </a:lnTo>
                  <a:lnTo>
                    <a:pt x="113" y="86"/>
                  </a:lnTo>
                  <a:lnTo>
                    <a:pt x="113" y="85"/>
                  </a:lnTo>
                  <a:lnTo>
                    <a:pt x="113" y="84"/>
                  </a:lnTo>
                  <a:lnTo>
                    <a:pt x="112" y="83"/>
                  </a:lnTo>
                  <a:close/>
                  <a:moveTo>
                    <a:pt x="102" y="83"/>
                  </a:moveTo>
                  <a:lnTo>
                    <a:pt x="102" y="84"/>
                  </a:lnTo>
                  <a:lnTo>
                    <a:pt x="102" y="85"/>
                  </a:lnTo>
                  <a:lnTo>
                    <a:pt x="103" y="85"/>
                  </a:lnTo>
                  <a:lnTo>
                    <a:pt x="103" y="85"/>
                  </a:lnTo>
                  <a:lnTo>
                    <a:pt x="104" y="85"/>
                  </a:lnTo>
                  <a:lnTo>
                    <a:pt x="103" y="84"/>
                  </a:lnTo>
                  <a:lnTo>
                    <a:pt x="102" y="83"/>
                  </a:lnTo>
                  <a:close/>
                  <a:moveTo>
                    <a:pt x="98" y="83"/>
                  </a:moveTo>
                  <a:lnTo>
                    <a:pt x="98" y="83"/>
                  </a:lnTo>
                  <a:lnTo>
                    <a:pt x="98" y="83"/>
                  </a:lnTo>
                  <a:lnTo>
                    <a:pt x="98" y="84"/>
                  </a:lnTo>
                  <a:lnTo>
                    <a:pt x="98" y="83"/>
                  </a:lnTo>
                  <a:lnTo>
                    <a:pt x="98" y="83"/>
                  </a:lnTo>
                  <a:lnTo>
                    <a:pt x="97" y="83"/>
                  </a:lnTo>
                  <a:lnTo>
                    <a:pt x="98" y="84"/>
                  </a:lnTo>
                  <a:lnTo>
                    <a:pt x="98" y="84"/>
                  </a:lnTo>
                  <a:lnTo>
                    <a:pt x="98" y="84"/>
                  </a:lnTo>
                  <a:lnTo>
                    <a:pt x="99" y="84"/>
                  </a:lnTo>
                  <a:lnTo>
                    <a:pt x="99" y="84"/>
                  </a:lnTo>
                  <a:lnTo>
                    <a:pt x="99" y="83"/>
                  </a:lnTo>
                  <a:lnTo>
                    <a:pt x="98" y="83"/>
                  </a:lnTo>
                  <a:close/>
                  <a:moveTo>
                    <a:pt x="70" y="81"/>
                  </a:moveTo>
                  <a:lnTo>
                    <a:pt x="70" y="81"/>
                  </a:lnTo>
                  <a:lnTo>
                    <a:pt x="69" y="83"/>
                  </a:lnTo>
                  <a:lnTo>
                    <a:pt x="70" y="84"/>
                  </a:lnTo>
                  <a:lnTo>
                    <a:pt x="72" y="84"/>
                  </a:lnTo>
                  <a:lnTo>
                    <a:pt x="72" y="84"/>
                  </a:lnTo>
                  <a:lnTo>
                    <a:pt x="72" y="83"/>
                  </a:lnTo>
                  <a:lnTo>
                    <a:pt x="70" y="81"/>
                  </a:lnTo>
                  <a:close/>
                  <a:moveTo>
                    <a:pt x="90" y="81"/>
                  </a:moveTo>
                  <a:lnTo>
                    <a:pt x="89" y="83"/>
                  </a:lnTo>
                  <a:lnTo>
                    <a:pt x="88" y="83"/>
                  </a:lnTo>
                  <a:lnTo>
                    <a:pt x="87" y="84"/>
                  </a:lnTo>
                  <a:lnTo>
                    <a:pt x="87" y="85"/>
                  </a:lnTo>
                  <a:lnTo>
                    <a:pt x="88" y="87"/>
                  </a:lnTo>
                  <a:lnTo>
                    <a:pt x="90" y="90"/>
                  </a:lnTo>
                  <a:lnTo>
                    <a:pt x="91" y="93"/>
                  </a:lnTo>
                  <a:lnTo>
                    <a:pt x="92" y="92"/>
                  </a:lnTo>
                  <a:lnTo>
                    <a:pt x="92" y="90"/>
                  </a:lnTo>
                  <a:lnTo>
                    <a:pt x="92" y="89"/>
                  </a:lnTo>
                  <a:lnTo>
                    <a:pt x="91" y="88"/>
                  </a:lnTo>
                  <a:lnTo>
                    <a:pt x="90" y="88"/>
                  </a:lnTo>
                  <a:lnTo>
                    <a:pt x="89" y="88"/>
                  </a:lnTo>
                  <a:lnTo>
                    <a:pt x="89" y="87"/>
                  </a:lnTo>
                  <a:lnTo>
                    <a:pt x="90" y="86"/>
                  </a:lnTo>
                  <a:lnTo>
                    <a:pt x="90" y="85"/>
                  </a:lnTo>
                  <a:lnTo>
                    <a:pt x="90" y="84"/>
                  </a:lnTo>
                  <a:lnTo>
                    <a:pt x="91" y="84"/>
                  </a:lnTo>
                  <a:lnTo>
                    <a:pt x="91" y="83"/>
                  </a:lnTo>
                  <a:lnTo>
                    <a:pt x="90" y="81"/>
                  </a:lnTo>
                  <a:close/>
                  <a:moveTo>
                    <a:pt x="77" y="81"/>
                  </a:moveTo>
                  <a:lnTo>
                    <a:pt x="76" y="83"/>
                  </a:lnTo>
                  <a:lnTo>
                    <a:pt x="75" y="84"/>
                  </a:lnTo>
                  <a:lnTo>
                    <a:pt x="75" y="84"/>
                  </a:lnTo>
                  <a:lnTo>
                    <a:pt x="76" y="83"/>
                  </a:lnTo>
                  <a:lnTo>
                    <a:pt x="77" y="81"/>
                  </a:lnTo>
                  <a:close/>
                  <a:moveTo>
                    <a:pt x="98" y="80"/>
                  </a:moveTo>
                  <a:lnTo>
                    <a:pt x="97" y="80"/>
                  </a:lnTo>
                  <a:lnTo>
                    <a:pt x="96" y="81"/>
                  </a:lnTo>
                  <a:lnTo>
                    <a:pt x="96" y="83"/>
                  </a:lnTo>
                  <a:lnTo>
                    <a:pt x="97" y="81"/>
                  </a:lnTo>
                  <a:lnTo>
                    <a:pt x="97" y="81"/>
                  </a:lnTo>
                  <a:lnTo>
                    <a:pt x="98" y="80"/>
                  </a:lnTo>
                  <a:lnTo>
                    <a:pt x="98" y="80"/>
                  </a:lnTo>
                  <a:close/>
                  <a:moveTo>
                    <a:pt x="65" y="80"/>
                  </a:moveTo>
                  <a:lnTo>
                    <a:pt x="64" y="81"/>
                  </a:lnTo>
                  <a:lnTo>
                    <a:pt x="63" y="83"/>
                  </a:lnTo>
                  <a:lnTo>
                    <a:pt x="62" y="85"/>
                  </a:lnTo>
                  <a:lnTo>
                    <a:pt x="62" y="86"/>
                  </a:lnTo>
                  <a:lnTo>
                    <a:pt x="63" y="87"/>
                  </a:lnTo>
                  <a:lnTo>
                    <a:pt x="64" y="85"/>
                  </a:lnTo>
                  <a:lnTo>
                    <a:pt x="65" y="84"/>
                  </a:lnTo>
                  <a:lnTo>
                    <a:pt x="66" y="83"/>
                  </a:lnTo>
                  <a:lnTo>
                    <a:pt x="66" y="81"/>
                  </a:lnTo>
                  <a:lnTo>
                    <a:pt x="66" y="80"/>
                  </a:lnTo>
                  <a:lnTo>
                    <a:pt x="65" y="80"/>
                  </a:lnTo>
                  <a:close/>
                  <a:moveTo>
                    <a:pt x="88" y="79"/>
                  </a:moveTo>
                  <a:lnTo>
                    <a:pt x="88" y="80"/>
                  </a:lnTo>
                  <a:lnTo>
                    <a:pt x="87" y="81"/>
                  </a:lnTo>
                  <a:lnTo>
                    <a:pt x="88" y="81"/>
                  </a:lnTo>
                  <a:lnTo>
                    <a:pt x="89" y="80"/>
                  </a:lnTo>
                  <a:lnTo>
                    <a:pt x="88" y="79"/>
                  </a:lnTo>
                  <a:close/>
                  <a:moveTo>
                    <a:pt x="105" y="79"/>
                  </a:moveTo>
                  <a:lnTo>
                    <a:pt x="105" y="79"/>
                  </a:lnTo>
                  <a:lnTo>
                    <a:pt x="104" y="80"/>
                  </a:lnTo>
                  <a:lnTo>
                    <a:pt x="104" y="80"/>
                  </a:lnTo>
                  <a:lnTo>
                    <a:pt x="104" y="81"/>
                  </a:lnTo>
                  <a:lnTo>
                    <a:pt x="105" y="83"/>
                  </a:lnTo>
                  <a:lnTo>
                    <a:pt x="106" y="81"/>
                  </a:lnTo>
                  <a:lnTo>
                    <a:pt x="106" y="80"/>
                  </a:lnTo>
                  <a:lnTo>
                    <a:pt x="106" y="79"/>
                  </a:lnTo>
                  <a:lnTo>
                    <a:pt x="105" y="79"/>
                  </a:lnTo>
                  <a:close/>
                  <a:moveTo>
                    <a:pt x="86" y="79"/>
                  </a:moveTo>
                  <a:lnTo>
                    <a:pt x="86" y="80"/>
                  </a:lnTo>
                  <a:lnTo>
                    <a:pt x="86" y="79"/>
                  </a:lnTo>
                  <a:lnTo>
                    <a:pt x="86" y="79"/>
                  </a:lnTo>
                  <a:lnTo>
                    <a:pt x="86" y="79"/>
                  </a:lnTo>
                  <a:close/>
                  <a:moveTo>
                    <a:pt x="80" y="78"/>
                  </a:moveTo>
                  <a:lnTo>
                    <a:pt x="80" y="80"/>
                  </a:lnTo>
                  <a:lnTo>
                    <a:pt x="80" y="81"/>
                  </a:lnTo>
                  <a:lnTo>
                    <a:pt x="80" y="83"/>
                  </a:lnTo>
                  <a:lnTo>
                    <a:pt x="80" y="81"/>
                  </a:lnTo>
                  <a:lnTo>
                    <a:pt x="81" y="80"/>
                  </a:lnTo>
                  <a:lnTo>
                    <a:pt x="81" y="79"/>
                  </a:lnTo>
                  <a:lnTo>
                    <a:pt x="80" y="78"/>
                  </a:lnTo>
                  <a:close/>
                  <a:moveTo>
                    <a:pt x="96" y="77"/>
                  </a:moveTo>
                  <a:lnTo>
                    <a:pt x="94" y="78"/>
                  </a:lnTo>
                  <a:lnTo>
                    <a:pt x="94" y="79"/>
                  </a:lnTo>
                  <a:lnTo>
                    <a:pt x="93" y="79"/>
                  </a:lnTo>
                  <a:lnTo>
                    <a:pt x="94" y="79"/>
                  </a:lnTo>
                  <a:lnTo>
                    <a:pt x="94" y="79"/>
                  </a:lnTo>
                  <a:lnTo>
                    <a:pt x="96" y="79"/>
                  </a:lnTo>
                  <a:lnTo>
                    <a:pt x="96" y="78"/>
                  </a:lnTo>
                  <a:lnTo>
                    <a:pt x="97" y="78"/>
                  </a:lnTo>
                  <a:lnTo>
                    <a:pt x="96" y="78"/>
                  </a:lnTo>
                  <a:lnTo>
                    <a:pt x="96" y="77"/>
                  </a:lnTo>
                  <a:lnTo>
                    <a:pt x="96" y="77"/>
                  </a:lnTo>
                  <a:close/>
                  <a:moveTo>
                    <a:pt x="103" y="76"/>
                  </a:moveTo>
                  <a:lnTo>
                    <a:pt x="103" y="77"/>
                  </a:lnTo>
                  <a:lnTo>
                    <a:pt x="103" y="78"/>
                  </a:lnTo>
                  <a:lnTo>
                    <a:pt x="103" y="78"/>
                  </a:lnTo>
                  <a:lnTo>
                    <a:pt x="103" y="78"/>
                  </a:lnTo>
                  <a:lnTo>
                    <a:pt x="104" y="77"/>
                  </a:lnTo>
                  <a:lnTo>
                    <a:pt x="104" y="77"/>
                  </a:lnTo>
                  <a:lnTo>
                    <a:pt x="104" y="76"/>
                  </a:lnTo>
                  <a:lnTo>
                    <a:pt x="104" y="76"/>
                  </a:lnTo>
                  <a:lnTo>
                    <a:pt x="103" y="76"/>
                  </a:lnTo>
                  <a:close/>
                  <a:moveTo>
                    <a:pt x="2" y="76"/>
                  </a:moveTo>
                  <a:lnTo>
                    <a:pt x="2" y="77"/>
                  </a:lnTo>
                  <a:lnTo>
                    <a:pt x="2" y="78"/>
                  </a:lnTo>
                  <a:lnTo>
                    <a:pt x="1" y="78"/>
                  </a:lnTo>
                  <a:lnTo>
                    <a:pt x="1" y="77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1"/>
                  </a:lnTo>
                  <a:lnTo>
                    <a:pt x="0" y="83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2" y="80"/>
                  </a:lnTo>
                  <a:lnTo>
                    <a:pt x="2" y="78"/>
                  </a:lnTo>
                  <a:lnTo>
                    <a:pt x="2" y="76"/>
                  </a:lnTo>
                  <a:close/>
                  <a:moveTo>
                    <a:pt x="97" y="75"/>
                  </a:moveTo>
                  <a:lnTo>
                    <a:pt x="97" y="76"/>
                  </a:lnTo>
                  <a:lnTo>
                    <a:pt x="98" y="76"/>
                  </a:lnTo>
                  <a:lnTo>
                    <a:pt x="99" y="76"/>
                  </a:lnTo>
                  <a:lnTo>
                    <a:pt x="99" y="75"/>
                  </a:lnTo>
                  <a:lnTo>
                    <a:pt x="97" y="75"/>
                  </a:lnTo>
                  <a:close/>
                  <a:moveTo>
                    <a:pt x="92" y="75"/>
                  </a:moveTo>
                  <a:lnTo>
                    <a:pt x="92" y="76"/>
                  </a:lnTo>
                  <a:lnTo>
                    <a:pt x="92" y="77"/>
                  </a:lnTo>
                  <a:lnTo>
                    <a:pt x="93" y="77"/>
                  </a:lnTo>
                  <a:lnTo>
                    <a:pt x="92" y="76"/>
                  </a:lnTo>
                  <a:lnTo>
                    <a:pt x="92" y="75"/>
                  </a:lnTo>
                  <a:close/>
                  <a:moveTo>
                    <a:pt x="102" y="75"/>
                  </a:moveTo>
                  <a:lnTo>
                    <a:pt x="102" y="75"/>
                  </a:lnTo>
                  <a:lnTo>
                    <a:pt x="102" y="76"/>
                  </a:lnTo>
                  <a:lnTo>
                    <a:pt x="102" y="76"/>
                  </a:lnTo>
                  <a:lnTo>
                    <a:pt x="103" y="76"/>
                  </a:lnTo>
                  <a:lnTo>
                    <a:pt x="103" y="75"/>
                  </a:lnTo>
                  <a:lnTo>
                    <a:pt x="102" y="75"/>
                  </a:lnTo>
                  <a:close/>
                  <a:moveTo>
                    <a:pt x="62" y="75"/>
                  </a:moveTo>
                  <a:lnTo>
                    <a:pt x="61" y="76"/>
                  </a:lnTo>
                  <a:lnTo>
                    <a:pt x="60" y="77"/>
                  </a:lnTo>
                  <a:lnTo>
                    <a:pt x="60" y="79"/>
                  </a:lnTo>
                  <a:lnTo>
                    <a:pt x="60" y="81"/>
                  </a:lnTo>
                  <a:lnTo>
                    <a:pt x="62" y="80"/>
                  </a:lnTo>
                  <a:lnTo>
                    <a:pt x="62" y="79"/>
                  </a:lnTo>
                  <a:lnTo>
                    <a:pt x="63" y="78"/>
                  </a:lnTo>
                  <a:lnTo>
                    <a:pt x="64" y="77"/>
                  </a:lnTo>
                  <a:lnTo>
                    <a:pt x="63" y="76"/>
                  </a:lnTo>
                  <a:lnTo>
                    <a:pt x="63" y="75"/>
                  </a:lnTo>
                  <a:lnTo>
                    <a:pt x="62" y="75"/>
                  </a:lnTo>
                  <a:close/>
                  <a:moveTo>
                    <a:pt x="85" y="75"/>
                  </a:moveTo>
                  <a:lnTo>
                    <a:pt x="84" y="75"/>
                  </a:lnTo>
                  <a:lnTo>
                    <a:pt x="84" y="76"/>
                  </a:lnTo>
                  <a:lnTo>
                    <a:pt x="84" y="76"/>
                  </a:lnTo>
                  <a:lnTo>
                    <a:pt x="85" y="76"/>
                  </a:lnTo>
                  <a:lnTo>
                    <a:pt x="85" y="76"/>
                  </a:lnTo>
                  <a:lnTo>
                    <a:pt x="85" y="75"/>
                  </a:lnTo>
                  <a:lnTo>
                    <a:pt x="85" y="75"/>
                  </a:lnTo>
                  <a:close/>
                  <a:moveTo>
                    <a:pt x="77" y="72"/>
                  </a:moveTo>
                  <a:lnTo>
                    <a:pt x="75" y="75"/>
                  </a:lnTo>
                  <a:lnTo>
                    <a:pt x="73" y="78"/>
                  </a:lnTo>
                  <a:lnTo>
                    <a:pt x="74" y="79"/>
                  </a:lnTo>
                  <a:lnTo>
                    <a:pt x="75" y="80"/>
                  </a:lnTo>
                  <a:lnTo>
                    <a:pt x="76" y="78"/>
                  </a:lnTo>
                  <a:lnTo>
                    <a:pt x="78" y="76"/>
                  </a:lnTo>
                  <a:lnTo>
                    <a:pt x="79" y="74"/>
                  </a:lnTo>
                  <a:lnTo>
                    <a:pt x="79" y="73"/>
                  </a:lnTo>
                  <a:lnTo>
                    <a:pt x="77" y="72"/>
                  </a:lnTo>
                  <a:close/>
                  <a:moveTo>
                    <a:pt x="96" y="72"/>
                  </a:moveTo>
                  <a:lnTo>
                    <a:pt x="94" y="73"/>
                  </a:lnTo>
                  <a:lnTo>
                    <a:pt x="96" y="74"/>
                  </a:lnTo>
                  <a:lnTo>
                    <a:pt x="97" y="75"/>
                  </a:lnTo>
                  <a:lnTo>
                    <a:pt x="97" y="73"/>
                  </a:lnTo>
                  <a:lnTo>
                    <a:pt x="97" y="72"/>
                  </a:lnTo>
                  <a:lnTo>
                    <a:pt x="96" y="72"/>
                  </a:lnTo>
                  <a:close/>
                  <a:moveTo>
                    <a:pt x="113" y="71"/>
                  </a:moveTo>
                  <a:lnTo>
                    <a:pt x="113" y="72"/>
                  </a:lnTo>
                  <a:lnTo>
                    <a:pt x="113" y="73"/>
                  </a:lnTo>
                  <a:lnTo>
                    <a:pt x="113" y="73"/>
                  </a:lnTo>
                  <a:lnTo>
                    <a:pt x="113" y="72"/>
                  </a:lnTo>
                  <a:lnTo>
                    <a:pt x="113" y="72"/>
                  </a:lnTo>
                  <a:lnTo>
                    <a:pt x="113" y="71"/>
                  </a:lnTo>
                  <a:close/>
                  <a:moveTo>
                    <a:pt x="60" y="71"/>
                  </a:moveTo>
                  <a:lnTo>
                    <a:pt x="58" y="72"/>
                  </a:lnTo>
                  <a:lnTo>
                    <a:pt x="58" y="73"/>
                  </a:lnTo>
                  <a:lnTo>
                    <a:pt x="60" y="73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1" y="72"/>
                  </a:lnTo>
                  <a:lnTo>
                    <a:pt x="60" y="71"/>
                  </a:lnTo>
                  <a:lnTo>
                    <a:pt x="60" y="71"/>
                  </a:lnTo>
                  <a:close/>
                  <a:moveTo>
                    <a:pt x="98" y="69"/>
                  </a:moveTo>
                  <a:lnTo>
                    <a:pt x="98" y="71"/>
                  </a:lnTo>
                  <a:lnTo>
                    <a:pt x="98" y="72"/>
                  </a:lnTo>
                  <a:lnTo>
                    <a:pt x="99" y="72"/>
                  </a:lnTo>
                  <a:lnTo>
                    <a:pt x="98" y="71"/>
                  </a:lnTo>
                  <a:lnTo>
                    <a:pt x="98" y="69"/>
                  </a:lnTo>
                  <a:close/>
                  <a:moveTo>
                    <a:pt x="66" y="69"/>
                  </a:moveTo>
                  <a:lnTo>
                    <a:pt x="65" y="71"/>
                  </a:lnTo>
                  <a:lnTo>
                    <a:pt x="66" y="72"/>
                  </a:lnTo>
                  <a:lnTo>
                    <a:pt x="66" y="73"/>
                  </a:lnTo>
                  <a:lnTo>
                    <a:pt x="67" y="73"/>
                  </a:lnTo>
                  <a:lnTo>
                    <a:pt x="67" y="72"/>
                  </a:lnTo>
                  <a:lnTo>
                    <a:pt x="67" y="71"/>
                  </a:lnTo>
                  <a:lnTo>
                    <a:pt x="66" y="69"/>
                  </a:lnTo>
                  <a:close/>
                  <a:moveTo>
                    <a:pt x="98" y="68"/>
                  </a:moveTo>
                  <a:lnTo>
                    <a:pt x="98" y="69"/>
                  </a:lnTo>
                  <a:lnTo>
                    <a:pt x="98" y="71"/>
                  </a:lnTo>
                  <a:lnTo>
                    <a:pt x="99" y="72"/>
                  </a:lnTo>
                  <a:lnTo>
                    <a:pt x="100" y="71"/>
                  </a:lnTo>
                  <a:lnTo>
                    <a:pt x="100" y="69"/>
                  </a:lnTo>
                  <a:lnTo>
                    <a:pt x="99" y="68"/>
                  </a:lnTo>
                  <a:lnTo>
                    <a:pt x="98" y="68"/>
                  </a:lnTo>
                  <a:close/>
                  <a:moveTo>
                    <a:pt x="88" y="68"/>
                  </a:moveTo>
                  <a:lnTo>
                    <a:pt x="88" y="69"/>
                  </a:lnTo>
                  <a:lnTo>
                    <a:pt x="88" y="71"/>
                  </a:lnTo>
                  <a:lnTo>
                    <a:pt x="89" y="71"/>
                  </a:lnTo>
                  <a:lnTo>
                    <a:pt x="89" y="69"/>
                  </a:lnTo>
                  <a:lnTo>
                    <a:pt x="89" y="69"/>
                  </a:lnTo>
                  <a:lnTo>
                    <a:pt x="89" y="68"/>
                  </a:lnTo>
                  <a:lnTo>
                    <a:pt x="88" y="68"/>
                  </a:lnTo>
                  <a:close/>
                  <a:moveTo>
                    <a:pt x="76" y="68"/>
                  </a:moveTo>
                  <a:lnTo>
                    <a:pt x="74" y="69"/>
                  </a:lnTo>
                  <a:lnTo>
                    <a:pt x="73" y="73"/>
                  </a:lnTo>
                  <a:lnTo>
                    <a:pt x="74" y="72"/>
                  </a:lnTo>
                  <a:lnTo>
                    <a:pt x="75" y="71"/>
                  </a:lnTo>
                  <a:lnTo>
                    <a:pt x="76" y="68"/>
                  </a:lnTo>
                  <a:close/>
                  <a:moveTo>
                    <a:pt x="68" y="67"/>
                  </a:moveTo>
                  <a:lnTo>
                    <a:pt x="68" y="68"/>
                  </a:lnTo>
                  <a:lnTo>
                    <a:pt x="69" y="69"/>
                  </a:lnTo>
                  <a:lnTo>
                    <a:pt x="68" y="68"/>
                  </a:lnTo>
                  <a:lnTo>
                    <a:pt x="68" y="67"/>
                  </a:lnTo>
                  <a:close/>
                  <a:moveTo>
                    <a:pt x="63" y="65"/>
                  </a:moveTo>
                  <a:lnTo>
                    <a:pt x="63" y="66"/>
                  </a:lnTo>
                  <a:lnTo>
                    <a:pt x="63" y="66"/>
                  </a:lnTo>
                  <a:lnTo>
                    <a:pt x="63" y="66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4" y="68"/>
                  </a:lnTo>
                  <a:lnTo>
                    <a:pt x="64" y="67"/>
                  </a:lnTo>
                  <a:lnTo>
                    <a:pt x="64" y="66"/>
                  </a:lnTo>
                  <a:lnTo>
                    <a:pt x="63" y="65"/>
                  </a:lnTo>
                  <a:close/>
                  <a:moveTo>
                    <a:pt x="84" y="65"/>
                  </a:moveTo>
                  <a:lnTo>
                    <a:pt x="84" y="66"/>
                  </a:lnTo>
                  <a:lnTo>
                    <a:pt x="85" y="67"/>
                  </a:lnTo>
                  <a:lnTo>
                    <a:pt x="84" y="66"/>
                  </a:lnTo>
                  <a:lnTo>
                    <a:pt x="84" y="65"/>
                  </a:lnTo>
                  <a:lnTo>
                    <a:pt x="84" y="65"/>
                  </a:lnTo>
                  <a:close/>
                  <a:moveTo>
                    <a:pt x="91" y="65"/>
                  </a:moveTo>
                  <a:lnTo>
                    <a:pt x="90" y="65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2" y="66"/>
                  </a:lnTo>
                  <a:lnTo>
                    <a:pt x="92" y="65"/>
                  </a:lnTo>
                  <a:lnTo>
                    <a:pt x="91" y="65"/>
                  </a:lnTo>
                  <a:close/>
                  <a:moveTo>
                    <a:pt x="78" y="64"/>
                  </a:moveTo>
                  <a:lnTo>
                    <a:pt x="78" y="65"/>
                  </a:lnTo>
                  <a:lnTo>
                    <a:pt x="78" y="66"/>
                  </a:lnTo>
                  <a:lnTo>
                    <a:pt x="78" y="66"/>
                  </a:lnTo>
                  <a:lnTo>
                    <a:pt x="79" y="65"/>
                  </a:lnTo>
                  <a:lnTo>
                    <a:pt x="78" y="65"/>
                  </a:lnTo>
                  <a:lnTo>
                    <a:pt x="78" y="64"/>
                  </a:lnTo>
                  <a:close/>
                  <a:moveTo>
                    <a:pt x="102" y="64"/>
                  </a:moveTo>
                  <a:lnTo>
                    <a:pt x="101" y="66"/>
                  </a:lnTo>
                  <a:lnTo>
                    <a:pt x="102" y="68"/>
                  </a:lnTo>
                  <a:lnTo>
                    <a:pt x="103" y="69"/>
                  </a:lnTo>
                  <a:lnTo>
                    <a:pt x="103" y="68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3" y="66"/>
                  </a:lnTo>
                  <a:lnTo>
                    <a:pt x="102" y="64"/>
                  </a:lnTo>
                  <a:close/>
                  <a:moveTo>
                    <a:pt x="63" y="64"/>
                  </a:moveTo>
                  <a:lnTo>
                    <a:pt x="63" y="64"/>
                  </a:lnTo>
                  <a:lnTo>
                    <a:pt x="62" y="64"/>
                  </a:lnTo>
                  <a:lnTo>
                    <a:pt x="62" y="65"/>
                  </a:lnTo>
                  <a:lnTo>
                    <a:pt x="63" y="65"/>
                  </a:lnTo>
                  <a:lnTo>
                    <a:pt x="63" y="64"/>
                  </a:lnTo>
                  <a:close/>
                  <a:moveTo>
                    <a:pt x="72" y="64"/>
                  </a:moveTo>
                  <a:lnTo>
                    <a:pt x="70" y="64"/>
                  </a:lnTo>
                  <a:lnTo>
                    <a:pt x="69" y="65"/>
                  </a:lnTo>
                  <a:lnTo>
                    <a:pt x="69" y="66"/>
                  </a:lnTo>
                  <a:lnTo>
                    <a:pt x="69" y="67"/>
                  </a:lnTo>
                  <a:lnTo>
                    <a:pt x="70" y="68"/>
                  </a:lnTo>
                  <a:lnTo>
                    <a:pt x="72" y="67"/>
                  </a:lnTo>
                  <a:lnTo>
                    <a:pt x="73" y="66"/>
                  </a:lnTo>
                  <a:lnTo>
                    <a:pt x="74" y="66"/>
                  </a:lnTo>
                  <a:lnTo>
                    <a:pt x="73" y="64"/>
                  </a:lnTo>
                  <a:lnTo>
                    <a:pt x="72" y="64"/>
                  </a:lnTo>
                  <a:close/>
                  <a:moveTo>
                    <a:pt x="113" y="63"/>
                  </a:moveTo>
                  <a:lnTo>
                    <a:pt x="113" y="64"/>
                  </a:lnTo>
                  <a:lnTo>
                    <a:pt x="113" y="64"/>
                  </a:lnTo>
                  <a:lnTo>
                    <a:pt x="113" y="65"/>
                  </a:lnTo>
                  <a:lnTo>
                    <a:pt x="113" y="64"/>
                  </a:lnTo>
                  <a:lnTo>
                    <a:pt x="114" y="63"/>
                  </a:lnTo>
                  <a:lnTo>
                    <a:pt x="113" y="63"/>
                  </a:lnTo>
                  <a:close/>
                  <a:moveTo>
                    <a:pt x="66" y="63"/>
                  </a:moveTo>
                  <a:lnTo>
                    <a:pt x="65" y="64"/>
                  </a:lnTo>
                  <a:lnTo>
                    <a:pt x="65" y="64"/>
                  </a:lnTo>
                  <a:lnTo>
                    <a:pt x="66" y="65"/>
                  </a:lnTo>
                  <a:lnTo>
                    <a:pt x="66" y="64"/>
                  </a:lnTo>
                  <a:lnTo>
                    <a:pt x="66" y="63"/>
                  </a:lnTo>
                  <a:close/>
                  <a:moveTo>
                    <a:pt x="94" y="62"/>
                  </a:moveTo>
                  <a:lnTo>
                    <a:pt x="94" y="63"/>
                  </a:lnTo>
                  <a:lnTo>
                    <a:pt x="94" y="64"/>
                  </a:lnTo>
                  <a:lnTo>
                    <a:pt x="96" y="63"/>
                  </a:lnTo>
                  <a:lnTo>
                    <a:pt x="96" y="62"/>
                  </a:lnTo>
                  <a:lnTo>
                    <a:pt x="94" y="62"/>
                  </a:lnTo>
                  <a:close/>
                  <a:moveTo>
                    <a:pt x="85" y="62"/>
                  </a:moveTo>
                  <a:lnTo>
                    <a:pt x="84" y="63"/>
                  </a:lnTo>
                  <a:lnTo>
                    <a:pt x="85" y="64"/>
                  </a:lnTo>
                  <a:lnTo>
                    <a:pt x="86" y="64"/>
                  </a:lnTo>
                  <a:lnTo>
                    <a:pt x="85" y="63"/>
                  </a:lnTo>
                  <a:lnTo>
                    <a:pt x="85" y="62"/>
                  </a:lnTo>
                  <a:close/>
                  <a:moveTo>
                    <a:pt x="105" y="61"/>
                  </a:moveTo>
                  <a:lnTo>
                    <a:pt x="105" y="63"/>
                  </a:lnTo>
                  <a:lnTo>
                    <a:pt x="105" y="64"/>
                  </a:lnTo>
                  <a:lnTo>
                    <a:pt x="105" y="66"/>
                  </a:lnTo>
                  <a:lnTo>
                    <a:pt x="106" y="66"/>
                  </a:lnTo>
                  <a:lnTo>
                    <a:pt x="105" y="65"/>
                  </a:lnTo>
                  <a:lnTo>
                    <a:pt x="105" y="64"/>
                  </a:lnTo>
                  <a:lnTo>
                    <a:pt x="106" y="63"/>
                  </a:lnTo>
                  <a:lnTo>
                    <a:pt x="106" y="62"/>
                  </a:lnTo>
                  <a:lnTo>
                    <a:pt x="105" y="61"/>
                  </a:lnTo>
                  <a:close/>
                  <a:moveTo>
                    <a:pt x="99" y="61"/>
                  </a:moveTo>
                  <a:lnTo>
                    <a:pt x="99" y="62"/>
                  </a:lnTo>
                  <a:lnTo>
                    <a:pt x="99" y="62"/>
                  </a:lnTo>
                  <a:lnTo>
                    <a:pt x="99" y="63"/>
                  </a:lnTo>
                  <a:lnTo>
                    <a:pt x="100" y="62"/>
                  </a:lnTo>
                  <a:lnTo>
                    <a:pt x="100" y="61"/>
                  </a:lnTo>
                  <a:lnTo>
                    <a:pt x="100" y="61"/>
                  </a:lnTo>
                  <a:lnTo>
                    <a:pt x="99" y="61"/>
                  </a:lnTo>
                  <a:close/>
                  <a:moveTo>
                    <a:pt x="65" y="61"/>
                  </a:moveTo>
                  <a:lnTo>
                    <a:pt x="65" y="61"/>
                  </a:lnTo>
                  <a:lnTo>
                    <a:pt x="65" y="62"/>
                  </a:lnTo>
                  <a:lnTo>
                    <a:pt x="64" y="62"/>
                  </a:lnTo>
                  <a:lnTo>
                    <a:pt x="64" y="63"/>
                  </a:lnTo>
                  <a:lnTo>
                    <a:pt x="65" y="62"/>
                  </a:lnTo>
                  <a:lnTo>
                    <a:pt x="65" y="61"/>
                  </a:lnTo>
                  <a:lnTo>
                    <a:pt x="65" y="61"/>
                  </a:lnTo>
                  <a:close/>
                  <a:moveTo>
                    <a:pt x="61" y="60"/>
                  </a:moveTo>
                  <a:lnTo>
                    <a:pt x="60" y="61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61" y="63"/>
                  </a:lnTo>
                  <a:lnTo>
                    <a:pt x="62" y="63"/>
                  </a:lnTo>
                  <a:lnTo>
                    <a:pt x="62" y="62"/>
                  </a:lnTo>
                  <a:lnTo>
                    <a:pt x="61" y="61"/>
                  </a:lnTo>
                  <a:lnTo>
                    <a:pt x="61" y="60"/>
                  </a:lnTo>
                  <a:close/>
                  <a:moveTo>
                    <a:pt x="108" y="60"/>
                  </a:moveTo>
                  <a:lnTo>
                    <a:pt x="108" y="60"/>
                  </a:lnTo>
                  <a:lnTo>
                    <a:pt x="109" y="61"/>
                  </a:lnTo>
                  <a:lnTo>
                    <a:pt x="109" y="61"/>
                  </a:lnTo>
                  <a:lnTo>
                    <a:pt x="109" y="60"/>
                  </a:lnTo>
                  <a:lnTo>
                    <a:pt x="108" y="60"/>
                  </a:lnTo>
                  <a:close/>
                  <a:moveTo>
                    <a:pt x="75" y="59"/>
                  </a:moveTo>
                  <a:lnTo>
                    <a:pt x="75" y="61"/>
                  </a:lnTo>
                  <a:lnTo>
                    <a:pt x="75" y="62"/>
                  </a:lnTo>
                  <a:lnTo>
                    <a:pt x="76" y="62"/>
                  </a:lnTo>
                  <a:lnTo>
                    <a:pt x="76" y="61"/>
                  </a:lnTo>
                  <a:lnTo>
                    <a:pt x="76" y="60"/>
                  </a:lnTo>
                  <a:lnTo>
                    <a:pt x="75" y="59"/>
                  </a:lnTo>
                  <a:close/>
                  <a:moveTo>
                    <a:pt x="68" y="59"/>
                  </a:moveTo>
                  <a:lnTo>
                    <a:pt x="67" y="60"/>
                  </a:lnTo>
                  <a:lnTo>
                    <a:pt x="67" y="62"/>
                  </a:lnTo>
                  <a:lnTo>
                    <a:pt x="68" y="63"/>
                  </a:lnTo>
                  <a:lnTo>
                    <a:pt x="69" y="62"/>
                  </a:lnTo>
                  <a:lnTo>
                    <a:pt x="70" y="60"/>
                  </a:lnTo>
                  <a:lnTo>
                    <a:pt x="69" y="60"/>
                  </a:lnTo>
                  <a:lnTo>
                    <a:pt x="68" y="59"/>
                  </a:lnTo>
                  <a:close/>
                  <a:moveTo>
                    <a:pt x="87" y="57"/>
                  </a:moveTo>
                  <a:lnTo>
                    <a:pt x="87" y="60"/>
                  </a:lnTo>
                  <a:lnTo>
                    <a:pt x="88" y="62"/>
                  </a:lnTo>
                  <a:lnTo>
                    <a:pt x="88" y="62"/>
                  </a:lnTo>
                  <a:lnTo>
                    <a:pt x="87" y="61"/>
                  </a:lnTo>
                  <a:lnTo>
                    <a:pt x="87" y="61"/>
                  </a:lnTo>
                  <a:lnTo>
                    <a:pt x="87" y="62"/>
                  </a:lnTo>
                  <a:lnTo>
                    <a:pt x="88" y="62"/>
                  </a:lnTo>
                  <a:lnTo>
                    <a:pt x="88" y="63"/>
                  </a:lnTo>
                  <a:lnTo>
                    <a:pt x="88" y="63"/>
                  </a:lnTo>
                  <a:lnTo>
                    <a:pt x="89" y="62"/>
                  </a:lnTo>
                  <a:lnTo>
                    <a:pt x="89" y="61"/>
                  </a:lnTo>
                  <a:lnTo>
                    <a:pt x="88" y="59"/>
                  </a:lnTo>
                  <a:lnTo>
                    <a:pt x="87" y="57"/>
                  </a:lnTo>
                  <a:close/>
                  <a:moveTo>
                    <a:pt x="102" y="57"/>
                  </a:moveTo>
                  <a:lnTo>
                    <a:pt x="102" y="57"/>
                  </a:lnTo>
                  <a:lnTo>
                    <a:pt x="102" y="59"/>
                  </a:lnTo>
                  <a:lnTo>
                    <a:pt x="101" y="59"/>
                  </a:lnTo>
                  <a:lnTo>
                    <a:pt x="101" y="59"/>
                  </a:lnTo>
                  <a:lnTo>
                    <a:pt x="102" y="60"/>
                  </a:lnTo>
                  <a:lnTo>
                    <a:pt x="102" y="60"/>
                  </a:lnTo>
                  <a:lnTo>
                    <a:pt x="102" y="59"/>
                  </a:lnTo>
                  <a:lnTo>
                    <a:pt x="103" y="59"/>
                  </a:lnTo>
                  <a:lnTo>
                    <a:pt x="103" y="57"/>
                  </a:lnTo>
                  <a:lnTo>
                    <a:pt x="103" y="57"/>
                  </a:lnTo>
                  <a:lnTo>
                    <a:pt x="102" y="57"/>
                  </a:lnTo>
                  <a:close/>
                  <a:moveTo>
                    <a:pt x="98" y="57"/>
                  </a:moveTo>
                  <a:lnTo>
                    <a:pt x="98" y="59"/>
                  </a:lnTo>
                  <a:lnTo>
                    <a:pt x="98" y="60"/>
                  </a:lnTo>
                  <a:lnTo>
                    <a:pt x="98" y="60"/>
                  </a:lnTo>
                  <a:lnTo>
                    <a:pt x="99" y="60"/>
                  </a:lnTo>
                  <a:lnTo>
                    <a:pt x="99" y="60"/>
                  </a:lnTo>
                  <a:lnTo>
                    <a:pt x="99" y="59"/>
                  </a:lnTo>
                  <a:lnTo>
                    <a:pt x="99" y="57"/>
                  </a:lnTo>
                  <a:lnTo>
                    <a:pt x="98" y="57"/>
                  </a:lnTo>
                  <a:close/>
                  <a:moveTo>
                    <a:pt x="68" y="57"/>
                  </a:moveTo>
                  <a:lnTo>
                    <a:pt x="67" y="57"/>
                  </a:lnTo>
                  <a:lnTo>
                    <a:pt x="67" y="59"/>
                  </a:lnTo>
                  <a:lnTo>
                    <a:pt x="66" y="60"/>
                  </a:lnTo>
                  <a:lnTo>
                    <a:pt x="67" y="60"/>
                  </a:lnTo>
                  <a:lnTo>
                    <a:pt x="67" y="60"/>
                  </a:lnTo>
                  <a:lnTo>
                    <a:pt x="68" y="59"/>
                  </a:lnTo>
                  <a:lnTo>
                    <a:pt x="68" y="57"/>
                  </a:lnTo>
                  <a:lnTo>
                    <a:pt x="68" y="57"/>
                  </a:lnTo>
                  <a:close/>
                  <a:moveTo>
                    <a:pt x="70" y="56"/>
                  </a:moveTo>
                  <a:lnTo>
                    <a:pt x="70" y="57"/>
                  </a:lnTo>
                  <a:lnTo>
                    <a:pt x="72" y="59"/>
                  </a:lnTo>
                  <a:lnTo>
                    <a:pt x="72" y="57"/>
                  </a:lnTo>
                  <a:lnTo>
                    <a:pt x="72" y="56"/>
                  </a:lnTo>
                  <a:lnTo>
                    <a:pt x="70" y="56"/>
                  </a:lnTo>
                  <a:close/>
                  <a:moveTo>
                    <a:pt x="63" y="56"/>
                  </a:moveTo>
                  <a:lnTo>
                    <a:pt x="62" y="57"/>
                  </a:lnTo>
                  <a:lnTo>
                    <a:pt x="63" y="59"/>
                  </a:lnTo>
                  <a:lnTo>
                    <a:pt x="63" y="60"/>
                  </a:lnTo>
                  <a:lnTo>
                    <a:pt x="64" y="60"/>
                  </a:lnTo>
                  <a:lnTo>
                    <a:pt x="64" y="59"/>
                  </a:lnTo>
                  <a:lnTo>
                    <a:pt x="64" y="57"/>
                  </a:lnTo>
                  <a:lnTo>
                    <a:pt x="63" y="56"/>
                  </a:lnTo>
                  <a:close/>
                  <a:moveTo>
                    <a:pt x="77" y="56"/>
                  </a:moveTo>
                  <a:lnTo>
                    <a:pt x="76" y="57"/>
                  </a:lnTo>
                  <a:lnTo>
                    <a:pt x="77" y="59"/>
                  </a:lnTo>
                  <a:lnTo>
                    <a:pt x="78" y="60"/>
                  </a:lnTo>
                  <a:lnTo>
                    <a:pt x="78" y="57"/>
                  </a:lnTo>
                  <a:lnTo>
                    <a:pt x="77" y="56"/>
                  </a:lnTo>
                  <a:close/>
                  <a:moveTo>
                    <a:pt x="105" y="55"/>
                  </a:moveTo>
                  <a:lnTo>
                    <a:pt x="105" y="55"/>
                  </a:lnTo>
                  <a:lnTo>
                    <a:pt x="104" y="55"/>
                  </a:lnTo>
                  <a:lnTo>
                    <a:pt x="105" y="55"/>
                  </a:lnTo>
                  <a:lnTo>
                    <a:pt x="105" y="56"/>
                  </a:lnTo>
                  <a:lnTo>
                    <a:pt x="105" y="55"/>
                  </a:lnTo>
                  <a:lnTo>
                    <a:pt x="105" y="55"/>
                  </a:lnTo>
                  <a:close/>
                  <a:moveTo>
                    <a:pt x="69" y="55"/>
                  </a:moveTo>
                  <a:lnTo>
                    <a:pt x="69" y="55"/>
                  </a:lnTo>
                  <a:lnTo>
                    <a:pt x="69" y="55"/>
                  </a:lnTo>
                  <a:lnTo>
                    <a:pt x="70" y="55"/>
                  </a:lnTo>
                  <a:lnTo>
                    <a:pt x="70" y="55"/>
                  </a:lnTo>
                  <a:lnTo>
                    <a:pt x="69" y="55"/>
                  </a:lnTo>
                  <a:close/>
                  <a:moveTo>
                    <a:pt x="92" y="54"/>
                  </a:moveTo>
                  <a:lnTo>
                    <a:pt x="92" y="55"/>
                  </a:lnTo>
                  <a:lnTo>
                    <a:pt x="92" y="56"/>
                  </a:lnTo>
                  <a:lnTo>
                    <a:pt x="92" y="56"/>
                  </a:lnTo>
                  <a:lnTo>
                    <a:pt x="92" y="55"/>
                  </a:lnTo>
                  <a:lnTo>
                    <a:pt x="92" y="55"/>
                  </a:lnTo>
                  <a:lnTo>
                    <a:pt x="92" y="54"/>
                  </a:lnTo>
                  <a:close/>
                  <a:moveTo>
                    <a:pt x="90" y="54"/>
                  </a:moveTo>
                  <a:lnTo>
                    <a:pt x="89" y="55"/>
                  </a:lnTo>
                  <a:lnTo>
                    <a:pt x="89" y="56"/>
                  </a:lnTo>
                  <a:lnTo>
                    <a:pt x="89" y="56"/>
                  </a:lnTo>
                  <a:lnTo>
                    <a:pt x="89" y="56"/>
                  </a:lnTo>
                  <a:lnTo>
                    <a:pt x="89" y="57"/>
                  </a:lnTo>
                  <a:lnTo>
                    <a:pt x="90" y="57"/>
                  </a:lnTo>
                  <a:lnTo>
                    <a:pt x="90" y="56"/>
                  </a:lnTo>
                  <a:lnTo>
                    <a:pt x="90" y="56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90" y="54"/>
                  </a:lnTo>
                  <a:lnTo>
                    <a:pt x="90" y="54"/>
                  </a:lnTo>
                  <a:close/>
                  <a:moveTo>
                    <a:pt x="86" y="54"/>
                  </a:moveTo>
                  <a:lnTo>
                    <a:pt x="85" y="55"/>
                  </a:lnTo>
                  <a:lnTo>
                    <a:pt x="85" y="55"/>
                  </a:lnTo>
                  <a:lnTo>
                    <a:pt x="84" y="55"/>
                  </a:lnTo>
                  <a:lnTo>
                    <a:pt x="85" y="56"/>
                  </a:lnTo>
                  <a:lnTo>
                    <a:pt x="85" y="56"/>
                  </a:lnTo>
                  <a:lnTo>
                    <a:pt x="85" y="57"/>
                  </a:lnTo>
                  <a:lnTo>
                    <a:pt x="85" y="57"/>
                  </a:lnTo>
                  <a:lnTo>
                    <a:pt x="85" y="57"/>
                  </a:lnTo>
                  <a:lnTo>
                    <a:pt x="86" y="57"/>
                  </a:lnTo>
                  <a:lnTo>
                    <a:pt x="86" y="56"/>
                  </a:lnTo>
                  <a:lnTo>
                    <a:pt x="86" y="55"/>
                  </a:lnTo>
                  <a:lnTo>
                    <a:pt x="86" y="54"/>
                  </a:lnTo>
                  <a:close/>
                  <a:moveTo>
                    <a:pt x="72" y="54"/>
                  </a:moveTo>
                  <a:lnTo>
                    <a:pt x="72" y="55"/>
                  </a:lnTo>
                  <a:lnTo>
                    <a:pt x="73" y="56"/>
                  </a:lnTo>
                  <a:lnTo>
                    <a:pt x="73" y="57"/>
                  </a:lnTo>
                  <a:lnTo>
                    <a:pt x="73" y="56"/>
                  </a:lnTo>
                  <a:lnTo>
                    <a:pt x="73" y="55"/>
                  </a:lnTo>
                  <a:lnTo>
                    <a:pt x="72" y="54"/>
                  </a:lnTo>
                  <a:close/>
                  <a:moveTo>
                    <a:pt x="78" y="53"/>
                  </a:moveTo>
                  <a:lnTo>
                    <a:pt x="79" y="54"/>
                  </a:lnTo>
                  <a:lnTo>
                    <a:pt x="79" y="55"/>
                  </a:lnTo>
                  <a:lnTo>
                    <a:pt x="80" y="56"/>
                  </a:lnTo>
                  <a:lnTo>
                    <a:pt x="80" y="54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8" y="53"/>
                  </a:lnTo>
                  <a:close/>
                  <a:moveTo>
                    <a:pt x="65" y="53"/>
                  </a:moveTo>
                  <a:lnTo>
                    <a:pt x="65" y="54"/>
                  </a:lnTo>
                  <a:lnTo>
                    <a:pt x="65" y="56"/>
                  </a:lnTo>
                  <a:lnTo>
                    <a:pt x="65" y="57"/>
                  </a:lnTo>
                  <a:lnTo>
                    <a:pt x="66" y="56"/>
                  </a:lnTo>
                  <a:lnTo>
                    <a:pt x="67" y="55"/>
                  </a:lnTo>
                  <a:lnTo>
                    <a:pt x="66" y="54"/>
                  </a:lnTo>
                  <a:lnTo>
                    <a:pt x="65" y="53"/>
                  </a:lnTo>
                  <a:close/>
                  <a:moveTo>
                    <a:pt x="100" y="53"/>
                  </a:moveTo>
                  <a:lnTo>
                    <a:pt x="99" y="53"/>
                  </a:lnTo>
                  <a:lnTo>
                    <a:pt x="99" y="53"/>
                  </a:lnTo>
                  <a:lnTo>
                    <a:pt x="99" y="54"/>
                  </a:lnTo>
                  <a:lnTo>
                    <a:pt x="99" y="54"/>
                  </a:lnTo>
                  <a:lnTo>
                    <a:pt x="100" y="53"/>
                  </a:lnTo>
                  <a:lnTo>
                    <a:pt x="100" y="53"/>
                  </a:lnTo>
                  <a:close/>
                  <a:moveTo>
                    <a:pt x="55" y="53"/>
                  </a:moveTo>
                  <a:lnTo>
                    <a:pt x="54" y="53"/>
                  </a:lnTo>
                  <a:lnTo>
                    <a:pt x="55" y="54"/>
                  </a:lnTo>
                  <a:lnTo>
                    <a:pt x="55" y="56"/>
                  </a:lnTo>
                  <a:lnTo>
                    <a:pt x="55" y="59"/>
                  </a:lnTo>
                  <a:lnTo>
                    <a:pt x="55" y="60"/>
                  </a:lnTo>
                  <a:lnTo>
                    <a:pt x="55" y="60"/>
                  </a:lnTo>
                  <a:lnTo>
                    <a:pt x="55" y="59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5" y="53"/>
                  </a:lnTo>
                  <a:close/>
                  <a:moveTo>
                    <a:pt x="113" y="52"/>
                  </a:moveTo>
                  <a:lnTo>
                    <a:pt x="113" y="55"/>
                  </a:lnTo>
                  <a:lnTo>
                    <a:pt x="113" y="57"/>
                  </a:lnTo>
                  <a:lnTo>
                    <a:pt x="113" y="60"/>
                  </a:lnTo>
                  <a:lnTo>
                    <a:pt x="114" y="59"/>
                  </a:lnTo>
                  <a:lnTo>
                    <a:pt x="114" y="56"/>
                  </a:lnTo>
                  <a:lnTo>
                    <a:pt x="114" y="54"/>
                  </a:lnTo>
                  <a:lnTo>
                    <a:pt x="113" y="52"/>
                  </a:lnTo>
                  <a:close/>
                  <a:moveTo>
                    <a:pt x="103" y="52"/>
                  </a:moveTo>
                  <a:lnTo>
                    <a:pt x="103" y="52"/>
                  </a:lnTo>
                  <a:lnTo>
                    <a:pt x="103" y="53"/>
                  </a:lnTo>
                  <a:lnTo>
                    <a:pt x="103" y="53"/>
                  </a:lnTo>
                  <a:lnTo>
                    <a:pt x="103" y="53"/>
                  </a:lnTo>
                  <a:lnTo>
                    <a:pt x="104" y="53"/>
                  </a:lnTo>
                  <a:lnTo>
                    <a:pt x="104" y="53"/>
                  </a:lnTo>
                  <a:lnTo>
                    <a:pt x="104" y="52"/>
                  </a:lnTo>
                  <a:lnTo>
                    <a:pt x="103" y="52"/>
                  </a:lnTo>
                  <a:close/>
                  <a:moveTo>
                    <a:pt x="109" y="51"/>
                  </a:moveTo>
                  <a:lnTo>
                    <a:pt x="108" y="52"/>
                  </a:lnTo>
                  <a:lnTo>
                    <a:pt x="108" y="53"/>
                  </a:lnTo>
                  <a:lnTo>
                    <a:pt x="109" y="53"/>
                  </a:lnTo>
                  <a:lnTo>
                    <a:pt x="109" y="53"/>
                  </a:lnTo>
                  <a:lnTo>
                    <a:pt x="109" y="52"/>
                  </a:lnTo>
                  <a:lnTo>
                    <a:pt x="109" y="51"/>
                  </a:lnTo>
                  <a:close/>
                  <a:moveTo>
                    <a:pt x="74" y="51"/>
                  </a:moveTo>
                  <a:lnTo>
                    <a:pt x="73" y="52"/>
                  </a:lnTo>
                  <a:lnTo>
                    <a:pt x="74" y="53"/>
                  </a:lnTo>
                  <a:lnTo>
                    <a:pt x="74" y="54"/>
                  </a:lnTo>
                  <a:lnTo>
                    <a:pt x="75" y="55"/>
                  </a:lnTo>
                  <a:lnTo>
                    <a:pt x="75" y="54"/>
                  </a:lnTo>
                  <a:lnTo>
                    <a:pt x="76" y="54"/>
                  </a:lnTo>
                  <a:lnTo>
                    <a:pt x="75" y="52"/>
                  </a:lnTo>
                  <a:lnTo>
                    <a:pt x="74" y="51"/>
                  </a:lnTo>
                  <a:close/>
                  <a:moveTo>
                    <a:pt x="88" y="51"/>
                  </a:moveTo>
                  <a:lnTo>
                    <a:pt x="88" y="53"/>
                  </a:lnTo>
                  <a:lnTo>
                    <a:pt x="88" y="53"/>
                  </a:lnTo>
                  <a:lnTo>
                    <a:pt x="88" y="53"/>
                  </a:lnTo>
                  <a:lnTo>
                    <a:pt x="88" y="53"/>
                  </a:lnTo>
                  <a:lnTo>
                    <a:pt x="88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89" y="52"/>
                  </a:lnTo>
                  <a:lnTo>
                    <a:pt x="89" y="52"/>
                  </a:lnTo>
                  <a:lnTo>
                    <a:pt x="89" y="52"/>
                  </a:lnTo>
                  <a:lnTo>
                    <a:pt x="89" y="52"/>
                  </a:lnTo>
                  <a:lnTo>
                    <a:pt x="88" y="51"/>
                  </a:lnTo>
                  <a:close/>
                  <a:moveTo>
                    <a:pt x="67" y="51"/>
                  </a:moveTo>
                  <a:lnTo>
                    <a:pt x="67" y="52"/>
                  </a:lnTo>
                  <a:lnTo>
                    <a:pt x="68" y="53"/>
                  </a:lnTo>
                  <a:lnTo>
                    <a:pt x="68" y="53"/>
                  </a:lnTo>
                  <a:lnTo>
                    <a:pt x="68" y="52"/>
                  </a:lnTo>
                  <a:lnTo>
                    <a:pt x="68" y="52"/>
                  </a:lnTo>
                  <a:lnTo>
                    <a:pt x="67" y="51"/>
                  </a:lnTo>
                  <a:close/>
                  <a:moveTo>
                    <a:pt x="94" y="50"/>
                  </a:moveTo>
                  <a:lnTo>
                    <a:pt x="94" y="53"/>
                  </a:lnTo>
                  <a:lnTo>
                    <a:pt x="94" y="55"/>
                  </a:lnTo>
                  <a:lnTo>
                    <a:pt x="96" y="54"/>
                  </a:lnTo>
                  <a:lnTo>
                    <a:pt x="96" y="53"/>
                  </a:lnTo>
                  <a:lnTo>
                    <a:pt x="96" y="52"/>
                  </a:lnTo>
                  <a:lnTo>
                    <a:pt x="96" y="51"/>
                  </a:lnTo>
                  <a:lnTo>
                    <a:pt x="94" y="50"/>
                  </a:lnTo>
                  <a:close/>
                  <a:moveTo>
                    <a:pt x="106" y="50"/>
                  </a:moveTo>
                  <a:lnTo>
                    <a:pt x="105" y="50"/>
                  </a:lnTo>
                  <a:lnTo>
                    <a:pt x="105" y="50"/>
                  </a:lnTo>
                  <a:lnTo>
                    <a:pt x="105" y="51"/>
                  </a:lnTo>
                  <a:lnTo>
                    <a:pt x="106" y="51"/>
                  </a:lnTo>
                  <a:lnTo>
                    <a:pt x="105" y="51"/>
                  </a:lnTo>
                  <a:lnTo>
                    <a:pt x="106" y="50"/>
                  </a:lnTo>
                  <a:lnTo>
                    <a:pt x="106" y="50"/>
                  </a:lnTo>
                  <a:close/>
                  <a:moveTo>
                    <a:pt x="89" y="50"/>
                  </a:moveTo>
                  <a:lnTo>
                    <a:pt x="89" y="51"/>
                  </a:lnTo>
                  <a:lnTo>
                    <a:pt x="89" y="51"/>
                  </a:lnTo>
                  <a:lnTo>
                    <a:pt x="90" y="52"/>
                  </a:lnTo>
                  <a:lnTo>
                    <a:pt x="90" y="51"/>
                  </a:lnTo>
                  <a:lnTo>
                    <a:pt x="90" y="50"/>
                  </a:lnTo>
                  <a:lnTo>
                    <a:pt x="89" y="50"/>
                  </a:lnTo>
                  <a:close/>
                  <a:moveTo>
                    <a:pt x="98" y="50"/>
                  </a:moveTo>
                  <a:lnTo>
                    <a:pt x="98" y="51"/>
                  </a:lnTo>
                  <a:lnTo>
                    <a:pt x="99" y="51"/>
                  </a:lnTo>
                  <a:lnTo>
                    <a:pt x="99" y="51"/>
                  </a:lnTo>
                  <a:lnTo>
                    <a:pt x="99" y="50"/>
                  </a:lnTo>
                  <a:lnTo>
                    <a:pt x="98" y="50"/>
                  </a:lnTo>
                  <a:close/>
                  <a:moveTo>
                    <a:pt x="81" y="50"/>
                  </a:moveTo>
                  <a:lnTo>
                    <a:pt x="81" y="51"/>
                  </a:lnTo>
                  <a:lnTo>
                    <a:pt x="81" y="52"/>
                  </a:lnTo>
                  <a:lnTo>
                    <a:pt x="82" y="53"/>
                  </a:lnTo>
                  <a:lnTo>
                    <a:pt x="82" y="52"/>
                  </a:lnTo>
                  <a:lnTo>
                    <a:pt x="82" y="51"/>
                  </a:lnTo>
                  <a:lnTo>
                    <a:pt x="82" y="50"/>
                  </a:lnTo>
                  <a:lnTo>
                    <a:pt x="81" y="50"/>
                  </a:lnTo>
                  <a:close/>
                  <a:moveTo>
                    <a:pt x="68" y="50"/>
                  </a:moveTo>
                  <a:lnTo>
                    <a:pt x="69" y="50"/>
                  </a:lnTo>
                  <a:lnTo>
                    <a:pt x="69" y="51"/>
                  </a:lnTo>
                  <a:lnTo>
                    <a:pt x="70" y="52"/>
                  </a:lnTo>
                  <a:lnTo>
                    <a:pt x="69" y="50"/>
                  </a:lnTo>
                  <a:lnTo>
                    <a:pt x="68" y="50"/>
                  </a:lnTo>
                  <a:close/>
                  <a:moveTo>
                    <a:pt x="67" y="49"/>
                  </a:moveTo>
                  <a:lnTo>
                    <a:pt x="66" y="50"/>
                  </a:lnTo>
                  <a:lnTo>
                    <a:pt x="66" y="50"/>
                  </a:lnTo>
                  <a:lnTo>
                    <a:pt x="66" y="50"/>
                  </a:lnTo>
                  <a:lnTo>
                    <a:pt x="67" y="50"/>
                  </a:lnTo>
                  <a:lnTo>
                    <a:pt x="67" y="50"/>
                  </a:lnTo>
                  <a:lnTo>
                    <a:pt x="67" y="49"/>
                  </a:lnTo>
                  <a:close/>
                  <a:moveTo>
                    <a:pt x="61" y="49"/>
                  </a:moveTo>
                  <a:lnTo>
                    <a:pt x="60" y="50"/>
                  </a:lnTo>
                  <a:lnTo>
                    <a:pt x="58" y="51"/>
                  </a:lnTo>
                  <a:lnTo>
                    <a:pt x="60" y="52"/>
                  </a:lnTo>
                  <a:lnTo>
                    <a:pt x="60" y="53"/>
                  </a:lnTo>
                  <a:lnTo>
                    <a:pt x="61" y="54"/>
                  </a:lnTo>
                  <a:lnTo>
                    <a:pt x="62" y="53"/>
                  </a:lnTo>
                  <a:lnTo>
                    <a:pt x="62" y="52"/>
                  </a:lnTo>
                  <a:lnTo>
                    <a:pt x="61" y="51"/>
                  </a:lnTo>
                  <a:lnTo>
                    <a:pt x="61" y="50"/>
                  </a:lnTo>
                  <a:lnTo>
                    <a:pt x="61" y="49"/>
                  </a:lnTo>
                  <a:close/>
                  <a:moveTo>
                    <a:pt x="112" y="48"/>
                  </a:moveTo>
                  <a:lnTo>
                    <a:pt x="112" y="49"/>
                  </a:lnTo>
                  <a:lnTo>
                    <a:pt x="112" y="50"/>
                  </a:lnTo>
                  <a:lnTo>
                    <a:pt x="112" y="50"/>
                  </a:lnTo>
                  <a:lnTo>
                    <a:pt x="112" y="49"/>
                  </a:lnTo>
                  <a:lnTo>
                    <a:pt x="112" y="48"/>
                  </a:lnTo>
                  <a:close/>
                  <a:moveTo>
                    <a:pt x="62" y="48"/>
                  </a:moveTo>
                  <a:lnTo>
                    <a:pt x="62" y="49"/>
                  </a:lnTo>
                  <a:lnTo>
                    <a:pt x="63" y="50"/>
                  </a:lnTo>
                  <a:lnTo>
                    <a:pt x="63" y="51"/>
                  </a:lnTo>
                  <a:lnTo>
                    <a:pt x="64" y="50"/>
                  </a:lnTo>
                  <a:lnTo>
                    <a:pt x="63" y="49"/>
                  </a:lnTo>
                  <a:lnTo>
                    <a:pt x="62" y="48"/>
                  </a:lnTo>
                  <a:close/>
                  <a:moveTo>
                    <a:pt x="92" y="47"/>
                  </a:moveTo>
                  <a:lnTo>
                    <a:pt x="91" y="48"/>
                  </a:lnTo>
                  <a:lnTo>
                    <a:pt x="92" y="48"/>
                  </a:lnTo>
                  <a:lnTo>
                    <a:pt x="92" y="49"/>
                  </a:lnTo>
                  <a:lnTo>
                    <a:pt x="92" y="48"/>
                  </a:lnTo>
                  <a:lnTo>
                    <a:pt x="92" y="48"/>
                  </a:lnTo>
                  <a:lnTo>
                    <a:pt x="92" y="47"/>
                  </a:lnTo>
                  <a:lnTo>
                    <a:pt x="92" y="47"/>
                  </a:lnTo>
                  <a:close/>
                  <a:moveTo>
                    <a:pt x="104" y="47"/>
                  </a:moveTo>
                  <a:lnTo>
                    <a:pt x="104" y="47"/>
                  </a:lnTo>
                  <a:lnTo>
                    <a:pt x="104" y="48"/>
                  </a:lnTo>
                  <a:lnTo>
                    <a:pt x="104" y="49"/>
                  </a:lnTo>
                  <a:lnTo>
                    <a:pt x="104" y="48"/>
                  </a:lnTo>
                  <a:lnTo>
                    <a:pt x="105" y="48"/>
                  </a:lnTo>
                  <a:lnTo>
                    <a:pt x="105" y="47"/>
                  </a:lnTo>
                  <a:lnTo>
                    <a:pt x="105" y="47"/>
                  </a:lnTo>
                  <a:lnTo>
                    <a:pt x="104" y="47"/>
                  </a:lnTo>
                  <a:close/>
                  <a:moveTo>
                    <a:pt x="97" y="47"/>
                  </a:moveTo>
                  <a:lnTo>
                    <a:pt x="96" y="47"/>
                  </a:lnTo>
                  <a:lnTo>
                    <a:pt x="96" y="48"/>
                  </a:lnTo>
                  <a:lnTo>
                    <a:pt x="96" y="49"/>
                  </a:lnTo>
                  <a:lnTo>
                    <a:pt x="96" y="49"/>
                  </a:lnTo>
                  <a:lnTo>
                    <a:pt x="97" y="48"/>
                  </a:lnTo>
                  <a:lnTo>
                    <a:pt x="97" y="47"/>
                  </a:lnTo>
                  <a:close/>
                  <a:moveTo>
                    <a:pt x="85" y="47"/>
                  </a:moveTo>
                  <a:lnTo>
                    <a:pt x="85" y="47"/>
                  </a:lnTo>
                  <a:lnTo>
                    <a:pt x="85" y="48"/>
                  </a:lnTo>
                  <a:lnTo>
                    <a:pt x="86" y="48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6" y="48"/>
                  </a:lnTo>
                  <a:lnTo>
                    <a:pt x="86" y="47"/>
                  </a:lnTo>
                  <a:lnTo>
                    <a:pt x="85" y="47"/>
                  </a:lnTo>
                  <a:close/>
                  <a:moveTo>
                    <a:pt x="72" y="47"/>
                  </a:moveTo>
                  <a:lnTo>
                    <a:pt x="70" y="48"/>
                  </a:lnTo>
                  <a:lnTo>
                    <a:pt x="70" y="49"/>
                  </a:lnTo>
                  <a:lnTo>
                    <a:pt x="72" y="50"/>
                  </a:lnTo>
                  <a:lnTo>
                    <a:pt x="73" y="49"/>
                  </a:lnTo>
                  <a:lnTo>
                    <a:pt x="73" y="48"/>
                  </a:lnTo>
                  <a:lnTo>
                    <a:pt x="72" y="47"/>
                  </a:lnTo>
                  <a:lnTo>
                    <a:pt x="72" y="47"/>
                  </a:lnTo>
                  <a:close/>
                  <a:moveTo>
                    <a:pt x="109" y="45"/>
                  </a:moveTo>
                  <a:lnTo>
                    <a:pt x="109" y="47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8" y="47"/>
                  </a:lnTo>
                  <a:lnTo>
                    <a:pt x="109" y="47"/>
                  </a:lnTo>
                  <a:lnTo>
                    <a:pt x="109" y="48"/>
                  </a:lnTo>
                  <a:lnTo>
                    <a:pt x="110" y="48"/>
                  </a:lnTo>
                  <a:lnTo>
                    <a:pt x="110" y="47"/>
                  </a:lnTo>
                  <a:lnTo>
                    <a:pt x="110" y="47"/>
                  </a:lnTo>
                  <a:lnTo>
                    <a:pt x="109" y="45"/>
                  </a:lnTo>
                  <a:close/>
                  <a:moveTo>
                    <a:pt x="79" y="45"/>
                  </a:moveTo>
                  <a:lnTo>
                    <a:pt x="78" y="45"/>
                  </a:lnTo>
                  <a:lnTo>
                    <a:pt x="78" y="47"/>
                  </a:lnTo>
                  <a:lnTo>
                    <a:pt x="79" y="48"/>
                  </a:lnTo>
                  <a:lnTo>
                    <a:pt x="80" y="48"/>
                  </a:lnTo>
                  <a:lnTo>
                    <a:pt x="80" y="47"/>
                  </a:lnTo>
                  <a:lnTo>
                    <a:pt x="79" y="45"/>
                  </a:lnTo>
                  <a:lnTo>
                    <a:pt x="79" y="45"/>
                  </a:lnTo>
                  <a:close/>
                  <a:moveTo>
                    <a:pt x="70" y="44"/>
                  </a:moveTo>
                  <a:lnTo>
                    <a:pt x="70" y="45"/>
                  </a:lnTo>
                  <a:lnTo>
                    <a:pt x="69" y="45"/>
                  </a:lnTo>
                  <a:lnTo>
                    <a:pt x="69" y="47"/>
                  </a:lnTo>
                  <a:lnTo>
                    <a:pt x="69" y="47"/>
                  </a:lnTo>
                  <a:lnTo>
                    <a:pt x="70" y="45"/>
                  </a:lnTo>
                  <a:lnTo>
                    <a:pt x="70" y="45"/>
                  </a:lnTo>
                  <a:lnTo>
                    <a:pt x="70" y="44"/>
                  </a:lnTo>
                  <a:close/>
                  <a:moveTo>
                    <a:pt x="65" y="44"/>
                  </a:moveTo>
                  <a:lnTo>
                    <a:pt x="64" y="44"/>
                  </a:lnTo>
                  <a:lnTo>
                    <a:pt x="64" y="44"/>
                  </a:lnTo>
                  <a:lnTo>
                    <a:pt x="63" y="45"/>
                  </a:lnTo>
                  <a:lnTo>
                    <a:pt x="64" y="47"/>
                  </a:lnTo>
                  <a:lnTo>
                    <a:pt x="65" y="48"/>
                  </a:lnTo>
                  <a:lnTo>
                    <a:pt x="65" y="48"/>
                  </a:lnTo>
                  <a:lnTo>
                    <a:pt x="66" y="48"/>
                  </a:lnTo>
                  <a:lnTo>
                    <a:pt x="66" y="48"/>
                  </a:lnTo>
                  <a:lnTo>
                    <a:pt x="65" y="47"/>
                  </a:lnTo>
                  <a:lnTo>
                    <a:pt x="65" y="45"/>
                  </a:lnTo>
                  <a:lnTo>
                    <a:pt x="65" y="44"/>
                  </a:lnTo>
                  <a:close/>
                  <a:moveTo>
                    <a:pt x="103" y="43"/>
                  </a:moveTo>
                  <a:lnTo>
                    <a:pt x="103" y="44"/>
                  </a:lnTo>
                  <a:lnTo>
                    <a:pt x="103" y="45"/>
                  </a:lnTo>
                  <a:lnTo>
                    <a:pt x="103" y="44"/>
                  </a:lnTo>
                  <a:lnTo>
                    <a:pt x="104" y="44"/>
                  </a:lnTo>
                  <a:lnTo>
                    <a:pt x="103" y="43"/>
                  </a:lnTo>
                  <a:close/>
                  <a:moveTo>
                    <a:pt x="86" y="43"/>
                  </a:moveTo>
                  <a:lnTo>
                    <a:pt x="86" y="44"/>
                  </a:lnTo>
                  <a:lnTo>
                    <a:pt x="86" y="45"/>
                  </a:lnTo>
                  <a:lnTo>
                    <a:pt x="86" y="45"/>
                  </a:lnTo>
                  <a:lnTo>
                    <a:pt x="86" y="45"/>
                  </a:lnTo>
                  <a:lnTo>
                    <a:pt x="86" y="45"/>
                  </a:lnTo>
                  <a:lnTo>
                    <a:pt x="86" y="44"/>
                  </a:lnTo>
                  <a:lnTo>
                    <a:pt x="86" y="43"/>
                  </a:lnTo>
                  <a:close/>
                  <a:moveTo>
                    <a:pt x="99" y="43"/>
                  </a:moveTo>
                  <a:lnTo>
                    <a:pt x="98" y="44"/>
                  </a:lnTo>
                  <a:lnTo>
                    <a:pt x="99" y="45"/>
                  </a:lnTo>
                  <a:lnTo>
                    <a:pt x="100" y="47"/>
                  </a:lnTo>
                  <a:lnTo>
                    <a:pt x="100" y="45"/>
                  </a:lnTo>
                  <a:lnTo>
                    <a:pt x="100" y="44"/>
                  </a:lnTo>
                  <a:lnTo>
                    <a:pt x="99" y="43"/>
                  </a:lnTo>
                  <a:close/>
                  <a:moveTo>
                    <a:pt x="75" y="43"/>
                  </a:moveTo>
                  <a:lnTo>
                    <a:pt x="74" y="43"/>
                  </a:lnTo>
                  <a:lnTo>
                    <a:pt x="75" y="44"/>
                  </a:lnTo>
                  <a:lnTo>
                    <a:pt x="75" y="44"/>
                  </a:lnTo>
                  <a:lnTo>
                    <a:pt x="75" y="44"/>
                  </a:lnTo>
                  <a:lnTo>
                    <a:pt x="75" y="44"/>
                  </a:lnTo>
                  <a:lnTo>
                    <a:pt x="75" y="43"/>
                  </a:lnTo>
                  <a:close/>
                  <a:moveTo>
                    <a:pt x="94" y="42"/>
                  </a:moveTo>
                  <a:lnTo>
                    <a:pt x="93" y="43"/>
                  </a:lnTo>
                  <a:lnTo>
                    <a:pt x="93" y="44"/>
                  </a:lnTo>
                  <a:lnTo>
                    <a:pt x="94" y="45"/>
                  </a:lnTo>
                  <a:lnTo>
                    <a:pt x="94" y="45"/>
                  </a:lnTo>
                  <a:lnTo>
                    <a:pt x="96" y="44"/>
                  </a:lnTo>
                  <a:lnTo>
                    <a:pt x="94" y="43"/>
                  </a:lnTo>
                  <a:lnTo>
                    <a:pt x="94" y="42"/>
                  </a:lnTo>
                  <a:lnTo>
                    <a:pt x="94" y="42"/>
                  </a:lnTo>
                  <a:close/>
                  <a:moveTo>
                    <a:pt x="109" y="42"/>
                  </a:moveTo>
                  <a:lnTo>
                    <a:pt x="109" y="43"/>
                  </a:lnTo>
                  <a:lnTo>
                    <a:pt x="108" y="43"/>
                  </a:lnTo>
                  <a:lnTo>
                    <a:pt x="108" y="44"/>
                  </a:lnTo>
                  <a:lnTo>
                    <a:pt x="109" y="43"/>
                  </a:lnTo>
                  <a:lnTo>
                    <a:pt x="109" y="42"/>
                  </a:lnTo>
                  <a:lnTo>
                    <a:pt x="109" y="42"/>
                  </a:lnTo>
                  <a:close/>
                  <a:moveTo>
                    <a:pt x="88" y="41"/>
                  </a:moveTo>
                  <a:lnTo>
                    <a:pt x="88" y="42"/>
                  </a:lnTo>
                  <a:lnTo>
                    <a:pt x="88" y="43"/>
                  </a:lnTo>
                  <a:lnTo>
                    <a:pt x="88" y="44"/>
                  </a:lnTo>
                  <a:lnTo>
                    <a:pt x="89" y="45"/>
                  </a:lnTo>
                  <a:lnTo>
                    <a:pt x="90" y="44"/>
                  </a:lnTo>
                  <a:lnTo>
                    <a:pt x="90" y="43"/>
                  </a:lnTo>
                  <a:lnTo>
                    <a:pt x="89" y="42"/>
                  </a:lnTo>
                  <a:lnTo>
                    <a:pt x="88" y="41"/>
                  </a:lnTo>
                  <a:close/>
                  <a:moveTo>
                    <a:pt x="81" y="41"/>
                  </a:moveTo>
                  <a:lnTo>
                    <a:pt x="81" y="42"/>
                  </a:lnTo>
                  <a:lnTo>
                    <a:pt x="82" y="43"/>
                  </a:lnTo>
                  <a:lnTo>
                    <a:pt x="82" y="44"/>
                  </a:lnTo>
                  <a:lnTo>
                    <a:pt x="84" y="43"/>
                  </a:lnTo>
                  <a:lnTo>
                    <a:pt x="82" y="42"/>
                  </a:lnTo>
                  <a:lnTo>
                    <a:pt x="81" y="41"/>
                  </a:lnTo>
                  <a:close/>
                  <a:moveTo>
                    <a:pt x="76" y="40"/>
                  </a:moveTo>
                  <a:lnTo>
                    <a:pt x="76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7" y="42"/>
                  </a:lnTo>
                  <a:lnTo>
                    <a:pt x="77" y="42"/>
                  </a:lnTo>
                  <a:lnTo>
                    <a:pt x="77" y="41"/>
                  </a:lnTo>
                  <a:lnTo>
                    <a:pt x="77" y="41"/>
                  </a:lnTo>
                  <a:lnTo>
                    <a:pt x="76" y="40"/>
                  </a:lnTo>
                  <a:close/>
                  <a:moveTo>
                    <a:pt x="67" y="40"/>
                  </a:moveTo>
                  <a:lnTo>
                    <a:pt x="67" y="40"/>
                  </a:lnTo>
                  <a:lnTo>
                    <a:pt x="67" y="41"/>
                  </a:lnTo>
                  <a:lnTo>
                    <a:pt x="67" y="42"/>
                  </a:lnTo>
                  <a:lnTo>
                    <a:pt x="67" y="43"/>
                  </a:lnTo>
                  <a:lnTo>
                    <a:pt x="68" y="44"/>
                  </a:lnTo>
                  <a:lnTo>
                    <a:pt x="69" y="43"/>
                  </a:lnTo>
                  <a:lnTo>
                    <a:pt x="69" y="42"/>
                  </a:lnTo>
                  <a:lnTo>
                    <a:pt x="69" y="42"/>
                  </a:lnTo>
                  <a:lnTo>
                    <a:pt x="69" y="41"/>
                  </a:lnTo>
                  <a:lnTo>
                    <a:pt x="68" y="40"/>
                  </a:lnTo>
                  <a:lnTo>
                    <a:pt x="67" y="40"/>
                  </a:lnTo>
                  <a:close/>
                  <a:moveTo>
                    <a:pt x="121" y="39"/>
                  </a:moveTo>
                  <a:lnTo>
                    <a:pt x="120" y="40"/>
                  </a:lnTo>
                  <a:lnTo>
                    <a:pt x="120" y="48"/>
                  </a:lnTo>
                  <a:lnTo>
                    <a:pt x="120" y="57"/>
                  </a:lnTo>
                  <a:lnTo>
                    <a:pt x="118" y="67"/>
                  </a:lnTo>
                  <a:lnTo>
                    <a:pt x="120" y="77"/>
                  </a:lnTo>
                  <a:lnTo>
                    <a:pt x="118" y="77"/>
                  </a:lnTo>
                  <a:lnTo>
                    <a:pt x="118" y="77"/>
                  </a:lnTo>
                  <a:lnTo>
                    <a:pt x="117" y="77"/>
                  </a:lnTo>
                  <a:lnTo>
                    <a:pt x="118" y="84"/>
                  </a:lnTo>
                  <a:lnTo>
                    <a:pt x="118" y="90"/>
                  </a:lnTo>
                  <a:lnTo>
                    <a:pt x="120" y="98"/>
                  </a:lnTo>
                  <a:lnTo>
                    <a:pt x="120" y="69"/>
                  </a:lnTo>
                  <a:lnTo>
                    <a:pt x="121" y="40"/>
                  </a:lnTo>
                  <a:lnTo>
                    <a:pt x="121" y="39"/>
                  </a:lnTo>
                  <a:close/>
                  <a:moveTo>
                    <a:pt x="82" y="39"/>
                  </a:moveTo>
                  <a:lnTo>
                    <a:pt x="82" y="40"/>
                  </a:lnTo>
                  <a:lnTo>
                    <a:pt x="82" y="40"/>
                  </a:lnTo>
                  <a:lnTo>
                    <a:pt x="84" y="41"/>
                  </a:lnTo>
                  <a:lnTo>
                    <a:pt x="84" y="39"/>
                  </a:lnTo>
                  <a:lnTo>
                    <a:pt x="82" y="39"/>
                  </a:lnTo>
                  <a:close/>
                  <a:moveTo>
                    <a:pt x="76" y="39"/>
                  </a:moveTo>
                  <a:lnTo>
                    <a:pt x="74" y="41"/>
                  </a:lnTo>
                  <a:lnTo>
                    <a:pt x="75" y="40"/>
                  </a:lnTo>
                  <a:lnTo>
                    <a:pt x="76" y="40"/>
                  </a:lnTo>
                  <a:lnTo>
                    <a:pt x="76" y="39"/>
                  </a:lnTo>
                  <a:close/>
                  <a:moveTo>
                    <a:pt x="90" y="38"/>
                  </a:moveTo>
                  <a:lnTo>
                    <a:pt x="90" y="39"/>
                  </a:lnTo>
                  <a:lnTo>
                    <a:pt x="90" y="39"/>
                  </a:lnTo>
                  <a:lnTo>
                    <a:pt x="91" y="40"/>
                  </a:lnTo>
                  <a:lnTo>
                    <a:pt x="90" y="39"/>
                  </a:lnTo>
                  <a:lnTo>
                    <a:pt x="90" y="38"/>
                  </a:lnTo>
                  <a:close/>
                  <a:moveTo>
                    <a:pt x="62" y="38"/>
                  </a:moveTo>
                  <a:lnTo>
                    <a:pt x="60" y="40"/>
                  </a:lnTo>
                  <a:lnTo>
                    <a:pt x="57" y="42"/>
                  </a:lnTo>
                  <a:lnTo>
                    <a:pt x="57" y="43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60" y="44"/>
                  </a:lnTo>
                  <a:lnTo>
                    <a:pt x="61" y="43"/>
                  </a:lnTo>
                  <a:lnTo>
                    <a:pt x="63" y="41"/>
                  </a:lnTo>
                  <a:lnTo>
                    <a:pt x="63" y="40"/>
                  </a:lnTo>
                  <a:lnTo>
                    <a:pt x="62" y="39"/>
                  </a:lnTo>
                  <a:lnTo>
                    <a:pt x="62" y="38"/>
                  </a:lnTo>
                  <a:close/>
                  <a:moveTo>
                    <a:pt x="52" y="38"/>
                  </a:moveTo>
                  <a:lnTo>
                    <a:pt x="52" y="56"/>
                  </a:lnTo>
                  <a:lnTo>
                    <a:pt x="54" y="73"/>
                  </a:lnTo>
                  <a:lnTo>
                    <a:pt x="54" y="72"/>
                  </a:lnTo>
                  <a:lnTo>
                    <a:pt x="54" y="71"/>
                  </a:lnTo>
                  <a:lnTo>
                    <a:pt x="54" y="71"/>
                  </a:lnTo>
                  <a:lnTo>
                    <a:pt x="55" y="71"/>
                  </a:lnTo>
                  <a:lnTo>
                    <a:pt x="54" y="68"/>
                  </a:lnTo>
                  <a:lnTo>
                    <a:pt x="54" y="66"/>
                  </a:lnTo>
                  <a:lnTo>
                    <a:pt x="54" y="65"/>
                  </a:lnTo>
                  <a:lnTo>
                    <a:pt x="54" y="63"/>
                  </a:lnTo>
                  <a:lnTo>
                    <a:pt x="53" y="51"/>
                  </a:lnTo>
                  <a:lnTo>
                    <a:pt x="52" y="38"/>
                  </a:lnTo>
                  <a:close/>
                  <a:moveTo>
                    <a:pt x="99" y="37"/>
                  </a:moveTo>
                  <a:lnTo>
                    <a:pt x="98" y="37"/>
                  </a:lnTo>
                  <a:lnTo>
                    <a:pt x="98" y="37"/>
                  </a:lnTo>
                  <a:lnTo>
                    <a:pt x="98" y="38"/>
                  </a:lnTo>
                  <a:lnTo>
                    <a:pt x="98" y="39"/>
                  </a:lnTo>
                  <a:lnTo>
                    <a:pt x="99" y="40"/>
                  </a:lnTo>
                  <a:lnTo>
                    <a:pt x="100" y="39"/>
                  </a:lnTo>
                  <a:lnTo>
                    <a:pt x="99" y="38"/>
                  </a:lnTo>
                  <a:lnTo>
                    <a:pt x="99" y="37"/>
                  </a:lnTo>
                  <a:close/>
                  <a:moveTo>
                    <a:pt x="79" y="36"/>
                  </a:moveTo>
                  <a:lnTo>
                    <a:pt x="78" y="38"/>
                  </a:lnTo>
                  <a:lnTo>
                    <a:pt x="77" y="39"/>
                  </a:lnTo>
                  <a:lnTo>
                    <a:pt x="78" y="39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9" y="41"/>
                  </a:lnTo>
                  <a:lnTo>
                    <a:pt x="79" y="39"/>
                  </a:lnTo>
                  <a:lnTo>
                    <a:pt x="79" y="38"/>
                  </a:lnTo>
                  <a:lnTo>
                    <a:pt x="78" y="38"/>
                  </a:lnTo>
                  <a:lnTo>
                    <a:pt x="79" y="38"/>
                  </a:lnTo>
                  <a:lnTo>
                    <a:pt x="79" y="38"/>
                  </a:lnTo>
                  <a:lnTo>
                    <a:pt x="80" y="39"/>
                  </a:lnTo>
                  <a:lnTo>
                    <a:pt x="80" y="38"/>
                  </a:lnTo>
                  <a:lnTo>
                    <a:pt x="80" y="37"/>
                  </a:lnTo>
                  <a:lnTo>
                    <a:pt x="79" y="36"/>
                  </a:lnTo>
                  <a:close/>
                  <a:moveTo>
                    <a:pt x="105" y="36"/>
                  </a:moveTo>
                  <a:lnTo>
                    <a:pt x="104" y="37"/>
                  </a:lnTo>
                  <a:lnTo>
                    <a:pt x="103" y="39"/>
                  </a:lnTo>
                  <a:lnTo>
                    <a:pt x="104" y="40"/>
                  </a:lnTo>
                  <a:lnTo>
                    <a:pt x="104" y="41"/>
                  </a:lnTo>
                  <a:lnTo>
                    <a:pt x="105" y="41"/>
                  </a:lnTo>
                  <a:lnTo>
                    <a:pt x="106" y="42"/>
                  </a:lnTo>
                  <a:lnTo>
                    <a:pt x="106" y="40"/>
                  </a:lnTo>
                  <a:lnTo>
                    <a:pt x="106" y="39"/>
                  </a:lnTo>
                  <a:lnTo>
                    <a:pt x="106" y="37"/>
                  </a:lnTo>
                  <a:lnTo>
                    <a:pt x="105" y="36"/>
                  </a:lnTo>
                  <a:close/>
                  <a:moveTo>
                    <a:pt x="109" y="33"/>
                  </a:moveTo>
                  <a:lnTo>
                    <a:pt x="109" y="36"/>
                  </a:lnTo>
                  <a:lnTo>
                    <a:pt x="110" y="38"/>
                  </a:lnTo>
                  <a:lnTo>
                    <a:pt x="110" y="36"/>
                  </a:lnTo>
                  <a:lnTo>
                    <a:pt x="109" y="35"/>
                  </a:lnTo>
                  <a:lnTo>
                    <a:pt x="109" y="33"/>
                  </a:lnTo>
                  <a:close/>
                  <a:moveTo>
                    <a:pt x="101" y="33"/>
                  </a:moveTo>
                  <a:lnTo>
                    <a:pt x="101" y="35"/>
                  </a:lnTo>
                  <a:lnTo>
                    <a:pt x="101" y="35"/>
                  </a:lnTo>
                  <a:lnTo>
                    <a:pt x="102" y="36"/>
                  </a:lnTo>
                  <a:lnTo>
                    <a:pt x="102" y="35"/>
                  </a:lnTo>
                  <a:lnTo>
                    <a:pt x="102" y="35"/>
                  </a:lnTo>
                  <a:lnTo>
                    <a:pt x="101" y="33"/>
                  </a:lnTo>
                  <a:close/>
                  <a:moveTo>
                    <a:pt x="64" y="33"/>
                  </a:moveTo>
                  <a:lnTo>
                    <a:pt x="64" y="36"/>
                  </a:lnTo>
                  <a:lnTo>
                    <a:pt x="64" y="37"/>
                  </a:lnTo>
                  <a:lnTo>
                    <a:pt x="65" y="39"/>
                  </a:lnTo>
                  <a:lnTo>
                    <a:pt x="65" y="38"/>
                  </a:lnTo>
                  <a:lnTo>
                    <a:pt x="66" y="38"/>
                  </a:lnTo>
                  <a:lnTo>
                    <a:pt x="66" y="37"/>
                  </a:lnTo>
                  <a:lnTo>
                    <a:pt x="66" y="36"/>
                  </a:lnTo>
                  <a:lnTo>
                    <a:pt x="65" y="35"/>
                  </a:lnTo>
                  <a:lnTo>
                    <a:pt x="64" y="33"/>
                  </a:lnTo>
                  <a:close/>
                  <a:moveTo>
                    <a:pt x="88" y="33"/>
                  </a:moveTo>
                  <a:lnTo>
                    <a:pt x="89" y="35"/>
                  </a:lnTo>
                  <a:lnTo>
                    <a:pt x="89" y="36"/>
                  </a:lnTo>
                  <a:lnTo>
                    <a:pt x="89" y="36"/>
                  </a:lnTo>
                  <a:lnTo>
                    <a:pt x="89" y="35"/>
                  </a:lnTo>
                  <a:lnTo>
                    <a:pt x="89" y="35"/>
                  </a:lnTo>
                  <a:lnTo>
                    <a:pt x="88" y="33"/>
                  </a:lnTo>
                  <a:close/>
                  <a:moveTo>
                    <a:pt x="73" y="33"/>
                  </a:moveTo>
                  <a:lnTo>
                    <a:pt x="72" y="35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0" y="36"/>
                  </a:lnTo>
                  <a:lnTo>
                    <a:pt x="72" y="36"/>
                  </a:lnTo>
                  <a:lnTo>
                    <a:pt x="72" y="37"/>
                  </a:lnTo>
                  <a:lnTo>
                    <a:pt x="72" y="37"/>
                  </a:lnTo>
                  <a:lnTo>
                    <a:pt x="70" y="37"/>
                  </a:lnTo>
                  <a:lnTo>
                    <a:pt x="70" y="37"/>
                  </a:lnTo>
                  <a:lnTo>
                    <a:pt x="70" y="37"/>
                  </a:lnTo>
                  <a:lnTo>
                    <a:pt x="70" y="38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2" y="40"/>
                  </a:lnTo>
                  <a:lnTo>
                    <a:pt x="73" y="40"/>
                  </a:lnTo>
                  <a:lnTo>
                    <a:pt x="73" y="39"/>
                  </a:lnTo>
                  <a:lnTo>
                    <a:pt x="72" y="38"/>
                  </a:lnTo>
                  <a:lnTo>
                    <a:pt x="72" y="37"/>
                  </a:lnTo>
                  <a:lnTo>
                    <a:pt x="72" y="37"/>
                  </a:lnTo>
                  <a:lnTo>
                    <a:pt x="72" y="37"/>
                  </a:lnTo>
                  <a:lnTo>
                    <a:pt x="72" y="36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74" y="38"/>
                  </a:lnTo>
                  <a:lnTo>
                    <a:pt x="74" y="38"/>
                  </a:lnTo>
                  <a:lnTo>
                    <a:pt x="74" y="37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3" y="33"/>
                  </a:lnTo>
                  <a:close/>
                  <a:moveTo>
                    <a:pt x="115" y="33"/>
                  </a:moveTo>
                  <a:lnTo>
                    <a:pt x="114" y="36"/>
                  </a:lnTo>
                  <a:lnTo>
                    <a:pt x="114" y="38"/>
                  </a:lnTo>
                  <a:lnTo>
                    <a:pt x="114" y="40"/>
                  </a:lnTo>
                  <a:lnTo>
                    <a:pt x="114" y="42"/>
                  </a:lnTo>
                  <a:lnTo>
                    <a:pt x="114" y="41"/>
                  </a:lnTo>
                  <a:lnTo>
                    <a:pt x="115" y="39"/>
                  </a:lnTo>
                  <a:lnTo>
                    <a:pt x="115" y="36"/>
                  </a:lnTo>
                  <a:lnTo>
                    <a:pt x="115" y="33"/>
                  </a:lnTo>
                  <a:close/>
                  <a:moveTo>
                    <a:pt x="53" y="33"/>
                  </a:moveTo>
                  <a:lnTo>
                    <a:pt x="53" y="38"/>
                  </a:lnTo>
                  <a:lnTo>
                    <a:pt x="54" y="42"/>
                  </a:lnTo>
                  <a:lnTo>
                    <a:pt x="54" y="47"/>
                  </a:lnTo>
                  <a:lnTo>
                    <a:pt x="55" y="51"/>
                  </a:lnTo>
                  <a:lnTo>
                    <a:pt x="55" y="47"/>
                  </a:lnTo>
                  <a:lnTo>
                    <a:pt x="54" y="42"/>
                  </a:lnTo>
                  <a:lnTo>
                    <a:pt x="54" y="38"/>
                  </a:lnTo>
                  <a:lnTo>
                    <a:pt x="53" y="33"/>
                  </a:lnTo>
                  <a:close/>
                  <a:moveTo>
                    <a:pt x="120" y="33"/>
                  </a:moveTo>
                  <a:lnTo>
                    <a:pt x="120" y="36"/>
                  </a:lnTo>
                  <a:lnTo>
                    <a:pt x="120" y="37"/>
                  </a:lnTo>
                  <a:lnTo>
                    <a:pt x="121" y="37"/>
                  </a:lnTo>
                  <a:lnTo>
                    <a:pt x="121" y="36"/>
                  </a:lnTo>
                  <a:lnTo>
                    <a:pt x="121" y="35"/>
                  </a:lnTo>
                  <a:lnTo>
                    <a:pt x="121" y="33"/>
                  </a:lnTo>
                  <a:lnTo>
                    <a:pt x="120" y="33"/>
                  </a:lnTo>
                  <a:close/>
                  <a:moveTo>
                    <a:pt x="60" y="33"/>
                  </a:moveTo>
                  <a:lnTo>
                    <a:pt x="58" y="33"/>
                  </a:lnTo>
                  <a:lnTo>
                    <a:pt x="58" y="35"/>
                  </a:lnTo>
                  <a:lnTo>
                    <a:pt x="57" y="36"/>
                  </a:lnTo>
                  <a:lnTo>
                    <a:pt x="56" y="36"/>
                  </a:lnTo>
                  <a:lnTo>
                    <a:pt x="57" y="37"/>
                  </a:lnTo>
                  <a:lnTo>
                    <a:pt x="57" y="38"/>
                  </a:lnTo>
                  <a:lnTo>
                    <a:pt x="57" y="39"/>
                  </a:lnTo>
                  <a:lnTo>
                    <a:pt x="58" y="38"/>
                  </a:lnTo>
                  <a:lnTo>
                    <a:pt x="60" y="36"/>
                  </a:lnTo>
                  <a:lnTo>
                    <a:pt x="60" y="33"/>
                  </a:lnTo>
                  <a:close/>
                  <a:moveTo>
                    <a:pt x="10" y="33"/>
                  </a:moveTo>
                  <a:lnTo>
                    <a:pt x="7" y="45"/>
                  </a:lnTo>
                  <a:lnTo>
                    <a:pt x="4" y="59"/>
                  </a:lnTo>
                  <a:lnTo>
                    <a:pt x="4" y="60"/>
                  </a:lnTo>
                  <a:lnTo>
                    <a:pt x="4" y="62"/>
                  </a:lnTo>
                  <a:lnTo>
                    <a:pt x="3" y="64"/>
                  </a:lnTo>
                  <a:lnTo>
                    <a:pt x="3" y="66"/>
                  </a:lnTo>
                  <a:lnTo>
                    <a:pt x="4" y="65"/>
                  </a:lnTo>
                  <a:lnTo>
                    <a:pt x="4" y="65"/>
                  </a:lnTo>
                  <a:lnTo>
                    <a:pt x="8" y="49"/>
                  </a:lnTo>
                  <a:lnTo>
                    <a:pt x="10" y="33"/>
                  </a:lnTo>
                  <a:close/>
                  <a:moveTo>
                    <a:pt x="94" y="32"/>
                  </a:moveTo>
                  <a:lnTo>
                    <a:pt x="94" y="33"/>
                  </a:lnTo>
                  <a:lnTo>
                    <a:pt x="94" y="33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6" y="33"/>
                  </a:lnTo>
                  <a:lnTo>
                    <a:pt x="96" y="32"/>
                  </a:lnTo>
                  <a:lnTo>
                    <a:pt x="94" y="32"/>
                  </a:lnTo>
                  <a:close/>
                  <a:moveTo>
                    <a:pt x="82" y="31"/>
                  </a:moveTo>
                  <a:lnTo>
                    <a:pt x="82" y="32"/>
                  </a:lnTo>
                  <a:lnTo>
                    <a:pt x="81" y="33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4" y="35"/>
                  </a:lnTo>
                  <a:lnTo>
                    <a:pt x="84" y="35"/>
                  </a:lnTo>
                  <a:lnTo>
                    <a:pt x="84" y="33"/>
                  </a:lnTo>
                  <a:lnTo>
                    <a:pt x="84" y="33"/>
                  </a:lnTo>
                  <a:lnTo>
                    <a:pt x="84" y="32"/>
                  </a:lnTo>
                  <a:lnTo>
                    <a:pt x="84" y="32"/>
                  </a:lnTo>
                  <a:lnTo>
                    <a:pt x="82" y="31"/>
                  </a:lnTo>
                  <a:close/>
                  <a:moveTo>
                    <a:pt x="53" y="31"/>
                  </a:moveTo>
                  <a:lnTo>
                    <a:pt x="52" y="31"/>
                  </a:lnTo>
                  <a:lnTo>
                    <a:pt x="53" y="31"/>
                  </a:lnTo>
                  <a:lnTo>
                    <a:pt x="53" y="32"/>
                  </a:lnTo>
                  <a:lnTo>
                    <a:pt x="53" y="33"/>
                  </a:lnTo>
                  <a:lnTo>
                    <a:pt x="53" y="32"/>
                  </a:lnTo>
                  <a:lnTo>
                    <a:pt x="53" y="32"/>
                  </a:lnTo>
                  <a:lnTo>
                    <a:pt x="53" y="31"/>
                  </a:lnTo>
                  <a:close/>
                  <a:moveTo>
                    <a:pt x="118" y="31"/>
                  </a:moveTo>
                  <a:lnTo>
                    <a:pt x="117" y="35"/>
                  </a:lnTo>
                  <a:lnTo>
                    <a:pt x="118" y="37"/>
                  </a:lnTo>
                  <a:lnTo>
                    <a:pt x="118" y="36"/>
                  </a:lnTo>
                  <a:lnTo>
                    <a:pt x="118" y="33"/>
                  </a:lnTo>
                  <a:lnTo>
                    <a:pt x="118" y="31"/>
                  </a:lnTo>
                  <a:close/>
                  <a:moveTo>
                    <a:pt x="75" y="30"/>
                  </a:moveTo>
                  <a:lnTo>
                    <a:pt x="74" y="31"/>
                  </a:lnTo>
                  <a:lnTo>
                    <a:pt x="74" y="33"/>
                  </a:lnTo>
                  <a:lnTo>
                    <a:pt x="75" y="35"/>
                  </a:lnTo>
                  <a:lnTo>
                    <a:pt x="75" y="36"/>
                  </a:lnTo>
                  <a:lnTo>
                    <a:pt x="76" y="35"/>
                  </a:lnTo>
                  <a:lnTo>
                    <a:pt x="76" y="33"/>
                  </a:lnTo>
                  <a:lnTo>
                    <a:pt x="76" y="32"/>
                  </a:lnTo>
                  <a:lnTo>
                    <a:pt x="75" y="31"/>
                  </a:lnTo>
                  <a:lnTo>
                    <a:pt x="75" y="30"/>
                  </a:lnTo>
                  <a:close/>
                  <a:moveTo>
                    <a:pt x="67" y="30"/>
                  </a:moveTo>
                  <a:lnTo>
                    <a:pt x="67" y="31"/>
                  </a:lnTo>
                  <a:lnTo>
                    <a:pt x="67" y="32"/>
                  </a:lnTo>
                  <a:lnTo>
                    <a:pt x="67" y="32"/>
                  </a:lnTo>
                  <a:lnTo>
                    <a:pt x="68" y="33"/>
                  </a:lnTo>
                  <a:lnTo>
                    <a:pt x="68" y="35"/>
                  </a:lnTo>
                  <a:lnTo>
                    <a:pt x="69" y="33"/>
                  </a:lnTo>
                  <a:lnTo>
                    <a:pt x="69" y="32"/>
                  </a:lnTo>
                  <a:lnTo>
                    <a:pt x="68" y="32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68" y="30"/>
                  </a:lnTo>
                  <a:lnTo>
                    <a:pt x="67" y="30"/>
                  </a:lnTo>
                  <a:close/>
                  <a:moveTo>
                    <a:pt x="62" y="30"/>
                  </a:moveTo>
                  <a:lnTo>
                    <a:pt x="62" y="30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0" y="32"/>
                  </a:lnTo>
                  <a:lnTo>
                    <a:pt x="60" y="32"/>
                  </a:lnTo>
                  <a:lnTo>
                    <a:pt x="61" y="33"/>
                  </a:lnTo>
                  <a:lnTo>
                    <a:pt x="62" y="32"/>
                  </a:lnTo>
                  <a:lnTo>
                    <a:pt x="63" y="31"/>
                  </a:lnTo>
                  <a:lnTo>
                    <a:pt x="63" y="30"/>
                  </a:lnTo>
                  <a:lnTo>
                    <a:pt x="62" y="30"/>
                  </a:lnTo>
                  <a:close/>
                  <a:moveTo>
                    <a:pt x="104" y="29"/>
                  </a:moveTo>
                  <a:lnTo>
                    <a:pt x="104" y="30"/>
                  </a:lnTo>
                  <a:lnTo>
                    <a:pt x="104" y="30"/>
                  </a:lnTo>
                  <a:lnTo>
                    <a:pt x="105" y="31"/>
                  </a:lnTo>
                  <a:lnTo>
                    <a:pt x="105" y="32"/>
                  </a:lnTo>
                  <a:lnTo>
                    <a:pt x="106" y="31"/>
                  </a:lnTo>
                  <a:lnTo>
                    <a:pt x="105" y="30"/>
                  </a:lnTo>
                  <a:lnTo>
                    <a:pt x="104" y="29"/>
                  </a:lnTo>
                  <a:close/>
                  <a:moveTo>
                    <a:pt x="89" y="29"/>
                  </a:moveTo>
                  <a:lnTo>
                    <a:pt x="89" y="30"/>
                  </a:lnTo>
                  <a:lnTo>
                    <a:pt x="89" y="32"/>
                  </a:lnTo>
                  <a:lnTo>
                    <a:pt x="90" y="32"/>
                  </a:lnTo>
                  <a:lnTo>
                    <a:pt x="90" y="31"/>
                  </a:lnTo>
                  <a:lnTo>
                    <a:pt x="90" y="30"/>
                  </a:lnTo>
                  <a:lnTo>
                    <a:pt x="89" y="29"/>
                  </a:lnTo>
                  <a:close/>
                  <a:moveTo>
                    <a:pt x="76" y="28"/>
                  </a:moveTo>
                  <a:lnTo>
                    <a:pt x="76" y="29"/>
                  </a:lnTo>
                  <a:lnTo>
                    <a:pt x="75" y="30"/>
                  </a:lnTo>
                  <a:lnTo>
                    <a:pt x="76" y="31"/>
                  </a:lnTo>
                  <a:lnTo>
                    <a:pt x="76" y="32"/>
                  </a:lnTo>
                  <a:lnTo>
                    <a:pt x="77" y="33"/>
                  </a:lnTo>
                  <a:lnTo>
                    <a:pt x="77" y="32"/>
                  </a:lnTo>
                  <a:lnTo>
                    <a:pt x="77" y="31"/>
                  </a:lnTo>
                  <a:lnTo>
                    <a:pt x="76" y="29"/>
                  </a:lnTo>
                  <a:lnTo>
                    <a:pt x="77" y="30"/>
                  </a:lnTo>
                  <a:lnTo>
                    <a:pt x="77" y="31"/>
                  </a:lnTo>
                  <a:lnTo>
                    <a:pt x="78" y="32"/>
                  </a:lnTo>
                  <a:lnTo>
                    <a:pt x="78" y="31"/>
                  </a:lnTo>
                  <a:lnTo>
                    <a:pt x="77" y="29"/>
                  </a:lnTo>
                  <a:lnTo>
                    <a:pt x="76" y="28"/>
                  </a:lnTo>
                  <a:close/>
                  <a:moveTo>
                    <a:pt x="69" y="28"/>
                  </a:moveTo>
                  <a:lnTo>
                    <a:pt x="68" y="29"/>
                  </a:lnTo>
                  <a:lnTo>
                    <a:pt x="68" y="30"/>
                  </a:lnTo>
                  <a:lnTo>
                    <a:pt x="69" y="31"/>
                  </a:lnTo>
                  <a:lnTo>
                    <a:pt x="70" y="32"/>
                  </a:lnTo>
                  <a:lnTo>
                    <a:pt x="70" y="31"/>
                  </a:lnTo>
                  <a:lnTo>
                    <a:pt x="70" y="30"/>
                  </a:lnTo>
                  <a:lnTo>
                    <a:pt x="69" y="29"/>
                  </a:lnTo>
                  <a:lnTo>
                    <a:pt x="69" y="28"/>
                  </a:lnTo>
                  <a:close/>
                  <a:moveTo>
                    <a:pt x="100" y="28"/>
                  </a:moveTo>
                  <a:lnTo>
                    <a:pt x="99" y="28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8" y="30"/>
                  </a:lnTo>
                  <a:lnTo>
                    <a:pt x="99" y="31"/>
                  </a:lnTo>
                  <a:lnTo>
                    <a:pt x="100" y="32"/>
                  </a:lnTo>
                  <a:lnTo>
                    <a:pt x="99" y="30"/>
                  </a:lnTo>
                  <a:lnTo>
                    <a:pt x="100" y="28"/>
                  </a:lnTo>
                  <a:close/>
                  <a:moveTo>
                    <a:pt x="85" y="28"/>
                  </a:moveTo>
                  <a:lnTo>
                    <a:pt x="84" y="29"/>
                  </a:lnTo>
                  <a:lnTo>
                    <a:pt x="84" y="29"/>
                  </a:lnTo>
                  <a:lnTo>
                    <a:pt x="84" y="29"/>
                  </a:lnTo>
                  <a:lnTo>
                    <a:pt x="85" y="28"/>
                  </a:lnTo>
                  <a:lnTo>
                    <a:pt x="85" y="28"/>
                  </a:lnTo>
                  <a:lnTo>
                    <a:pt x="85" y="28"/>
                  </a:lnTo>
                  <a:close/>
                  <a:moveTo>
                    <a:pt x="62" y="28"/>
                  </a:moveTo>
                  <a:lnTo>
                    <a:pt x="61" y="28"/>
                  </a:lnTo>
                  <a:lnTo>
                    <a:pt x="61" y="29"/>
                  </a:lnTo>
                  <a:lnTo>
                    <a:pt x="58" y="30"/>
                  </a:lnTo>
                  <a:lnTo>
                    <a:pt x="57" y="32"/>
                  </a:lnTo>
                  <a:lnTo>
                    <a:pt x="57" y="33"/>
                  </a:lnTo>
                  <a:lnTo>
                    <a:pt x="58" y="32"/>
                  </a:lnTo>
                  <a:lnTo>
                    <a:pt x="60" y="31"/>
                  </a:lnTo>
                  <a:lnTo>
                    <a:pt x="61" y="29"/>
                  </a:lnTo>
                  <a:lnTo>
                    <a:pt x="62" y="28"/>
                  </a:lnTo>
                  <a:close/>
                  <a:moveTo>
                    <a:pt x="115" y="27"/>
                  </a:moveTo>
                  <a:lnTo>
                    <a:pt x="114" y="29"/>
                  </a:lnTo>
                  <a:lnTo>
                    <a:pt x="114" y="30"/>
                  </a:lnTo>
                  <a:lnTo>
                    <a:pt x="114" y="31"/>
                  </a:lnTo>
                  <a:lnTo>
                    <a:pt x="115" y="31"/>
                  </a:lnTo>
                  <a:lnTo>
                    <a:pt x="115" y="29"/>
                  </a:lnTo>
                  <a:lnTo>
                    <a:pt x="115" y="28"/>
                  </a:lnTo>
                  <a:lnTo>
                    <a:pt x="115" y="27"/>
                  </a:lnTo>
                  <a:close/>
                  <a:moveTo>
                    <a:pt x="52" y="27"/>
                  </a:moveTo>
                  <a:lnTo>
                    <a:pt x="52" y="28"/>
                  </a:lnTo>
                  <a:lnTo>
                    <a:pt x="52" y="29"/>
                  </a:lnTo>
                  <a:lnTo>
                    <a:pt x="52" y="28"/>
                  </a:lnTo>
                  <a:lnTo>
                    <a:pt x="52" y="27"/>
                  </a:lnTo>
                  <a:close/>
                  <a:moveTo>
                    <a:pt x="65" y="26"/>
                  </a:moveTo>
                  <a:lnTo>
                    <a:pt x="64" y="27"/>
                  </a:lnTo>
                  <a:lnTo>
                    <a:pt x="64" y="28"/>
                  </a:lnTo>
                  <a:lnTo>
                    <a:pt x="64" y="28"/>
                  </a:lnTo>
                  <a:lnTo>
                    <a:pt x="65" y="28"/>
                  </a:lnTo>
                  <a:lnTo>
                    <a:pt x="65" y="28"/>
                  </a:lnTo>
                  <a:lnTo>
                    <a:pt x="65" y="29"/>
                  </a:lnTo>
                  <a:lnTo>
                    <a:pt x="65" y="29"/>
                  </a:lnTo>
                  <a:lnTo>
                    <a:pt x="66" y="28"/>
                  </a:lnTo>
                  <a:lnTo>
                    <a:pt x="66" y="28"/>
                  </a:lnTo>
                  <a:lnTo>
                    <a:pt x="66" y="27"/>
                  </a:lnTo>
                  <a:lnTo>
                    <a:pt x="65" y="26"/>
                  </a:lnTo>
                  <a:lnTo>
                    <a:pt x="65" y="26"/>
                  </a:lnTo>
                  <a:close/>
                  <a:moveTo>
                    <a:pt x="99" y="26"/>
                  </a:moveTo>
                  <a:lnTo>
                    <a:pt x="99" y="26"/>
                  </a:lnTo>
                  <a:lnTo>
                    <a:pt x="98" y="27"/>
                  </a:lnTo>
                  <a:lnTo>
                    <a:pt x="98" y="27"/>
                  </a:lnTo>
                  <a:lnTo>
                    <a:pt x="98" y="28"/>
                  </a:lnTo>
                  <a:lnTo>
                    <a:pt x="99" y="28"/>
                  </a:lnTo>
                  <a:lnTo>
                    <a:pt x="99" y="27"/>
                  </a:lnTo>
                  <a:lnTo>
                    <a:pt x="99" y="26"/>
                  </a:lnTo>
                  <a:lnTo>
                    <a:pt x="99" y="26"/>
                  </a:lnTo>
                  <a:close/>
                  <a:moveTo>
                    <a:pt x="79" y="25"/>
                  </a:moveTo>
                  <a:lnTo>
                    <a:pt x="78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78" y="27"/>
                  </a:lnTo>
                  <a:lnTo>
                    <a:pt x="77" y="27"/>
                  </a:lnTo>
                  <a:lnTo>
                    <a:pt x="79" y="29"/>
                  </a:lnTo>
                  <a:lnTo>
                    <a:pt x="80" y="30"/>
                  </a:lnTo>
                  <a:lnTo>
                    <a:pt x="80" y="29"/>
                  </a:lnTo>
                  <a:lnTo>
                    <a:pt x="80" y="27"/>
                  </a:lnTo>
                  <a:lnTo>
                    <a:pt x="79" y="25"/>
                  </a:lnTo>
                  <a:close/>
                  <a:moveTo>
                    <a:pt x="102" y="25"/>
                  </a:moveTo>
                  <a:lnTo>
                    <a:pt x="102" y="25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102" y="25"/>
                  </a:lnTo>
                  <a:lnTo>
                    <a:pt x="102" y="25"/>
                  </a:lnTo>
                  <a:close/>
                  <a:moveTo>
                    <a:pt x="60" y="25"/>
                  </a:moveTo>
                  <a:lnTo>
                    <a:pt x="60" y="26"/>
                  </a:lnTo>
                  <a:lnTo>
                    <a:pt x="58" y="26"/>
                  </a:lnTo>
                  <a:lnTo>
                    <a:pt x="58" y="27"/>
                  </a:lnTo>
                  <a:lnTo>
                    <a:pt x="57" y="28"/>
                  </a:lnTo>
                  <a:lnTo>
                    <a:pt x="57" y="28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30"/>
                  </a:lnTo>
                  <a:lnTo>
                    <a:pt x="58" y="29"/>
                  </a:lnTo>
                  <a:lnTo>
                    <a:pt x="60" y="28"/>
                  </a:lnTo>
                  <a:lnTo>
                    <a:pt x="60" y="26"/>
                  </a:lnTo>
                  <a:lnTo>
                    <a:pt x="60" y="25"/>
                  </a:lnTo>
                  <a:close/>
                  <a:moveTo>
                    <a:pt x="109" y="25"/>
                  </a:moveTo>
                  <a:lnTo>
                    <a:pt x="109" y="26"/>
                  </a:lnTo>
                  <a:lnTo>
                    <a:pt x="108" y="27"/>
                  </a:lnTo>
                  <a:lnTo>
                    <a:pt x="109" y="28"/>
                  </a:lnTo>
                  <a:lnTo>
                    <a:pt x="109" y="28"/>
                  </a:lnTo>
                  <a:lnTo>
                    <a:pt x="110" y="27"/>
                  </a:lnTo>
                  <a:lnTo>
                    <a:pt x="110" y="26"/>
                  </a:lnTo>
                  <a:lnTo>
                    <a:pt x="109" y="25"/>
                  </a:lnTo>
                  <a:close/>
                  <a:moveTo>
                    <a:pt x="66" y="25"/>
                  </a:moveTo>
                  <a:lnTo>
                    <a:pt x="66" y="26"/>
                  </a:lnTo>
                  <a:lnTo>
                    <a:pt x="67" y="26"/>
                  </a:lnTo>
                  <a:lnTo>
                    <a:pt x="67" y="27"/>
                  </a:lnTo>
                  <a:lnTo>
                    <a:pt x="67" y="26"/>
                  </a:lnTo>
                  <a:lnTo>
                    <a:pt x="67" y="25"/>
                  </a:lnTo>
                  <a:lnTo>
                    <a:pt x="66" y="25"/>
                  </a:lnTo>
                  <a:close/>
                  <a:moveTo>
                    <a:pt x="64" y="25"/>
                  </a:moveTo>
                  <a:lnTo>
                    <a:pt x="64" y="25"/>
                  </a:lnTo>
                  <a:lnTo>
                    <a:pt x="63" y="26"/>
                  </a:lnTo>
                  <a:lnTo>
                    <a:pt x="64" y="26"/>
                  </a:lnTo>
                  <a:lnTo>
                    <a:pt x="64" y="26"/>
                  </a:lnTo>
                  <a:lnTo>
                    <a:pt x="64" y="26"/>
                  </a:lnTo>
                  <a:lnTo>
                    <a:pt x="65" y="25"/>
                  </a:lnTo>
                  <a:lnTo>
                    <a:pt x="64" y="25"/>
                  </a:lnTo>
                  <a:close/>
                  <a:moveTo>
                    <a:pt x="115" y="24"/>
                  </a:moveTo>
                  <a:lnTo>
                    <a:pt x="114" y="25"/>
                  </a:lnTo>
                  <a:lnTo>
                    <a:pt x="114" y="27"/>
                  </a:lnTo>
                  <a:lnTo>
                    <a:pt x="115" y="26"/>
                  </a:lnTo>
                  <a:lnTo>
                    <a:pt x="115" y="25"/>
                  </a:lnTo>
                  <a:lnTo>
                    <a:pt x="115" y="25"/>
                  </a:lnTo>
                  <a:lnTo>
                    <a:pt x="115" y="24"/>
                  </a:lnTo>
                  <a:close/>
                  <a:moveTo>
                    <a:pt x="81" y="24"/>
                  </a:moveTo>
                  <a:lnTo>
                    <a:pt x="81" y="25"/>
                  </a:lnTo>
                  <a:lnTo>
                    <a:pt x="81" y="26"/>
                  </a:lnTo>
                  <a:lnTo>
                    <a:pt x="81" y="26"/>
                  </a:lnTo>
                  <a:lnTo>
                    <a:pt x="81" y="27"/>
                  </a:lnTo>
                  <a:lnTo>
                    <a:pt x="81" y="27"/>
                  </a:lnTo>
                  <a:lnTo>
                    <a:pt x="82" y="27"/>
                  </a:lnTo>
                  <a:lnTo>
                    <a:pt x="84" y="27"/>
                  </a:lnTo>
                  <a:lnTo>
                    <a:pt x="84" y="26"/>
                  </a:lnTo>
                  <a:lnTo>
                    <a:pt x="82" y="25"/>
                  </a:lnTo>
                  <a:lnTo>
                    <a:pt x="81" y="24"/>
                  </a:lnTo>
                  <a:close/>
                  <a:moveTo>
                    <a:pt x="73" y="24"/>
                  </a:moveTo>
                  <a:lnTo>
                    <a:pt x="74" y="24"/>
                  </a:lnTo>
                  <a:lnTo>
                    <a:pt x="75" y="26"/>
                  </a:lnTo>
                  <a:lnTo>
                    <a:pt x="75" y="27"/>
                  </a:lnTo>
                  <a:lnTo>
                    <a:pt x="74" y="26"/>
                  </a:lnTo>
                  <a:lnTo>
                    <a:pt x="74" y="25"/>
                  </a:lnTo>
                  <a:lnTo>
                    <a:pt x="73" y="24"/>
                  </a:lnTo>
                  <a:lnTo>
                    <a:pt x="72" y="25"/>
                  </a:lnTo>
                  <a:lnTo>
                    <a:pt x="73" y="26"/>
                  </a:lnTo>
                  <a:lnTo>
                    <a:pt x="73" y="26"/>
                  </a:lnTo>
                  <a:lnTo>
                    <a:pt x="72" y="26"/>
                  </a:lnTo>
                  <a:lnTo>
                    <a:pt x="70" y="26"/>
                  </a:lnTo>
                  <a:lnTo>
                    <a:pt x="70" y="27"/>
                  </a:lnTo>
                  <a:lnTo>
                    <a:pt x="72" y="29"/>
                  </a:lnTo>
                  <a:lnTo>
                    <a:pt x="73" y="30"/>
                  </a:lnTo>
                  <a:lnTo>
                    <a:pt x="74" y="29"/>
                  </a:lnTo>
                  <a:lnTo>
                    <a:pt x="75" y="28"/>
                  </a:lnTo>
                  <a:lnTo>
                    <a:pt x="76" y="27"/>
                  </a:lnTo>
                  <a:lnTo>
                    <a:pt x="75" y="26"/>
                  </a:lnTo>
                  <a:lnTo>
                    <a:pt x="75" y="25"/>
                  </a:lnTo>
                  <a:lnTo>
                    <a:pt x="74" y="24"/>
                  </a:lnTo>
                  <a:lnTo>
                    <a:pt x="73" y="24"/>
                  </a:lnTo>
                  <a:close/>
                  <a:moveTo>
                    <a:pt x="101" y="23"/>
                  </a:moveTo>
                  <a:lnTo>
                    <a:pt x="101" y="24"/>
                  </a:lnTo>
                  <a:lnTo>
                    <a:pt x="101" y="24"/>
                  </a:lnTo>
                  <a:lnTo>
                    <a:pt x="101" y="25"/>
                  </a:lnTo>
                  <a:lnTo>
                    <a:pt x="101" y="25"/>
                  </a:lnTo>
                  <a:lnTo>
                    <a:pt x="101" y="24"/>
                  </a:lnTo>
                  <a:lnTo>
                    <a:pt x="101" y="23"/>
                  </a:lnTo>
                  <a:close/>
                  <a:moveTo>
                    <a:pt x="94" y="23"/>
                  </a:moveTo>
                  <a:lnTo>
                    <a:pt x="94" y="24"/>
                  </a:lnTo>
                  <a:lnTo>
                    <a:pt x="94" y="25"/>
                  </a:lnTo>
                  <a:lnTo>
                    <a:pt x="96" y="25"/>
                  </a:lnTo>
                  <a:lnTo>
                    <a:pt x="96" y="25"/>
                  </a:lnTo>
                  <a:lnTo>
                    <a:pt x="96" y="24"/>
                  </a:lnTo>
                  <a:lnTo>
                    <a:pt x="96" y="23"/>
                  </a:lnTo>
                  <a:lnTo>
                    <a:pt x="94" y="23"/>
                  </a:lnTo>
                  <a:close/>
                  <a:moveTo>
                    <a:pt x="89" y="23"/>
                  </a:moveTo>
                  <a:lnTo>
                    <a:pt x="89" y="23"/>
                  </a:lnTo>
                  <a:lnTo>
                    <a:pt x="89" y="24"/>
                  </a:lnTo>
                  <a:lnTo>
                    <a:pt x="89" y="24"/>
                  </a:lnTo>
                  <a:lnTo>
                    <a:pt x="89" y="25"/>
                  </a:lnTo>
                  <a:lnTo>
                    <a:pt x="89" y="25"/>
                  </a:lnTo>
                  <a:lnTo>
                    <a:pt x="89" y="26"/>
                  </a:lnTo>
                  <a:lnTo>
                    <a:pt x="90" y="26"/>
                  </a:lnTo>
                  <a:lnTo>
                    <a:pt x="90" y="26"/>
                  </a:lnTo>
                  <a:lnTo>
                    <a:pt x="90" y="25"/>
                  </a:lnTo>
                  <a:lnTo>
                    <a:pt x="90" y="25"/>
                  </a:lnTo>
                  <a:lnTo>
                    <a:pt x="90" y="24"/>
                  </a:lnTo>
                  <a:lnTo>
                    <a:pt x="89" y="24"/>
                  </a:lnTo>
                  <a:lnTo>
                    <a:pt x="89" y="23"/>
                  </a:lnTo>
                  <a:close/>
                  <a:moveTo>
                    <a:pt x="66" y="23"/>
                  </a:moveTo>
                  <a:lnTo>
                    <a:pt x="65" y="23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6" y="23"/>
                  </a:lnTo>
                  <a:close/>
                  <a:moveTo>
                    <a:pt x="63" y="21"/>
                  </a:moveTo>
                  <a:lnTo>
                    <a:pt x="62" y="23"/>
                  </a:lnTo>
                  <a:lnTo>
                    <a:pt x="62" y="23"/>
                  </a:lnTo>
                  <a:lnTo>
                    <a:pt x="63" y="23"/>
                  </a:lnTo>
                  <a:lnTo>
                    <a:pt x="63" y="23"/>
                  </a:lnTo>
                  <a:lnTo>
                    <a:pt x="63" y="21"/>
                  </a:lnTo>
                  <a:close/>
                  <a:moveTo>
                    <a:pt x="111" y="21"/>
                  </a:moveTo>
                  <a:lnTo>
                    <a:pt x="109" y="21"/>
                  </a:lnTo>
                  <a:lnTo>
                    <a:pt x="108" y="24"/>
                  </a:lnTo>
                  <a:lnTo>
                    <a:pt x="109" y="25"/>
                  </a:lnTo>
                  <a:lnTo>
                    <a:pt x="110" y="24"/>
                  </a:lnTo>
                  <a:lnTo>
                    <a:pt x="110" y="23"/>
                  </a:lnTo>
                  <a:lnTo>
                    <a:pt x="110" y="21"/>
                  </a:lnTo>
                  <a:lnTo>
                    <a:pt x="110" y="21"/>
                  </a:lnTo>
                  <a:lnTo>
                    <a:pt x="111" y="21"/>
                  </a:lnTo>
                  <a:close/>
                  <a:moveTo>
                    <a:pt x="106" y="20"/>
                  </a:moveTo>
                  <a:lnTo>
                    <a:pt x="105" y="20"/>
                  </a:lnTo>
                  <a:lnTo>
                    <a:pt x="105" y="21"/>
                  </a:lnTo>
                  <a:lnTo>
                    <a:pt x="104" y="23"/>
                  </a:lnTo>
                  <a:lnTo>
                    <a:pt x="104" y="23"/>
                  </a:lnTo>
                  <a:lnTo>
                    <a:pt x="105" y="23"/>
                  </a:lnTo>
                  <a:lnTo>
                    <a:pt x="105" y="24"/>
                  </a:lnTo>
                  <a:lnTo>
                    <a:pt x="105" y="23"/>
                  </a:lnTo>
                  <a:lnTo>
                    <a:pt x="106" y="21"/>
                  </a:lnTo>
                  <a:lnTo>
                    <a:pt x="106" y="20"/>
                  </a:lnTo>
                  <a:close/>
                  <a:moveTo>
                    <a:pt x="75" y="20"/>
                  </a:moveTo>
                  <a:lnTo>
                    <a:pt x="75" y="21"/>
                  </a:lnTo>
                  <a:lnTo>
                    <a:pt x="75" y="23"/>
                  </a:lnTo>
                  <a:lnTo>
                    <a:pt x="76" y="24"/>
                  </a:lnTo>
                  <a:lnTo>
                    <a:pt x="76" y="25"/>
                  </a:lnTo>
                  <a:lnTo>
                    <a:pt x="77" y="25"/>
                  </a:lnTo>
                  <a:lnTo>
                    <a:pt x="77" y="24"/>
                  </a:lnTo>
                  <a:lnTo>
                    <a:pt x="77" y="23"/>
                  </a:lnTo>
                  <a:lnTo>
                    <a:pt x="76" y="21"/>
                  </a:lnTo>
                  <a:lnTo>
                    <a:pt x="75" y="20"/>
                  </a:lnTo>
                  <a:close/>
                  <a:moveTo>
                    <a:pt x="84" y="20"/>
                  </a:moveTo>
                  <a:lnTo>
                    <a:pt x="84" y="20"/>
                  </a:lnTo>
                  <a:lnTo>
                    <a:pt x="85" y="21"/>
                  </a:lnTo>
                  <a:lnTo>
                    <a:pt x="85" y="20"/>
                  </a:lnTo>
                  <a:lnTo>
                    <a:pt x="84" y="20"/>
                  </a:lnTo>
                  <a:lnTo>
                    <a:pt x="84" y="20"/>
                  </a:lnTo>
                  <a:close/>
                  <a:moveTo>
                    <a:pt x="64" y="19"/>
                  </a:moveTo>
                  <a:lnTo>
                    <a:pt x="64" y="20"/>
                  </a:lnTo>
                  <a:lnTo>
                    <a:pt x="63" y="20"/>
                  </a:lnTo>
                  <a:lnTo>
                    <a:pt x="63" y="21"/>
                  </a:lnTo>
                  <a:lnTo>
                    <a:pt x="64" y="20"/>
                  </a:lnTo>
                  <a:lnTo>
                    <a:pt x="65" y="20"/>
                  </a:lnTo>
                  <a:lnTo>
                    <a:pt x="65" y="20"/>
                  </a:lnTo>
                  <a:lnTo>
                    <a:pt x="64" y="19"/>
                  </a:lnTo>
                  <a:close/>
                  <a:moveTo>
                    <a:pt x="12" y="19"/>
                  </a:moveTo>
                  <a:lnTo>
                    <a:pt x="7" y="36"/>
                  </a:lnTo>
                  <a:lnTo>
                    <a:pt x="4" y="51"/>
                  </a:lnTo>
                  <a:lnTo>
                    <a:pt x="4" y="52"/>
                  </a:lnTo>
                  <a:lnTo>
                    <a:pt x="4" y="52"/>
                  </a:lnTo>
                  <a:lnTo>
                    <a:pt x="5" y="49"/>
                  </a:lnTo>
                  <a:lnTo>
                    <a:pt x="6" y="45"/>
                  </a:lnTo>
                  <a:lnTo>
                    <a:pt x="6" y="42"/>
                  </a:lnTo>
                  <a:lnTo>
                    <a:pt x="7" y="39"/>
                  </a:lnTo>
                  <a:lnTo>
                    <a:pt x="8" y="35"/>
                  </a:lnTo>
                  <a:lnTo>
                    <a:pt x="9" y="29"/>
                  </a:lnTo>
                  <a:lnTo>
                    <a:pt x="10" y="26"/>
                  </a:lnTo>
                  <a:lnTo>
                    <a:pt x="12" y="23"/>
                  </a:lnTo>
                  <a:lnTo>
                    <a:pt x="12" y="19"/>
                  </a:lnTo>
                  <a:close/>
                  <a:moveTo>
                    <a:pt x="70" y="19"/>
                  </a:moveTo>
                  <a:lnTo>
                    <a:pt x="69" y="21"/>
                  </a:lnTo>
                  <a:lnTo>
                    <a:pt x="70" y="21"/>
                  </a:lnTo>
                  <a:lnTo>
                    <a:pt x="70" y="23"/>
                  </a:lnTo>
                  <a:lnTo>
                    <a:pt x="70" y="21"/>
                  </a:lnTo>
                  <a:lnTo>
                    <a:pt x="69" y="21"/>
                  </a:lnTo>
                  <a:lnTo>
                    <a:pt x="69" y="21"/>
                  </a:lnTo>
                  <a:lnTo>
                    <a:pt x="68" y="23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8" y="25"/>
                  </a:lnTo>
                  <a:lnTo>
                    <a:pt x="70" y="23"/>
                  </a:lnTo>
                  <a:lnTo>
                    <a:pt x="72" y="21"/>
                  </a:lnTo>
                  <a:lnTo>
                    <a:pt x="70" y="20"/>
                  </a:lnTo>
                  <a:lnTo>
                    <a:pt x="70" y="19"/>
                  </a:lnTo>
                  <a:close/>
                  <a:moveTo>
                    <a:pt x="115" y="19"/>
                  </a:moveTo>
                  <a:lnTo>
                    <a:pt x="114" y="19"/>
                  </a:lnTo>
                  <a:lnTo>
                    <a:pt x="114" y="20"/>
                  </a:lnTo>
                  <a:lnTo>
                    <a:pt x="115" y="20"/>
                  </a:lnTo>
                  <a:lnTo>
                    <a:pt x="115" y="20"/>
                  </a:lnTo>
                  <a:lnTo>
                    <a:pt x="115" y="19"/>
                  </a:lnTo>
                  <a:close/>
                  <a:moveTo>
                    <a:pt x="98" y="19"/>
                  </a:moveTo>
                  <a:lnTo>
                    <a:pt x="98" y="19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9" y="19"/>
                  </a:lnTo>
                  <a:lnTo>
                    <a:pt x="98" y="19"/>
                  </a:lnTo>
                  <a:close/>
                  <a:moveTo>
                    <a:pt x="68" y="18"/>
                  </a:moveTo>
                  <a:lnTo>
                    <a:pt x="68" y="19"/>
                  </a:lnTo>
                  <a:lnTo>
                    <a:pt x="67" y="20"/>
                  </a:lnTo>
                  <a:lnTo>
                    <a:pt x="67" y="21"/>
                  </a:lnTo>
                  <a:lnTo>
                    <a:pt x="68" y="21"/>
                  </a:lnTo>
                  <a:lnTo>
                    <a:pt x="69" y="19"/>
                  </a:lnTo>
                  <a:lnTo>
                    <a:pt x="68" y="18"/>
                  </a:lnTo>
                  <a:close/>
                  <a:moveTo>
                    <a:pt x="121" y="18"/>
                  </a:moveTo>
                  <a:lnTo>
                    <a:pt x="121" y="19"/>
                  </a:lnTo>
                  <a:lnTo>
                    <a:pt x="121" y="20"/>
                  </a:lnTo>
                  <a:lnTo>
                    <a:pt x="121" y="19"/>
                  </a:lnTo>
                  <a:lnTo>
                    <a:pt x="122" y="18"/>
                  </a:lnTo>
                  <a:lnTo>
                    <a:pt x="121" y="18"/>
                  </a:lnTo>
                  <a:close/>
                  <a:moveTo>
                    <a:pt x="77" y="17"/>
                  </a:moveTo>
                  <a:lnTo>
                    <a:pt x="77" y="18"/>
                  </a:lnTo>
                  <a:lnTo>
                    <a:pt x="76" y="18"/>
                  </a:lnTo>
                  <a:lnTo>
                    <a:pt x="77" y="19"/>
                  </a:lnTo>
                  <a:lnTo>
                    <a:pt x="78" y="20"/>
                  </a:lnTo>
                  <a:lnTo>
                    <a:pt x="78" y="21"/>
                  </a:lnTo>
                  <a:lnTo>
                    <a:pt x="79" y="23"/>
                  </a:lnTo>
                  <a:lnTo>
                    <a:pt x="80" y="20"/>
                  </a:lnTo>
                  <a:lnTo>
                    <a:pt x="79" y="19"/>
                  </a:lnTo>
                  <a:lnTo>
                    <a:pt x="78" y="18"/>
                  </a:lnTo>
                  <a:lnTo>
                    <a:pt x="77" y="17"/>
                  </a:lnTo>
                  <a:close/>
                  <a:moveTo>
                    <a:pt x="93" y="17"/>
                  </a:moveTo>
                  <a:lnTo>
                    <a:pt x="93" y="18"/>
                  </a:lnTo>
                  <a:lnTo>
                    <a:pt x="93" y="20"/>
                  </a:lnTo>
                  <a:lnTo>
                    <a:pt x="93" y="20"/>
                  </a:lnTo>
                  <a:lnTo>
                    <a:pt x="93" y="19"/>
                  </a:lnTo>
                  <a:lnTo>
                    <a:pt x="93" y="18"/>
                  </a:lnTo>
                  <a:lnTo>
                    <a:pt x="93" y="17"/>
                  </a:lnTo>
                  <a:close/>
                  <a:moveTo>
                    <a:pt x="81" y="17"/>
                  </a:moveTo>
                  <a:lnTo>
                    <a:pt x="82" y="18"/>
                  </a:lnTo>
                  <a:lnTo>
                    <a:pt x="82" y="18"/>
                  </a:lnTo>
                  <a:lnTo>
                    <a:pt x="82" y="17"/>
                  </a:lnTo>
                  <a:lnTo>
                    <a:pt x="81" y="17"/>
                  </a:lnTo>
                  <a:close/>
                  <a:moveTo>
                    <a:pt x="66" y="17"/>
                  </a:moveTo>
                  <a:lnTo>
                    <a:pt x="66" y="17"/>
                  </a:lnTo>
                  <a:lnTo>
                    <a:pt x="65" y="18"/>
                  </a:lnTo>
                  <a:lnTo>
                    <a:pt x="66" y="18"/>
                  </a:lnTo>
                  <a:lnTo>
                    <a:pt x="67" y="18"/>
                  </a:lnTo>
                  <a:lnTo>
                    <a:pt x="67" y="17"/>
                  </a:lnTo>
                  <a:lnTo>
                    <a:pt x="66" y="17"/>
                  </a:lnTo>
                  <a:close/>
                  <a:moveTo>
                    <a:pt x="73" y="17"/>
                  </a:moveTo>
                  <a:lnTo>
                    <a:pt x="72" y="17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4" y="19"/>
                  </a:lnTo>
                  <a:lnTo>
                    <a:pt x="74" y="18"/>
                  </a:lnTo>
                  <a:lnTo>
                    <a:pt x="74" y="17"/>
                  </a:lnTo>
                  <a:lnTo>
                    <a:pt x="73" y="17"/>
                  </a:lnTo>
                  <a:close/>
                  <a:moveTo>
                    <a:pt x="105" y="16"/>
                  </a:moveTo>
                  <a:lnTo>
                    <a:pt x="105" y="17"/>
                  </a:lnTo>
                  <a:lnTo>
                    <a:pt x="104" y="18"/>
                  </a:lnTo>
                  <a:lnTo>
                    <a:pt x="103" y="19"/>
                  </a:lnTo>
                  <a:lnTo>
                    <a:pt x="104" y="21"/>
                  </a:lnTo>
                  <a:lnTo>
                    <a:pt x="104" y="20"/>
                  </a:lnTo>
                  <a:lnTo>
                    <a:pt x="105" y="19"/>
                  </a:lnTo>
                  <a:lnTo>
                    <a:pt x="106" y="18"/>
                  </a:lnTo>
                  <a:lnTo>
                    <a:pt x="106" y="17"/>
                  </a:lnTo>
                  <a:lnTo>
                    <a:pt x="105" y="16"/>
                  </a:lnTo>
                  <a:close/>
                  <a:moveTo>
                    <a:pt x="79" y="15"/>
                  </a:moveTo>
                  <a:lnTo>
                    <a:pt x="79" y="16"/>
                  </a:lnTo>
                  <a:lnTo>
                    <a:pt x="79" y="17"/>
                  </a:lnTo>
                  <a:lnTo>
                    <a:pt x="80" y="17"/>
                  </a:lnTo>
                  <a:lnTo>
                    <a:pt x="80" y="16"/>
                  </a:lnTo>
                  <a:lnTo>
                    <a:pt x="79" y="15"/>
                  </a:lnTo>
                  <a:lnTo>
                    <a:pt x="79" y="15"/>
                  </a:lnTo>
                  <a:close/>
                  <a:moveTo>
                    <a:pt x="72" y="15"/>
                  </a:moveTo>
                  <a:lnTo>
                    <a:pt x="72" y="15"/>
                  </a:lnTo>
                  <a:lnTo>
                    <a:pt x="70" y="17"/>
                  </a:lnTo>
                  <a:lnTo>
                    <a:pt x="72" y="17"/>
                  </a:lnTo>
                  <a:lnTo>
                    <a:pt x="72" y="16"/>
                  </a:lnTo>
                  <a:lnTo>
                    <a:pt x="73" y="15"/>
                  </a:lnTo>
                  <a:lnTo>
                    <a:pt x="72" y="15"/>
                  </a:lnTo>
                  <a:close/>
                  <a:moveTo>
                    <a:pt x="56" y="15"/>
                  </a:moveTo>
                  <a:lnTo>
                    <a:pt x="56" y="18"/>
                  </a:lnTo>
                  <a:lnTo>
                    <a:pt x="56" y="21"/>
                  </a:lnTo>
                  <a:lnTo>
                    <a:pt x="56" y="25"/>
                  </a:lnTo>
                  <a:lnTo>
                    <a:pt x="58" y="24"/>
                  </a:lnTo>
                  <a:lnTo>
                    <a:pt x="58" y="21"/>
                  </a:lnTo>
                  <a:lnTo>
                    <a:pt x="58" y="20"/>
                  </a:lnTo>
                  <a:lnTo>
                    <a:pt x="58" y="18"/>
                  </a:lnTo>
                  <a:lnTo>
                    <a:pt x="57" y="16"/>
                  </a:lnTo>
                  <a:lnTo>
                    <a:pt x="56" y="15"/>
                  </a:lnTo>
                  <a:close/>
                  <a:moveTo>
                    <a:pt x="68" y="15"/>
                  </a:moveTo>
                  <a:lnTo>
                    <a:pt x="68" y="15"/>
                  </a:lnTo>
                  <a:lnTo>
                    <a:pt x="68" y="17"/>
                  </a:lnTo>
                  <a:lnTo>
                    <a:pt x="68" y="15"/>
                  </a:lnTo>
                  <a:lnTo>
                    <a:pt x="68" y="15"/>
                  </a:lnTo>
                  <a:lnTo>
                    <a:pt x="68" y="15"/>
                  </a:lnTo>
                  <a:close/>
                  <a:moveTo>
                    <a:pt x="52" y="15"/>
                  </a:moveTo>
                  <a:lnTo>
                    <a:pt x="52" y="15"/>
                  </a:lnTo>
                  <a:lnTo>
                    <a:pt x="52" y="17"/>
                  </a:lnTo>
                  <a:lnTo>
                    <a:pt x="53" y="17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5"/>
                  </a:lnTo>
                  <a:close/>
                  <a:moveTo>
                    <a:pt x="75" y="14"/>
                  </a:moveTo>
                  <a:lnTo>
                    <a:pt x="75" y="14"/>
                  </a:lnTo>
                  <a:lnTo>
                    <a:pt x="74" y="14"/>
                  </a:lnTo>
                  <a:lnTo>
                    <a:pt x="74" y="15"/>
                  </a:lnTo>
                  <a:lnTo>
                    <a:pt x="75" y="15"/>
                  </a:lnTo>
                  <a:lnTo>
                    <a:pt x="76" y="17"/>
                  </a:lnTo>
                  <a:lnTo>
                    <a:pt x="76" y="15"/>
                  </a:lnTo>
                  <a:lnTo>
                    <a:pt x="76" y="15"/>
                  </a:lnTo>
                  <a:lnTo>
                    <a:pt x="75" y="14"/>
                  </a:lnTo>
                  <a:close/>
                  <a:moveTo>
                    <a:pt x="102" y="14"/>
                  </a:moveTo>
                  <a:lnTo>
                    <a:pt x="101" y="14"/>
                  </a:lnTo>
                  <a:lnTo>
                    <a:pt x="101" y="15"/>
                  </a:lnTo>
                  <a:lnTo>
                    <a:pt x="101" y="16"/>
                  </a:lnTo>
                  <a:lnTo>
                    <a:pt x="101" y="17"/>
                  </a:lnTo>
                  <a:lnTo>
                    <a:pt x="102" y="17"/>
                  </a:lnTo>
                  <a:lnTo>
                    <a:pt x="102" y="16"/>
                  </a:lnTo>
                  <a:lnTo>
                    <a:pt x="102" y="15"/>
                  </a:lnTo>
                  <a:lnTo>
                    <a:pt x="102" y="14"/>
                  </a:lnTo>
                  <a:close/>
                  <a:moveTo>
                    <a:pt x="97" y="14"/>
                  </a:moveTo>
                  <a:lnTo>
                    <a:pt x="98" y="15"/>
                  </a:lnTo>
                  <a:lnTo>
                    <a:pt x="98" y="15"/>
                  </a:lnTo>
                  <a:lnTo>
                    <a:pt x="98" y="15"/>
                  </a:lnTo>
                  <a:lnTo>
                    <a:pt x="98" y="14"/>
                  </a:lnTo>
                  <a:lnTo>
                    <a:pt x="97" y="14"/>
                  </a:lnTo>
                  <a:close/>
                  <a:moveTo>
                    <a:pt x="109" y="13"/>
                  </a:moveTo>
                  <a:lnTo>
                    <a:pt x="109" y="14"/>
                  </a:lnTo>
                  <a:lnTo>
                    <a:pt x="109" y="15"/>
                  </a:lnTo>
                  <a:lnTo>
                    <a:pt x="110" y="16"/>
                  </a:lnTo>
                  <a:lnTo>
                    <a:pt x="110" y="15"/>
                  </a:lnTo>
                  <a:lnTo>
                    <a:pt x="110" y="14"/>
                  </a:lnTo>
                  <a:lnTo>
                    <a:pt x="109" y="13"/>
                  </a:lnTo>
                  <a:close/>
                  <a:moveTo>
                    <a:pt x="74" y="13"/>
                  </a:moveTo>
                  <a:lnTo>
                    <a:pt x="74" y="14"/>
                  </a:lnTo>
                  <a:lnTo>
                    <a:pt x="73" y="14"/>
                  </a:lnTo>
                  <a:lnTo>
                    <a:pt x="74" y="14"/>
                  </a:lnTo>
                  <a:lnTo>
                    <a:pt x="74" y="14"/>
                  </a:lnTo>
                  <a:lnTo>
                    <a:pt x="75" y="13"/>
                  </a:lnTo>
                  <a:lnTo>
                    <a:pt x="74" y="13"/>
                  </a:lnTo>
                  <a:close/>
                  <a:moveTo>
                    <a:pt x="90" y="12"/>
                  </a:moveTo>
                  <a:lnTo>
                    <a:pt x="89" y="14"/>
                  </a:lnTo>
                  <a:lnTo>
                    <a:pt x="89" y="15"/>
                  </a:lnTo>
                  <a:lnTo>
                    <a:pt x="89" y="16"/>
                  </a:lnTo>
                  <a:lnTo>
                    <a:pt x="90" y="17"/>
                  </a:lnTo>
                  <a:lnTo>
                    <a:pt x="90" y="16"/>
                  </a:lnTo>
                  <a:lnTo>
                    <a:pt x="90" y="15"/>
                  </a:lnTo>
                  <a:lnTo>
                    <a:pt x="90" y="13"/>
                  </a:lnTo>
                  <a:lnTo>
                    <a:pt x="90" y="12"/>
                  </a:lnTo>
                  <a:close/>
                  <a:moveTo>
                    <a:pt x="69" y="12"/>
                  </a:moveTo>
                  <a:lnTo>
                    <a:pt x="69" y="14"/>
                  </a:lnTo>
                  <a:lnTo>
                    <a:pt x="70" y="14"/>
                  </a:lnTo>
                  <a:lnTo>
                    <a:pt x="70" y="14"/>
                  </a:lnTo>
                  <a:lnTo>
                    <a:pt x="70" y="13"/>
                  </a:lnTo>
                  <a:lnTo>
                    <a:pt x="69" y="12"/>
                  </a:lnTo>
                  <a:close/>
                  <a:moveTo>
                    <a:pt x="104" y="12"/>
                  </a:moveTo>
                  <a:lnTo>
                    <a:pt x="104" y="13"/>
                  </a:lnTo>
                  <a:lnTo>
                    <a:pt x="104" y="14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5" y="13"/>
                  </a:lnTo>
                  <a:lnTo>
                    <a:pt x="104" y="13"/>
                  </a:lnTo>
                  <a:lnTo>
                    <a:pt x="104" y="12"/>
                  </a:lnTo>
                  <a:lnTo>
                    <a:pt x="104" y="12"/>
                  </a:lnTo>
                  <a:close/>
                  <a:moveTo>
                    <a:pt x="93" y="11"/>
                  </a:moveTo>
                  <a:lnTo>
                    <a:pt x="93" y="12"/>
                  </a:lnTo>
                  <a:lnTo>
                    <a:pt x="93" y="13"/>
                  </a:lnTo>
                  <a:lnTo>
                    <a:pt x="94" y="14"/>
                  </a:lnTo>
                  <a:lnTo>
                    <a:pt x="94" y="13"/>
                  </a:lnTo>
                  <a:lnTo>
                    <a:pt x="93" y="12"/>
                  </a:lnTo>
                  <a:lnTo>
                    <a:pt x="93" y="11"/>
                  </a:lnTo>
                  <a:close/>
                  <a:moveTo>
                    <a:pt x="82" y="11"/>
                  </a:moveTo>
                  <a:lnTo>
                    <a:pt x="81" y="12"/>
                  </a:lnTo>
                  <a:lnTo>
                    <a:pt x="81" y="13"/>
                  </a:lnTo>
                  <a:lnTo>
                    <a:pt x="82" y="14"/>
                  </a:lnTo>
                  <a:lnTo>
                    <a:pt x="82" y="15"/>
                  </a:lnTo>
                  <a:lnTo>
                    <a:pt x="84" y="15"/>
                  </a:lnTo>
                  <a:lnTo>
                    <a:pt x="85" y="17"/>
                  </a:lnTo>
                  <a:lnTo>
                    <a:pt x="85" y="14"/>
                  </a:lnTo>
                  <a:lnTo>
                    <a:pt x="84" y="13"/>
                  </a:lnTo>
                  <a:lnTo>
                    <a:pt x="82" y="11"/>
                  </a:lnTo>
                  <a:close/>
                  <a:moveTo>
                    <a:pt x="99" y="9"/>
                  </a:moveTo>
                  <a:lnTo>
                    <a:pt x="99" y="11"/>
                  </a:lnTo>
                  <a:lnTo>
                    <a:pt x="98" y="11"/>
                  </a:lnTo>
                  <a:lnTo>
                    <a:pt x="98" y="12"/>
                  </a:lnTo>
                  <a:lnTo>
                    <a:pt x="99" y="13"/>
                  </a:lnTo>
                  <a:lnTo>
                    <a:pt x="99" y="13"/>
                  </a:lnTo>
                  <a:lnTo>
                    <a:pt x="99" y="12"/>
                  </a:lnTo>
                  <a:lnTo>
                    <a:pt x="99" y="11"/>
                  </a:lnTo>
                  <a:lnTo>
                    <a:pt x="99" y="9"/>
                  </a:lnTo>
                  <a:close/>
                  <a:moveTo>
                    <a:pt x="76" y="9"/>
                  </a:moveTo>
                  <a:lnTo>
                    <a:pt x="76" y="11"/>
                  </a:lnTo>
                  <a:lnTo>
                    <a:pt x="76" y="11"/>
                  </a:lnTo>
                  <a:lnTo>
                    <a:pt x="76" y="12"/>
                  </a:lnTo>
                  <a:lnTo>
                    <a:pt x="77" y="11"/>
                  </a:lnTo>
                  <a:lnTo>
                    <a:pt x="76" y="12"/>
                  </a:lnTo>
                  <a:lnTo>
                    <a:pt x="77" y="13"/>
                  </a:lnTo>
                  <a:lnTo>
                    <a:pt x="77" y="13"/>
                  </a:lnTo>
                  <a:lnTo>
                    <a:pt x="77" y="14"/>
                  </a:lnTo>
                  <a:lnTo>
                    <a:pt x="78" y="14"/>
                  </a:lnTo>
                  <a:lnTo>
                    <a:pt x="78" y="13"/>
                  </a:lnTo>
                  <a:lnTo>
                    <a:pt x="77" y="12"/>
                  </a:lnTo>
                  <a:lnTo>
                    <a:pt x="77" y="11"/>
                  </a:lnTo>
                  <a:lnTo>
                    <a:pt x="76" y="9"/>
                  </a:lnTo>
                  <a:close/>
                  <a:moveTo>
                    <a:pt x="72" y="8"/>
                  </a:moveTo>
                  <a:lnTo>
                    <a:pt x="72" y="9"/>
                  </a:lnTo>
                  <a:lnTo>
                    <a:pt x="70" y="9"/>
                  </a:lnTo>
                  <a:lnTo>
                    <a:pt x="70" y="11"/>
                  </a:lnTo>
                  <a:lnTo>
                    <a:pt x="72" y="11"/>
                  </a:lnTo>
                  <a:lnTo>
                    <a:pt x="72" y="12"/>
                  </a:lnTo>
                  <a:lnTo>
                    <a:pt x="73" y="12"/>
                  </a:lnTo>
                  <a:lnTo>
                    <a:pt x="73" y="11"/>
                  </a:lnTo>
                  <a:lnTo>
                    <a:pt x="73" y="9"/>
                  </a:lnTo>
                  <a:lnTo>
                    <a:pt x="72" y="8"/>
                  </a:lnTo>
                  <a:close/>
                  <a:moveTo>
                    <a:pt x="58" y="8"/>
                  </a:moveTo>
                  <a:lnTo>
                    <a:pt x="57" y="8"/>
                  </a:lnTo>
                  <a:lnTo>
                    <a:pt x="56" y="9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56" y="9"/>
                  </a:lnTo>
                  <a:lnTo>
                    <a:pt x="56" y="9"/>
                  </a:lnTo>
                  <a:lnTo>
                    <a:pt x="58" y="15"/>
                  </a:lnTo>
                  <a:lnTo>
                    <a:pt x="61" y="19"/>
                  </a:lnTo>
                  <a:lnTo>
                    <a:pt x="61" y="18"/>
                  </a:lnTo>
                  <a:lnTo>
                    <a:pt x="61" y="17"/>
                  </a:lnTo>
                  <a:lnTo>
                    <a:pt x="61" y="16"/>
                  </a:lnTo>
                  <a:lnTo>
                    <a:pt x="61" y="16"/>
                  </a:lnTo>
                  <a:lnTo>
                    <a:pt x="61" y="17"/>
                  </a:lnTo>
                  <a:lnTo>
                    <a:pt x="61" y="18"/>
                  </a:lnTo>
                  <a:lnTo>
                    <a:pt x="62" y="18"/>
                  </a:lnTo>
                  <a:lnTo>
                    <a:pt x="62" y="17"/>
                  </a:lnTo>
                  <a:lnTo>
                    <a:pt x="63" y="17"/>
                  </a:lnTo>
                  <a:lnTo>
                    <a:pt x="62" y="15"/>
                  </a:lnTo>
                  <a:lnTo>
                    <a:pt x="62" y="14"/>
                  </a:lnTo>
                  <a:lnTo>
                    <a:pt x="62" y="15"/>
                  </a:lnTo>
                  <a:lnTo>
                    <a:pt x="62" y="15"/>
                  </a:lnTo>
                  <a:lnTo>
                    <a:pt x="63" y="14"/>
                  </a:lnTo>
                  <a:lnTo>
                    <a:pt x="63" y="14"/>
                  </a:lnTo>
                  <a:lnTo>
                    <a:pt x="64" y="15"/>
                  </a:lnTo>
                  <a:lnTo>
                    <a:pt x="64" y="15"/>
                  </a:lnTo>
                  <a:lnTo>
                    <a:pt x="65" y="14"/>
                  </a:lnTo>
                  <a:lnTo>
                    <a:pt x="65" y="13"/>
                  </a:lnTo>
                  <a:lnTo>
                    <a:pt x="66" y="13"/>
                  </a:lnTo>
                  <a:lnTo>
                    <a:pt x="66" y="12"/>
                  </a:lnTo>
                  <a:lnTo>
                    <a:pt x="65" y="11"/>
                  </a:lnTo>
                  <a:lnTo>
                    <a:pt x="64" y="9"/>
                  </a:lnTo>
                  <a:lnTo>
                    <a:pt x="64" y="12"/>
                  </a:lnTo>
                  <a:lnTo>
                    <a:pt x="63" y="13"/>
                  </a:lnTo>
                  <a:lnTo>
                    <a:pt x="62" y="14"/>
                  </a:lnTo>
                  <a:lnTo>
                    <a:pt x="60" y="15"/>
                  </a:lnTo>
                  <a:lnTo>
                    <a:pt x="60" y="12"/>
                  </a:lnTo>
                  <a:lnTo>
                    <a:pt x="58" y="8"/>
                  </a:lnTo>
                  <a:close/>
                  <a:moveTo>
                    <a:pt x="115" y="8"/>
                  </a:moveTo>
                  <a:lnTo>
                    <a:pt x="115" y="9"/>
                  </a:lnTo>
                  <a:lnTo>
                    <a:pt x="115" y="11"/>
                  </a:lnTo>
                  <a:lnTo>
                    <a:pt x="115" y="11"/>
                  </a:lnTo>
                  <a:lnTo>
                    <a:pt x="115" y="12"/>
                  </a:lnTo>
                  <a:lnTo>
                    <a:pt x="115" y="11"/>
                  </a:lnTo>
                  <a:lnTo>
                    <a:pt x="115" y="9"/>
                  </a:lnTo>
                  <a:lnTo>
                    <a:pt x="115" y="8"/>
                  </a:lnTo>
                  <a:lnTo>
                    <a:pt x="115" y="8"/>
                  </a:lnTo>
                  <a:close/>
                  <a:moveTo>
                    <a:pt x="93" y="8"/>
                  </a:moveTo>
                  <a:lnTo>
                    <a:pt x="93" y="8"/>
                  </a:lnTo>
                  <a:lnTo>
                    <a:pt x="93" y="9"/>
                  </a:lnTo>
                  <a:lnTo>
                    <a:pt x="94" y="9"/>
                  </a:lnTo>
                  <a:lnTo>
                    <a:pt x="93" y="8"/>
                  </a:lnTo>
                  <a:lnTo>
                    <a:pt x="93" y="8"/>
                  </a:lnTo>
                  <a:close/>
                  <a:moveTo>
                    <a:pt x="101" y="7"/>
                  </a:moveTo>
                  <a:lnTo>
                    <a:pt x="101" y="9"/>
                  </a:lnTo>
                  <a:lnTo>
                    <a:pt x="101" y="11"/>
                  </a:lnTo>
                  <a:lnTo>
                    <a:pt x="101" y="13"/>
                  </a:lnTo>
                  <a:lnTo>
                    <a:pt x="102" y="12"/>
                  </a:lnTo>
                  <a:lnTo>
                    <a:pt x="102" y="9"/>
                  </a:lnTo>
                  <a:lnTo>
                    <a:pt x="102" y="8"/>
                  </a:lnTo>
                  <a:lnTo>
                    <a:pt x="101" y="7"/>
                  </a:lnTo>
                  <a:close/>
                  <a:moveTo>
                    <a:pt x="66" y="7"/>
                  </a:moveTo>
                  <a:lnTo>
                    <a:pt x="66" y="7"/>
                  </a:lnTo>
                  <a:lnTo>
                    <a:pt x="66" y="7"/>
                  </a:lnTo>
                  <a:lnTo>
                    <a:pt x="66" y="8"/>
                  </a:lnTo>
                  <a:lnTo>
                    <a:pt x="67" y="9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68" y="11"/>
                  </a:lnTo>
                  <a:lnTo>
                    <a:pt x="68" y="9"/>
                  </a:lnTo>
                  <a:lnTo>
                    <a:pt x="68" y="8"/>
                  </a:lnTo>
                  <a:lnTo>
                    <a:pt x="67" y="7"/>
                  </a:lnTo>
                  <a:lnTo>
                    <a:pt x="66" y="7"/>
                  </a:lnTo>
                  <a:close/>
                  <a:moveTo>
                    <a:pt x="52" y="7"/>
                  </a:moveTo>
                  <a:lnTo>
                    <a:pt x="51" y="8"/>
                  </a:lnTo>
                  <a:lnTo>
                    <a:pt x="51" y="8"/>
                  </a:lnTo>
                  <a:lnTo>
                    <a:pt x="52" y="8"/>
                  </a:lnTo>
                  <a:lnTo>
                    <a:pt x="52" y="7"/>
                  </a:lnTo>
                  <a:lnTo>
                    <a:pt x="52" y="7"/>
                  </a:lnTo>
                  <a:close/>
                  <a:moveTo>
                    <a:pt x="79" y="6"/>
                  </a:moveTo>
                  <a:lnTo>
                    <a:pt x="78" y="7"/>
                  </a:lnTo>
                  <a:lnTo>
                    <a:pt x="78" y="8"/>
                  </a:lnTo>
                  <a:lnTo>
                    <a:pt x="78" y="8"/>
                  </a:lnTo>
                  <a:lnTo>
                    <a:pt x="79" y="9"/>
                  </a:lnTo>
                  <a:lnTo>
                    <a:pt x="79" y="9"/>
                  </a:lnTo>
                  <a:lnTo>
                    <a:pt x="79" y="9"/>
                  </a:lnTo>
                  <a:lnTo>
                    <a:pt x="79" y="8"/>
                  </a:lnTo>
                  <a:lnTo>
                    <a:pt x="79" y="7"/>
                  </a:lnTo>
                  <a:lnTo>
                    <a:pt x="79" y="6"/>
                  </a:lnTo>
                  <a:close/>
                  <a:moveTo>
                    <a:pt x="87" y="6"/>
                  </a:moveTo>
                  <a:lnTo>
                    <a:pt x="87" y="8"/>
                  </a:lnTo>
                  <a:lnTo>
                    <a:pt x="87" y="9"/>
                  </a:lnTo>
                  <a:lnTo>
                    <a:pt x="87" y="11"/>
                  </a:lnTo>
                  <a:lnTo>
                    <a:pt x="87" y="13"/>
                  </a:lnTo>
                  <a:lnTo>
                    <a:pt x="87" y="12"/>
                  </a:lnTo>
                  <a:lnTo>
                    <a:pt x="88" y="11"/>
                  </a:lnTo>
                  <a:lnTo>
                    <a:pt x="88" y="8"/>
                  </a:lnTo>
                  <a:lnTo>
                    <a:pt x="87" y="7"/>
                  </a:lnTo>
                  <a:lnTo>
                    <a:pt x="87" y="6"/>
                  </a:lnTo>
                  <a:close/>
                  <a:moveTo>
                    <a:pt x="75" y="6"/>
                  </a:moveTo>
                  <a:lnTo>
                    <a:pt x="74" y="6"/>
                  </a:lnTo>
                  <a:lnTo>
                    <a:pt x="74" y="7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4" y="7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4" y="9"/>
                  </a:lnTo>
                  <a:lnTo>
                    <a:pt x="75" y="9"/>
                  </a:lnTo>
                  <a:lnTo>
                    <a:pt x="75" y="8"/>
                  </a:lnTo>
                  <a:lnTo>
                    <a:pt x="76" y="8"/>
                  </a:lnTo>
                  <a:lnTo>
                    <a:pt x="76" y="7"/>
                  </a:lnTo>
                  <a:lnTo>
                    <a:pt x="75" y="7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5" y="7"/>
                  </a:lnTo>
                  <a:lnTo>
                    <a:pt x="74" y="6"/>
                  </a:lnTo>
                  <a:lnTo>
                    <a:pt x="75" y="6"/>
                  </a:lnTo>
                  <a:lnTo>
                    <a:pt x="75" y="6"/>
                  </a:lnTo>
                  <a:close/>
                  <a:moveTo>
                    <a:pt x="56" y="5"/>
                  </a:moveTo>
                  <a:lnTo>
                    <a:pt x="56" y="6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7" y="7"/>
                  </a:lnTo>
                  <a:lnTo>
                    <a:pt x="57" y="6"/>
                  </a:lnTo>
                  <a:lnTo>
                    <a:pt x="56" y="5"/>
                  </a:lnTo>
                  <a:lnTo>
                    <a:pt x="56" y="5"/>
                  </a:lnTo>
                  <a:close/>
                  <a:moveTo>
                    <a:pt x="89" y="5"/>
                  </a:moveTo>
                  <a:lnTo>
                    <a:pt x="89" y="6"/>
                  </a:lnTo>
                  <a:lnTo>
                    <a:pt x="90" y="7"/>
                  </a:lnTo>
                  <a:lnTo>
                    <a:pt x="90" y="6"/>
                  </a:lnTo>
                  <a:lnTo>
                    <a:pt x="90" y="5"/>
                  </a:lnTo>
                  <a:lnTo>
                    <a:pt x="89" y="5"/>
                  </a:lnTo>
                  <a:close/>
                  <a:moveTo>
                    <a:pt x="68" y="4"/>
                  </a:moveTo>
                  <a:lnTo>
                    <a:pt x="68" y="5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9" y="8"/>
                  </a:lnTo>
                  <a:lnTo>
                    <a:pt x="70" y="7"/>
                  </a:lnTo>
                  <a:lnTo>
                    <a:pt x="70" y="7"/>
                  </a:lnTo>
                  <a:lnTo>
                    <a:pt x="69" y="6"/>
                  </a:lnTo>
                  <a:lnTo>
                    <a:pt x="69" y="5"/>
                  </a:lnTo>
                  <a:lnTo>
                    <a:pt x="68" y="4"/>
                  </a:lnTo>
                  <a:close/>
                  <a:moveTo>
                    <a:pt x="62" y="4"/>
                  </a:moveTo>
                  <a:lnTo>
                    <a:pt x="61" y="5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1" y="9"/>
                  </a:lnTo>
                  <a:lnTo>
                    <a:pt x="61" y="11"/>
                  </a:lnTo>
                  <a:lnTo>
                    <a:pt x="62" y="9"/>
                  </a:lnTo>
                  <a:lnTo>
                    <a:pt x="63" y="8"/>
                  </a:lnTo>
                  <a:lnTo>
                    <a:pt x="64" y="7"/>
                  </a:lnTo>
                  <a:lnTo>
                    <a:pt x="63" y="6"/>
                  </a:lnTo>
                  <a:lnTo>
                    <a:pt x="63" y="5"/>
                  </a:lnTo>
                  <a:lnTo>
                    <a:pt x="63" y="4"/>
                  </a:lnTo>
                  <a:lnTo>
                    <a:pt x="62" y="4"/>
                  </a:lnTo>
                  <a:close/>
                  <a:moveTo>
                    <a:pt x="13" y="4"/>
                  </a:moveTo>
                  <a:lnTo>
                    <a:pt x="10" y="12"/>
                  </a:lnTo>
                  <a:lnTo>
                    <a:pt x="8" y="19"/>
                  </a:lnTo>
                  <a:lnTo>
                    <a:pt x="8" y="26"/>
                  </a:lnTo>
                  <a:lnTo>
                    <a:pt x="9" y="20"/>
                  </a:lnTo>
                  <a:lnTo>
                    <a:pt x="10" y="13"/>
                  </a:lnTo>
                  <a:lnTo>
                    <a:pt x="12" y="11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3" y="4"/>
                  </a:lnTo>
                  <a:close/>
                  <a:moveTo>
                    <a:pt x="105" y="3"/>
                  </a:moveTo>
                  <a:lnTo>
                    <a:pt x="105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6"/>
                  </a:lnTo>
                  <a:lnTo>
                    <a:pt x="104" y="8"/>
                  </a:lnTo>
                  <a:lnTo>
                    <a:pt x="105" y="7"/>
                  </a:lnTo>
                  <a:lnTo>
                    <a:pt x="106" y="6"/>
                  </a:lnTo>
                  <a:lnTo>
                    <a:pt x="106" y="4"/>
                  </a:lnTo>
                  <a:lnTo>
                    <a:pt x="105" y="3"/>
                  </a:lnTo>
                  <a:close/>
                  <a:moveTo>
                    <a:pt x="97" y="3"/>
                  </a:moveTo>
                  <a:lnTo>
                    <a:pt x="97" y="5"/>
                  </a:lnTo>
                  <a:lnTo>
                    <a:pt x="97" y="7"/>
                  </a:lnTo>
                  <a:lnTo>
                    <a:pt x="97" y="9"/>
                  </a:lnTo>
                  <a:lnTo>
                    <a:pt x="98" y="8"/>
                  </a:lnTo>
                  <a:lnTo>
                    <a:pt x="99" y="7"/>
                  </a:lnTo>
                  <a:lnTo>
                    <a:pt x="99" y="6"/>
                  </a:lnTo>
                  <a:lnTo>
                    <a:pt x="99" y="4"/>
                  </a:lnTo>
                  <a:lnTo>
                    <a:pt x="99" y="3"/>
                  </a:lnTo>
                  <a:lnTo>
                    <a:pt x="97" y="3"/>
                  </a:lnTo>
                  <a:close/>
                  <a:moveTo>
                    <a:pt x="77" y="2"/>
                  </a:moveTo>
                  <a:lnTo>
                    <a:pt x="76" y="3"/>
                  </a:lnTo>
                  <a:lnTo>
                    <a:pt x="76" y="3"/>
                  </a:lnTo>
                  <a:lnTo>
                    <a:pt x="76" y="4"/>
                  </a:lnTo>
                  <a:lnTo>
                    <a:pt x="76" y="5"/>
                  </a:lnTo>
                  <a:lnTo>
                    <a:pt x="77" y="6"/>
                  </a:lnTo>
                  <a:lnTo>
                    <a:pt x="77" y="6"/>
                  </a:lnTo>
                  <a:lnTo>
                    <a:pt x="78" y="5"/>
                  </a:lnTo>
                  <a:lnTo>
                    <a:pt x="78" y="4"/>
                  </a:lnTo>
                  <a:lnTo>
                    <a:pt x="78" y="3"/>
                  </a:lnTo>
                  <a:lnTo>
                    <a:pt x="77" y="3"/>
                  </a:lnTo>
                  <a:lnTo>
                    <a:pt x="77" y="2"/>
                  </a:lnTo>
                  <a:close/>
                  <a:moveTo>
                    <a:pt x="90" y="2"/>
                  </a:moveTo>
                  <a:lnTo>
                    <a:pt x="89" y="3"/>
                  </a:lnTo>
                  <a:lnTo>
                    <a:pt x="90" y="3"/>
                  </a:lnTo>
                  <a:lnTo>
                    <a:pt x="90" y="4"/>
                  </a:lnTo>
                  <a:lnTo>
                    <a:pt x="90" y="3"/>
                  </a:lnTo>
                  <a:lnTo>
                    <a:pt x="90" y="2"/>
                  </a:lnTo>
                  <a:lnTo>
                    <a:pt x="90" y="2"/>
                  </a:lnTo>
                  <a:close/>
                  <a:moveTo>
                    <a:pt x="105" y="2"/>
                  </a:moveTo>
                  <a:lnTo>
                    <a:pt x="105" y="2"/>
                  </a:lnTo>
                  <a:lnTo>
                    <a:pt x="104" y="3"/>
                  </a:lnTo>
                  <a:lnTo>
                    <a:pt x="104" y="3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5" y="2"/>
                  </a:lnTo>
                  <a:lnTo>
                    <a:pt x="105" y="2"/>
                  </a:lnTo>
                  <a:close/>
                  <a:moveTo>
                    <a:pt x="63" y="2"/>
                  </a:moveTo>
                  <a:lnTo>
                    <a:pt x="63" y="3"/>
                  </a:lnTo>
                  <a:lnTo>
                    <a:pt x="64" y="4"/>
                  </a:lnTo>
                  <a:lnTo>
                    <a:pt x="64" y="5"/>
                  </a:lnTo>
                  <a:lnTo>
                    <a:pt x="65" y="6"/>
                  </a:lnTo>
                  <a:lnTo>
                    <a:pt x="65" y="5"/>
                  </a:lnTo>
                  <a:lnTo>
                    <a:pt x="65" y="4"/>
                  </a:lnTo>
                  <a:lnTo>
                    <a:pt x="64" y="3"/>
                  </a:lnTo>
                  <a:lnTo>
                    <a:pt x="63" y="2"/>
                  </a:lnTo>
                  <a:close/>
                  <a:moveTo>
                    <a:pt x="84" y="1"/>
                  </a:moveTo>
                  <a:lnTo>
                    <a:pt x="82" y="2"/>
                  </a:lnTo>
                  <a:lnTo>
                    <a:pt x="81" y="4"/>
                  </a:lnTo>
                  <a:lnTo>
                    <a:pt x="81" y="5"/>
                  </a:lnTo>
                  <a:lnTo>
                    <a:pt x="81" y="6"/>
                  </a:lnTo>
                  <a:lnTo>
                    <a:pt x="84" y="7"/>
                  </a:lnTo>
                  <a:lnTo>
                    <a:pt x="84" y="6"/>
                  </a:lnTo>
                  <a:lnTo>
                    <a:pt x="85" y="4"/>
                  </a:lnTo>
                  <a:lnTo>
                    <a:pt x="85" y="3"/>
                  </a:lnTo>
                  <a:lnTo>
                    <a:pt x="84" y="1"/>
                  </a:lnTo>
                  <a:close/>
                  <a:moveTo>
                    <a:pt x="53" y="1"/>
                  </a:moveTo>
                  <a:lnTo>
                    <a:pt x="53" y="3"/>
                  </a:lnTo>
                  <a:lnTo>
                    <a:pt x="54" y="5"/>
                  </a:lnTo>
                  <a:lnTo>
                    <a:pt x="54" y="4"/>
                  </a:lnTo>
                  <a:lnTo>
                    <a:pt x="54" y="3"/>
                  </a:lnTo>
                  <a:lnTo>
                    <a:pt x="54" y="1"/>
                  </a:lnTo>
                  <a:lnTo>
                    <a:pt x="53" y="1"/>
                  </a:lnTo>
                  <a:close/>
                  <a:moveTo>
                    <a:pt x="60" y="1"/>
                  </a:moveTo>
                  <a:lnTo>
                    <a:pt x="60" y="2"/>
                  </a:lnTo>
                  <a:lnTo>
                    <a:pt x="58" y="3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60" y="5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1" y="2"/>
                  </a:lnTo>
                  <a:lnTo>
                    <a:pt x="60" y="1"/>
                  </a:lnTo>
                  <a:close/>
                  <a:moveTo>
                    <a:pt x="72" y="1"/>
                  </a:moveTo>
                  <a:lnTo>
                    <a:pt x="70" y="2"/>
                  </a:lnTo>
                  <a:lnTo>
                    <a:pt x="70" y="2"/>
                  </a:lnTo>
                  <a:lnTo>
                    <a:pt x="69" y="3"/>
                  </a:lnTo>
                  <a:lnTo>
                    <a:pt x="70" y="4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3" y="5"/>
                  </a:lnTo>
                  <a:lnTo>
                    <a:pt x="74" y="4"/>
                  </a:lnTo>
                  <a:lnTo>
                    <a:pt x="73" y="2"/>
                  </a:lnTo>
                  <a:lnTo>
                    <a:pt x="72" y="1"/>
                  </a:lnTo>
                  <a:close/>
                  <a:moveTo>
                    <a:pt x="122" y="1"/>
                  </a:moveTo>
                  <a:lnTo>
                    <a:pt x="122" y="4"/>
                  </a:lnTo>
                  <a:lnTo>
                    <a:pt x="122" y="7"/>
                  </a:lnTo>
                  <a:lnTo>
                    <a:pt x="122" y="11"/>
                  </a:lnTo>
                  <a:lnTo>
                    <a:pt x="122" y="14"/>
                  </a:lnTo>
                  <a:lnTo>
                    <a:pt x="122" y="11"/>
                  </a:lnTo>
                  <a:lnTo>
                    <a:pt x="123" y="8"/>
                  </a:lnTo>
                  <a:lnTo>
                    <a:pt x="123" y="5"/>
                  </a:lnTo>
                  <a:lnTo>
                    <a:pt x="123" y="3"/>
                  </a:lnTo>
                  <a:lnTo>
                    <a:pt x="122" y="1"/>
                  </a:lnTo>
                  <a:close/>
                  <a:moveTo>
                    <a:pt x="113" y="0"/>
                  </a:moveTo>
                  <a:lnTo>
                    <a:pt x="113" y="2"/>
                  </a:lnTo>
                  <a:lnTo>
                    <a:pt x="113" y="4"/>
                  </a:lnTo>
                  <a:lnTo>
                    <a:pt x="113" y="6"/>
                  </a:lnTo>
                  <a:lnTo>
                    <a:pt x="114" y="4"/>
                  </a:lnTo>
                  <a:lnTo>
                    <a:pt x="114" y="2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9" name="Freeform 122"/>
            <p:cNvSpPr>
              <a:spLocks noEditPoints="1"/>
            </p:cNvSpPr>
            <p:nvPr/>
          </p:nvSpPr>
          <p:spPr bwMode="auto">
            <a:xfrm>
              <a:off x="9705159" y="3180046"/>
              <a:ext cx="634188" cy="804059"/>
            </a:xfrm>
            <a:custGeom>
              <a:avLst/>
              <a:gdLst>
                <a:gd name="T0" fmla="*/ 43 w 112"/>
                <a:gd name="T1" fmla="*/ 66 h 142"/>
                <a:gd name="T2" fmla="*/ 93 w 112"/>
                <a:gd name="T3" fmla="*/ 64 h 142"/>
                <a:gd name="T4" fmla="*/ 78 w 112"/>
                <a:gd name="T5" fmla="*/ 68 h 142"/>
                <a:gd name="T6" fmla="*/ 69 w 112"/>
                <a:gd name="T7" fmla="*/ 61 h 142"/>
                <a:gd name="T8" fmla="*/ 63 w 112"/>
                <a:gd name="T9" fmla="*/ 64 h 142"/>
                <a:gd name="T10" fmla="*/ 83 w 112"/>
                <a:gd name="T11" fmla="*/ 62 h 142"/>
                <a:gd name="T12" fmla="*/ 54 w 112"/>
                <a:gd name="T13" fmla="*/ 59 h 142"/>
                <a:gd name="T14" fmla="*/ 79 w 112"/>
                <a:gd name="T15" fmla="*/ 56 h 142"/>
                <a:gd name="T16" fmla="*/ 93 w 112"/>
                <a:gd name="T17" fmla="*/ 57 h 142"/>
                <a:gd name="T18" fmla="*/ 58 w 112"/>
                <a:gd name="T19" fmla="*/ 56 h 142"/>
                <a:gd name="T20" fmla="*/ 87 w 112"/>
                <a:gd name="T21" fmla="*/ 52 h 142"/>
                <a:gd name="T22" fmla="*/ 79 w 112"/>
                <a:gd name="T23" fmla="*/ 51 h 142"/>
                <a:gd name="T24" fmla="*/ 47 w 112"/>
                <a:gd name="T25" fmla="*/ 51 h 142"/>
                <a:gd name="T26" fmla="*/ 72 w 112"/>
                <a:gd name="T27" fmla="*/ 51 h 142"/>
                <a:gd name="T28" fmla="*/ 42 w 112"/>
                <a:gd name="T29" fmla="*/ 49 h 142"/>
                <a:gd name="T30" fmla="*/ 105 w 112"/>
                <a:gd name="T31" fmla="*/ 45 h 142"/>
                <a:gd name="T32" fmla="*/ 59 w 112"/>
                <a:gd name="T33" fmla="*/ 45 h 142"/>
                <a:gd name="T34" fmla="*/ 65 w 112"/>
                <a:gd name="T35" fmla="*/ 49 h 142"/>
                <a:gd name="T36" fmla="*/ 76 w 112"/>
                <a:gd name="T37" fmla="*/ 43 h 142"/>
                <a:gd name="T38" fmla="*/ 106 w 112"/>
                <a:gd name="T39" fmla="*/ 44 h 142"/>
                <a:gd name="T40" fmla="*/ 42 w 112"/>
                <a:gd name="T41" fmla="*/ 42 h 142"/>
                <a:gd name="T42" fmla="*/ 73 w 112"/>
                <a:gd name="T43" fmla="*/ 43 h 142"/>
                <a:gd name="T44" fmla="*/ 54 w 112"/>
                <a:gd name="T45" fmla="*/ 38 h 142"/>
                <a:gd name="T46" fmla="*/ 48 w 112"/>
                <a:gd name="T47" fmla="*/ 37 h 142"/>
                <a:gd name="T48" fmla="*/ 96 w 112"/>
                <a:gd name="T49" fmla="*/ 36 h 142"/>
                <a:gd name="T50" fmla="*/ 103 w 112"/>
                <a:gd name="T51" fmla="*/ 36 h 142"/>
                <a:gd name="T52" fmla="*/ 59 w 112"/>
                <a:gd name="T53" fmla="*/ 40 h 142"/>
                <a:gd name="T54" fmla="*/ 16 w 112"/>
                <a:gd name="T55" fmla="*/ 33 h 142"/>
                <a:gd name="T56" fmla="*/ 107 w 112"/>
                <a:gd name="T57" fmla="*/ 32 h 142"/>
                <a:gd name="T58" fmla="*/ 33 w 112"/>
                <a:gd name="T59" fmla="*/ 38 h 142"/>
                <a:gd name="T60" fmla="*/ 86 w 112"/>
                <a:gd name="T61" fmla="*/ 36 h 142"/>
                <a:gd name="T62" fmla="*/ 52 w 112"/>
                <a:gd name="T63" fmla="*/ 31 h 142"/>
                <a:gd name="T64" fmla="*/ 46 w 112"/>
                <a:gd name="T65" fmla="*/ 33 h 142"/>
                <a:gd name="T66" fmla="*/ 105 w 112"/>
                <a:gd name="T67" fmla="*/ 27 h 142"/>
                <a:gd name="T68" fmla="*/ 30 w 112"/>
                <a:gd name="T69" fmla="*/ 26 h 142"/>
                <a:gd name="T70" fmla="*/ 67 w 112"/>
                <a:gd name="T71" fmla="*/ 31 h 142"/>
                <a:gd name="T72" fmla="*/ 57 w 112"/>
                <a:gd name="T73" fmla="*/ 23 h 142"/>
                <a:gd name="T74" fmla="*/ 51 w 112"/>
                <a:gd name="T75" fmla="*/ 21 h 142"/>
                <a:gd name="T76" fmla="*/ 109 w 112"/>
                <a:gd name="T77" fmla="*/ 47 h 142"/>
                <a:gd name="T78" fmla="*/ 101 w 112"/>
                <a:gd name="T79" fmla="*/ 21 h 142"/>
                <a:gd name="T80" fmla="*/ 86 w 112"/>
                <a:gd name="T81" fmla="*/ 19 h 142"/>
                <a:gd name="T82" fmla="*/ 112 w 112"/>
                <a:gd name="T83" fmla="*/ 20 h 142"/>
                <a:gd name="T84" fmla="*/ 41 w 112"/>
                <a:gd name="T85" fmla="*/ 18 h 142"/>
                <a:gd name="T86" fmla="*/ 59 w 112"/>
                <a:gd name="T87" fmla="*/ 21 h 142"/>
                <a:gd name="T88" fmla="*/ 83 w 112"/>
                <a:gd name="T89" fmla="*/ 16 h 142"/>
                <a:gd name="T90" fmla="*/ 21 w 112"/>
                <a:gd name="T91" fmla="*/ 22 h 142"/>
                <a:gd name="T92" fmla="*/ 27 w 112"/>
                <a:gd name="T93" fmla="*/ 36 h 142"/>
                <a:gd name="T94" fmla="*/ 14 w 112"/>
                <a:gd name="T95" fmla="*/ 25 h 142"/>
                <a:gd name="T96" fmla="*/ 12 w 112"/>
                <a:gd name="T97" fmla="*/ 13 h 142"/>
                <a:gd name="T98" fmla="*/ 28 w 112"/>
                <a:gd name="T99" fmla="*/ 16 h 142"/>
                <a:gd name="T100" fmla="*/ 60 w 112"/>
                <a:gd name="T101" fmla="*/ 13 h 142"/>
                <a:gd name="T102" fmla="*/ 75 w 112"/>
                <a:gd name="T103" fmla="*/ 11 h 142"/>
                <a:gd name="T104" fmla="*/ 95 w 112"/>
                <a:gd name="T105" fmla="*/ 16 h 142"/>
                <a:gd name="T106" fmla="*/ 108 w 112"/>
                <a:gd name="T107" fmla="*/ 11 h 142"/>
                <a:gd name="T108" fmla="*/ 99 w 112"/>
                <a:gd name="T109" fmla="*/ 11 h 142"/>
                <a:gd name="T110" fmla="*/ 78 w 112"/>
                <a:gd name="T111" fmla="*/ 9 h 142"/>
                <a:gd name="T112" fmla="*/ 21 w 112"/>
                <a:gd name="T113" fmla="*/ 7 h 142"/>
                <a:gd name="T114" fmla="*/ 93 w 112"/>
                <a:gd name="T115" fmla="*/ 7 h 142"/>
                <a:gd name="T116" fmla="*/ 39 w 112"/>
                <a:gd name="T117" fmla="*/ 7 h 142"/>
                <a:gd name="T118" fmla="*/ 45 w 112"/>
                <a:gd name="T119" fmla="*/ 4 h 142"/>
                <a:gd name="T120" fmla="*/ 65 w 112"/>
                <a:gd name="T121" fmla="*/ 9 h 142"/>
                <a:gd name="T122" fmla="*/ 79 w 112"/>
                <a:gd name="T123" fmla="*/ 7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2" h="142">
                  <a:moveTo>
                    <a:pt x="64" y="67"/>
                  </a:moveTo>
                  <a:lnTo>
                    <a:pt x="63" y="67"/>
                  </a:lnTo>
                  <a:lnTo>
                    <a:pt x="63" y="67"/>
                  </a:lnTo>
                  <a:lnTo>
                    <a:pt x="63" y="68"/>
                  </a:lnTo>
                  <a:lnTo>
                    <a:pt x="63" y="69"/>
                  </a:lnTo>
                  <a:lnTo>
                    <a:pt x="64" y="69"/>
                  </a:lnTo>
                  <a:lnTo>
                    <a:pt x="64" y="68"/>
                  </a:lnTo>
                  <a:lnTo>
                    <a:pt x="64" y="67"/>
                  </a:lnTo>
                  <a:lnTo>
                    <a:pt x="64" y="67"/>
                  </a:lnTo>
                  <a:close/>
                  <a:moveTo>
                    <a:pt x="50" y="67"/>
                  </a:moveTo>
                  <a:lnTo>
                    <a:pt x="50" y="68"/>
                  </a:lnTo>
                  <a:lnTo>
                    <a:pt x="51" y="69"/>
                  </a:lnTo>
                  <a:lnTo>
                    <a:pt x="52" y="70"/>
                  </a:lnTo>
                  <a:lnTo>
                    <a:pt x="52" y="69"/>
                  </a:lnTo>
                  <a:lnTo>
                    <a:pt x="51" y="68"/>
                  </a:lnTo>
                  <a:lnTo>
                    <a:pt x="51" y="67"/>
                  </a:lnTo>
                  <a:lnTo>
                    <a:pt x="50" y="67"/>
                  </a:lnTo>
                  <a:close/>
                  <a:moveTo>
                    <a:pt x="47" y="66"/>
                  </a:moveTo>
                  <a:lnTo>
                    <a:pt x="47" y="67"/>
                  </a:lnTo>
                  <a:lnTo>
                    <a:pt x="47" y="68"/>
                  </a:lnTo>
                  <a:lnTo>
                    <a:pt x="48" y="68"/>
                  </a:lnTo>
                  <a:lnTo>
                    <a:pt x="48" y="68"/>
                  </a:lnTo>
                  <a:lnTo>
                    <a:pt x="48" y="67"/>
                  </a:lnTo>
                  <a:lnTo>
                    <a:pt x="47" y="66"/>
                  </a:lnTo>
                  <a:close/>
                  <a:moveTo>
                    <a:pt x="43" y="66"/>
                  </a:moveTo>
                  <a:lnTo>
                    <a:pt x="42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3" y="68"/>
                  </a:lnTo>
                  <a:lnTo>
                    <a:pt x="45" y="67"/>
                  </a:lnTo>
                  <a:lnTo>
                    <a:pt x="43" y="66"/>
                  </a:lnTo>
                  <a:close/>
                  <a:moveTo>
                    <a:pt x="66" y="66"/>
                  </a:moveTo>
                  <a:lnTo>
                    <a:pt x="65" y="67"/>
                  </a:lnTo>
                  <a:lnTo>
                    <a:pt x="66" y="68"/>
                  </a:lnTo>
                  <a:lnTo>
                    <a:pt x="66" y="68"/>
                  </a:lnTo>
                  <a:lnTo>
                    <a:pt x="67" y="67"/>
                  </a:lnTo>
                  <a:lnTo>
                    <a:pt x="66" y="66"/>
                  </a:lnTo>
                  <a:lnTo>
                    <a:pt x="66" y="66"/>
                  </a:lnTo>
                  <a:close/>
                  <a:moveTo>
                    <a:pt x="59" y="64"/>
                  </a:moveTo>
                  <a:lnTo>
                    <a:pt x="59" y="66"/>
                  </a:lnTo>
                  <a:lnTo>
                    <a:pt x="58" y="66"/>
                  </a:lnTo>
                  <a:lnTo>
                    <a:pt x="58" y="67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59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1" y="68"/>
                  </a:lnTo>
                  <a:lnTo>
                    <a:pt x="61" y="68"/>
                  </a:lnTo>
                  <a:lnTo>
                    <a:pt x="60" y="67"/>
                  </a:lnTo>
                  <a:lnTo>
                    <a:pt x="60" y="66"/>
                  </a:lnTo>
                  <a:lnTo>
                    <a:pt x="59" y="64"/>
                  </a:lnTo>
                  <a:close/>
                  <a:moveTo>
                    <a:pt x="1" y="64"/>
                  </a:moveTo>
                  <a:lnTo>
                    <a:pt x="0" y="66"/>
                  </a:lnTo>
                  <a:lnTo>
                    <a:pt x="0" y="66"/>
                  </a:lnTo>
                  <a:lnTo>
                    <a:pt x="0" y="67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64"/>
                  </a:lnTo>
                  <a:close/>
                  <a:moveTo>
                    <a:pt x="94" y="63"/>
                  </a:moveTo>
                  <a:lnTo>
                    <a:pt x="94" y="64"/>
                  </a:lnTo>
                  <a:lnTo>
                    <a:pt x="94" y="64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3" y="66"/>
                  </a:lnTo>
                  <a:lnTo>
                    <a:pt x="93" y="66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94" y="67"/>
                  </a:lnTo>
                  <a:lnTo>
                    <a:pt x="93" y="68"/>
                  </a:lnTo>
                  <a:lnTo>
                    <a:pt x="94" y="69"/>
                  </a:lnTo>
                  <a:lnTo>
                    <a:pt x="94" y="69"/>
                  </a:lnTo>
                  <a:lnTo>
                    <a:pt x="95" y="68"/>
                  </a:lnTo>
                  <a:lnTo>
                    <a:pt x="95" y="67"/>
                  </a:lnTo>
                  <a:lnTo>
                    <a:pt x="95" y="66"/>
                  </a:lnTo>
                  <a:lnTo>
                    <a:pt x="95" y="6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94" y="66"/>
                  </a:lnTo>
                  <a:lnTo>
                    <a:pt x="95" y="66"/>
                  </a:lnTo>
                  <a:lnTo>
                    <a:pt x="95" y="64"/>
                  </a:lnTo>
                  <a:lnTo>
                    <a:pt x="95" y="64"/>
                  </a:lnTo>
                  <a:lnTo>
                    <a:pt x="94" y="63"/>
                  </a:lnTo>
                  <a:close/>
                  <a:moveTo>
                    <a:pt x="87" y="63"/>
                  </a:moveTo>
                  <a:lnTo>
                    <a:pt x="86" y="64"/>
                  </a:lnTo>
                  <a:lnTo>
                    <a:pt x="86" y="67"/>
                  </a:lnTo>
                  <a:lnTo>
                    <a:pt x="86" y="69"/>
                  </a:lnTo>
                  <a:lnTo>
                    <a:pt x="87" y="70"/>
                  </a:lnTo>
                  <a:lnTo>
                    <a:pt x="87" y="69"/>
                  </a:lnTo>
                  <a:lnTo>
                    <a:pt x="88" y="67"/>
                  </a:lnTo>
                  <a:lnTo>
                    <a:pt x="88" y="64"/>
                  </a:lnTo>
                  <a:lnTo>
                    <a:pt x="87" y="63"/>
                  </a:lnTo>
                  <a:close/>
                  <a:moveTo>
                    <a:pt x="79" y="63"/>
                  </a:moveTo>
                  <a:lnTo>
                    <a:pt x="78" y="64"/>
                  </a:lnTo>
                  <a:lnTo>
                    <a:pt x="78" y="68"/>
                  </a:lnTo>
                  <a:lnTo>
                    <a:pt x="78" y="70"/>
                  </a:lnTo>
                  <a:lnTo>
                    <a:pt x="78" y="71"/>
                  </a:lnTo>
                  <a:lnTo>
                    <a:pt x="79" y="70"/>
                  </a:lnTo>
                  <a:lnTo>
                    <a:pt x="79" y="68"/>
                  </a:lnTo>
                  <a:lnTo>
                    <a:pt x="79" y="66"/>
                  </a:lnTo>
                  <a:lnTo>
                    <a:pt x="79" y="63"/>
                  </a:lnTo>
                  <a:close/>
                  <a:moveTo>
                    <a:pt x="53" y="62"/>
                  </a:moveTo>
                  <a:lnTo>
                    <a:pt x="52" y="63"/>
                  </a:lnTo>
                  <a:lnTo>
                    <a:pt x="52" y="64"/>
                  </a:lnTo>
                  <a:lnTo>
                    <a:pt x="51" y="66"/>
                  </a:lnTo>
                  <a:lnTo>
                    <a:pt x="52" y="67"/>
                  </a:lnTo>
                  <a:lnTo>
                    <a:pt x="53" y="67"/>
                  </a:lnTo>
                  <a:lnTo>
                    <a:pt x="53" y="68"/>
                  </a:lnTo>
                  <a:lnTo>
                    <a:pt x="54" y="67"/>
                  </a:lnTo>
                  <a:lnTo>
                    <a:pt x="55" y="66"/>
                  </a:lnTo>
                  <a:lnTo>
                    <a:pt x="54" y="64"/>
                  </a:lnTo>
                  <a:lnTo>
                    <a:pt x="54" y="63"/>
                  </a:lnTo>
                  <a:lnTo>
                    <a:pt x="53" y="62"/>
                  </a:lnTo>
                  <a:close/>
                  <a:moveTo>
                    <a:pt x="45" y="62"/>
                  </a:moveTo>
                  <a:lnTo>
                    <a:pt x="45" y="63"/>
                  </a:lnTo>
                  <a:lnTo>
                    <a:pt x="45" y="64"/>
                  </a:lnTo>
                  <a:lnTo>
                    <a:pt x="46" y="64"/>
                  </a:lnTo>
                  <a:lnTo>
                    <a:pt x="46" y="63"/>
                  </a:lnTo>
                  <a:lnTo>
                    <a:pt x="45" y="62"/>
                  </a:lnTo>
                  <a:close/>
                  <a:moveTo>
                    <a:pt x="69" y="61"/>
                  </a:moveTo>
                  <a:lnTo>
                    <a:pt x="67" y="62"/>
                  </a:lnTo>
                  <a:lnTo>
                    <a:pt x="67" y="63"/>
                  </a:lnTo>
                  <a:lnTo>
                    <a:pt x="69" y="64"/>
                  </a:lnTo>
                  <a:lnTo>
                    <a:pt x="70" y="64"/>
                  </a:lnTo>
                  <a:lnTo>
                    <a:pt x="70" y="63"/>
                  </a:lnTo>
                  <a:lnTo>
                    <a:pt x="69" y="62"/>
                  </a:lnTo>
                  <a:lnTo>
                    <a:pt x="69" y="61"/>
                  </a:lnTo>
                  <a:close/>
                  <a:moveTo>
                    <a:pt x="52" y="60"/>
                  </a:moveTo>
                  <a:lnTo>
                    <a:pt x="51" y="60"/>
                  </a:lnTo>
                  <a:lnTo>
                    <a:pt x="50" y="61"/>
                  </a:lnTo>
                  <a:lnTo>
                    <a:pt x="49" y="62"/>
                  </a:lnTo>
                  <a:lnTo>
                    <a:pt x="50" y="63"/>
                  </a:lnTo>
                  <a:lnTo>
                    <a:pt x="51" y="63"/>
                  </a:lnTo>
                  <a:lnTo>
                    <a:pt x="52" y="62"/>
                  </a:lnTo>
                  <a:lnTo>
                    <a:pt x="52" y="61"/>
                  </a:lnTo>
                  <a:lnTo>
                    <a:pt x="52" y="60"/>
                  </a:lnTo>
                  <a:close/>
                  <a:moveTo>
                    <a:pt x="55" y="60"/>
                  </a:moveTo>
                  <a:lnTo>
                    <a:pt x="55" y="60"/>
                  </a:lnTo>
                  <a:lnTo>
                    <a:pt x="54" y="61"/>
                  </a:lnTo>
                  <a:lnTo>
                    <a:pt x="55" y="62"/>
                  </a:lnTo>
                  <a:lnTo>
                    <a:pt x="57" y="64"/>
                  </a:lnTo>
                  <a:lnTo>
                    <a:pt x="58" y="63"/>
                  </a:lnTo>
                  <a:lnTo>
                    <a:pt x="58" y="62"/>
                  </a:lnTo>
                  <a:lnTo>
                    <a:pt x="58" y="61"/>
                  </a:lnTo>
                  <a:lnTo>
                    <a:pt x="57" y="60"/>
                  </a:lnTo>
                  <a:lnTo>
                    <a:pt x="55" y="60"/>
                  </a:lnTo>
                  <a:close/>
                  <a:moveTo>
                    <a:pt x="69" y="60"/>
                  </a:moveTo>
                  <a:lnTo>
                    <a:pt x="69" y="61"/>
                  </a:lnTo>
                  <a:lnTo>
                    <a:pt x="70" y="61"/>
                  </a:lnTo>
                  <a:lnTo>
                    <a:pt x="70" y="60"/>
                  </a:lnTo>
                  <a:lnTo>
                    <a:pt x="70" y="60"/>
                  </a:lnTo>
                  <a:lnTo>
                    <a:pt x="69" y="60"/>
                  </a:lnTo>
                  <a:close/>
                  <a:moveTo>
                    <a:pt x="62" y="60"/>
                  </a:moveTo>
                  <a:lnTo>
                    <a:pt x="61" y="61"/>
                  </a:lnTo>
                  <a:lnTo>
                    <a:pt x="60" y="63"/>
                  </a:lnTo>
                  <a:lnTo>
                    <a:pt x="61" y="64"/>
                  </a:lnTo>
                  <a:lnTo>
                    <a:pt x="61" y="66"/>
                  </a:lnTo>
                  <a:lnTo>
                    <a:pt x="62" y="66"/>
                  </a:lnTo>
                  <a:lnTo>
                    <a:pt x="63" y="64"/>
                  </a:lnTo>
                  <a:lnTo>
                    <a:pt x="64" y="63"/>
                  </a:lnTo>
                  <a:lnTo>
                    <a:pt x="64" y="61"/>
                  </a:lnTo>
                  <a:lnTo>
                    <a:pt x="62" y="60"/>
                  </a:lnTo>
                  <a:close/>
                  <a:moveTo>
                    <a:pt x="105" y="59"/>
                  </a:moveTo>
                  <a:lnTo>
                    <a:pt x="103" y="60"/>
                  </a:lnTo>
                  <a:lnTo>
                    <a:pt x="103" y="62"/>
                  </a:lnTo>
                  <a:lnTo>
                    <a:pt x="103" y="64"/>
                  </a:lnTo>
                  <a:lnTo>
                    <a:pt x="103" y="67"/>
                  </a:lnTo>
                  <a:lnTo>
                    <a:pt x="105" y="68"/>
                  </a:lnTo>
                  <a:lnTo>
                    <a:pt x="105" y="66"/>
                  </a:lnTo>
                  <a:lnTo>
                    <a:pt x="105" y="62"/>
                  </a:lnTo>
                  <a:lnTo>
                    <a:pt x="105" y="59"/>
                  </a:lnTo>
                  <a:close/>
                  <a:moveTo>
                    <a:pt x="90" y="59"/>
                  </a:moveTo>
                  <a:lnTo>
                    <a:pt x="90" y="61"/>
                  </a:lnTo>
                  <a:lnTo>
                    <a:pt x="89" y="62"/>
                  </a:lnTo>
                  <a:lnTo>
                    <a:pt x="90" y="64"/>
                  </a:lnTo>
                  <a:lnTo>
                    <a:pt x="90" y="61"/>
                  </a:lnTo>
                  <a:lnTo>
                    <a:pt x="90" y="59"/>
                  </a:lnTo>
                  <a:close/>
                  <a:moveTo>
                    <a:pt x="65" y="58"/>
                  </a:moveTo>
                  <a:lnTo>
                    <a:pt x="65" y="59"/>
                  </a:lnTo>
                  <a:lnTo>
                    <a:pt x="65" y="60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67" y="60"/>
                  </a:lnTo>
                  <a:lnTo>
                    <a:pt x="66" y="59"/>
                  </a:lnTo>
                  <a:lnTo>
                    <a:pt x="66" y="58"/>
                  </a:lnTo>
                  <a:lnTo>
                    <a:pt x="65" y="58"/>
                  </a:lnTo>
                  <a:close/>
                  <a:moveTo>
                    <a:pt x="83" y="58"/>
                  </a:moveTo>
                  <a:lnTo>
                    <a:pt x="83" y="59"/>
                  </a:lnTo>
                  <a:lnTo>
                    <a:pt x="82" y="60"/>
                  </a:lnTo>
                  <a:lnTo>
                    <a:pt x="82" y="62"/>
                  </a:lnTo>
                  <a:lnTo>
                    <a:pt x="83" y="62"/>
                  </a:lnTo>
                  <a:lnTo>
                    <a:pt x="83" y="63"/>
                  </a:lnTo>
                  <a:lnTo>
                    <a:pt x="83" y="64"/>
                  </a:lnTo>
                  <a:lnTo>
                    <a:pt x="84" y="64"/>
                  </a:lnTo>
                  <a:lnTo>
                    <a:pt x="84" y="63"/>
                  </a:lnTo>
                  <a:lnTo>
                    <a:pt x="84" y="61"/>
                  </a:lnTo>
                  <a:lnTo>
                    <a:pt x="84" y="59"/>
                  </a:lnTo>
                  <a:lnTo>
                    <a:pt x="83" y="58"/>
                  </a:lnTo>
                  <a:close/>
                  <a:moveTo>
                    <a:pt x="39" y="58"/>
                  </a:moveTo>
                  <a:lnTo>
                    <a:pt x="38" y="58"/>
                  </a:lnTo>
                  <a:lnTo>
                    <a:pt x="38" y="58"/>
                  </a:lnTo>
                  <a:lnTo>
                    <a:pt x="37" y="58"/>
                  </a:lnTo>
                  <a:lnTo>
                    <a:pt x="37" y="59"/>
                  </a:lnTo>
                  <a:lnTo>
                    <a:pt x="37" y="59"/>
                  </a:lnTo>
                  <a:lnTo>
                    <a:pt x="37" y="60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39" y="60"/>
                  </a:lnTo>
                  <a:lnTo>
                    <a:pt x="38" y="61"/>
                  </a:lnTo>
                  <a:lnTo>
                    <a:pt x="38" y="63"/>
                  </a:lnTo>
                  <a:lnTo>
                    <a:pt x="38" y="64"/>
                  </a:lnTo>
                  <a:lnTo>
                    <a:pt x="39" y="63"/>
                  </a:lnTo>
                  <a:lnTo>
                    <a:pt x="39" y="62"/>
                  </a:lnTo>
                  <a:lnTo>
                    <a:pt x="39" y="61"/>
                  </a:lnTo>
                  <a:lnTo>
                    <a:pt x="39" y="59"/>
                  </a:lnTo>
                  <a:lnTo>
                    <a:pt x="39" y="58"/>
                  </a:lnTo>
                  <a:close/>
                  <a:moveTo>
                    <a:pt x="53" y="57"/>
                  </a:moveTo>
                  <a:lnTo>
                    <a:pt x="53" y="58"/>
                  </a:lnTo>
                  <a:lnTo>
                    <a:pt x="53" y="58"/>
                  </a:lnTo>
                  <a:lnTo>
                    <a:pt x="53" y="58"/>
                  </a:lnTo>
                  <a:lnTo>
                    <a:pt x="53" y="59"/>
                  </a:lnTo>
                  <a:lnTo>
                    <a:pt x="53" y="60"/>
                  </a:lnTo>
                  <a:lnTo>
                    <a:pt x="54" y="59"/>
                  </a:lnTo>
                  <a:lnTo>
                    <a:pt x="54" y="59"/>
                  </a:lnTo>
                  <a:lnTo>
                    <a:pt x="55" y="58"/>
                  </a:lnTo>
                  <a:lnTo>
                    <a:pt x="54" y="58"/>
                  </a:lnTo>
                  <a:lnTo>
                    <a:pt x="54" y="57"/>
                  </a:lnTo>
                  <a:lnTo>
                    <a:pt x="53" y="57"/>
                  </a:lnTo>
                  <a:close/>
                  <a:moveTo>
                    <a:pt x="67" y="57"/>
                  </a:moveTo>
                  <a:lnTo>
                    <a:pt x="66" y="57"/>
                  </a:lnTo>
                  <a:lnTo>
                    <a:pt x="67" y="58"/>
                  </a:lnTo>
                  <a:lnTo>
                    <a:pt x="67" y="58"/>
                  </a:lnTo>
                  <a:lnTo>
                    <a:pt x="67" y="58"/>
                  </a:lnTo>
                  <a:lnTo>
                    <a:pt x="67" y="58"/>
                  </a:lnTo>
                  <a:lnTo>
                    <a:pt x="67" y="57"/>
                  </a:lnTo>
                  <a:close/>
                  <a:moveTo>
                    <a:pt x="49" y="57"/>
                  </a:moveTo>
                  <a:lnTo>
                    <a:pt x="48" y="58"/>
                  </a:lnTo>
                  <a:lnTo>
                    <a:pt x="48" y="59"/>
                  </a:lnTo>
                  <a:lnTo>
                    <a:pt x="48" y="61"/>
                  </a:lnTo>
                  <a:lnTo>
                    <a:pt x="49" y="60"/>
                  </a:lnTo>
                  <a:lnTo>
                    <a:pt x="50" y="59"/>
                  </a:lnTo>
                  <a:lnTo>
                    <a:pt x="51" y="58"/>
                  </a:lnTo>
                  <a:lnTo>
                    <a:pt x="50" y="57"/>
                  </a:lnTo>
                  <a:lnTo>
                    <a:pt x="49" y="57"/>
                  </a:lnTo>
                  <a:close/>
                  <a:moveTo>
                    <a:pt x="79" y="56"/>
                  </a:moveTo>
                  <a:lnTo>
                    <a:pt x="78" y="56"/>
                  </a:lnTo>
                  <a:lnTo>
                    <a:pt x="78" y="56"/>
                  </a:lnTo>
                  <a:lnTo>
                    <a:pt x="78" y="57"/>
                  </a:lnTo>
                  <a:lnTo>
                    <a:pt x="78" y="57"/>
                  </a:lnTo>
                  <a:lnTo>
                    <a:pt x="78" y="57"/>
                  </a:lnTo>
                  <a:lnTo>
                    <a:pt x="79" y="58"/>
                  </a:lnTo>
                  <a:lnTo>
                    <a:pt x="79" y="58"/>
                  </a:lnTo>
                  <a:lnTo>
                    <a:pt x="79" y="57"/>
                  </a:lnTo>
                  <a:lnTo>
                    <a:pt x="79" y="56"/>
                  </a:lnTo>
                  <a:lnTo>
                    <a:pt x="79" y="56"/>
                  </a:lnTo>
                  <a:close/>
                  <a:moveTo>
                    <a:pt x="59" y="55"/>
                  </a:moveTo>
                  <a:lnTo>
                    <a:pt x="58" y="56"/>
                  </a:lnTo>
                  <a:lnTo>
                    <a:pt x="58" y="57"/>
                  </a:lnTo>
                  <a:lnTo>
                    <a:pt x="57" y="58"/>
                  </a:lnTo>
                  <a:lnTo>
                    <a:pt x="57" y="58"/>
                  </a:lnTo>
                  <a:lnTo>
                    <a:pt x="57" y="58"/>
                  </a:lnTo>
                  <a:lnTo>
                    <a:pt x="58" y="59"/>
                  </a:lnTo>
                  <a:lnTo>
                    <a:pt x="60" y="61"/>
                  </a:lnTo>
                  <a:lnTo>
                    <a:pt x="60" y="60"/>
                  </a:lnTo>
                  <a:lnTo>
                    <a:pt x="61" y="59"/>
                  </a:lnTo>
                  <a:lnTo>
                    <a:pt x="61" y="58"/>
                  </a:lnTo>
                  <a:lnTo>
                    <a:pt x="60" y="56"/>
                  </a:lnTo>
                  <a:lnTo>
                    <a:pt x="59" y="55"/>
                  </a:lnTo>
                  <a:close/>
                  <a:moveTo>
                    <a:pt x="48" y="55"/>
                  </a:moveTo>
                  <a:lnTo>
                    <a:pt x="48" y="56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47" y="58"/>
                  </a:lnTo>
                  <a:lnTo>
                    <a:pt x="47" y="57"/>
                  </a:lnTo>
                  <a:lnTo>
                    <a:pt x="48" y="56"/>
                  </a:lnTo>
                  <a:lnTo>
                    <a:pt x="49" y="55"/>
                  </a:lnTo>
                  <a:lnTo>
                    <a:pt x="48" y="55"/>
                  </a:lnTo>
                  <a:close/>
                  <a:moveTo>
                    <a:pt x="7" y="54"/>
                  </a:moveTo>
                  <a:lnTo>
                    <a:pt x="6" y="57"/>
                  </a:lnTo>
                  <a:lnTo>
                    <a:pt x="5" y="59"/>
                  </a:lnTo>
                  <a:lnTo>
                    <a:pt x="5" y="62"/>
                  </a:lnTo>
                  <a:lnTo>
                    <a:pt x="6" y="59"/>
                  </a:lnTo>
                  <a:lnTo>
                    <a:pt x="6" y="57"/>
                  </a:lnTo>
                  <a:lnTo>
                    <a:pt x="7" y="54"/>
                  </a:lnTo>
                  <a:close/>
                  <a:moveTo>
                    <a:pt x="95" y="54"/>
                  </a:moveTo>
                  <a:lnTo>
                    <a:pt x="94" y="56"/>
                  </a:lnTo>
                  <a:lnTo>
                    <a:pt x="93" y="57"/>
                  </a:lnTo>
                  <a:lnTo>
                    <a:pt x="94" y="59"/>
                  </a:lnTo>
                  <a:lnTo>
                    <a:pt x="95" y="60"/>
                  </a:lnTo>
                  <a:lnTo>
                    <a:pt x="95" y="59"/>
                  </a:lnTo>
                  <a:lnTo>
                    <a:pt x="95" y="57"/>
                  </a:lnTo>
                  <a:lnTo>
                    <a:pt x="95" y="56"/>
                  </a:lnTo>
                  <a:lnTo>
                    <a:pt x="95" y="57"/>
                  </a:lnTo>
                  <a:lnTo>
                    <a:pt x="94" y="57"/>
                  </a:lnTo>
                  <a:lnTo>
                    <a:pt x="94" y="57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96" y="55"/>
                  </a:lnTo>
                  <a:lnTo>
                    <a:pt x="95" y="55"/>
                  </a:lnTo>
                  <a:lnTo>
                    <a:pt x="95" y="54"/>
                  </a:lnTo>
                  <a:lnTo>
                    <a:pt x="95" y="54"/>
                  </a:lnTo>
                  <a:close/>
                  <a:moveTo>
                    <a:pt x="61" y="54"/>
                  </a:moveTo>
                  <a:lnTo>
                    <a:pt x="61" y="54"/>
                  </a:lnTo>
                  <a:lnTo>
                    <a:pt x="61" y="55"/>
                  </a:lnTo>
                  <a:lnTo>
                    <a:pt x="62" y="55"/>
                  </a:lnTo>
                  <a:lnTo>
                    <a:pt x="61" y="54"/>
                  </a:lnTo>
                  <a:lnTo>
                    <a:pt x="61" y="54"/>
                  </a:lnTo>
                  <a:close/>
                  <a:moveTo>
                    <a:pt x="59" y="54"/>
                  </a:moveTo>
                  <a:lnTo>
                    <a:pt x="57" y="54"/>
                  </a:lnTo>
                  <a:lnTo>
                    <a:pt x="57" y="55"/>
                  </a:lnTo>
                  <a:lnTo>
                    <a:pt x="55" y="56"/>
                  </a:lnTo>
                  <a:lnTo>
                    <a:pt x="55" y="57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5" y="56"/>
                  </a:lnTo>
                  <a:lnTo>
                    <a:pt x="55" y="56"/>
                  </a:lnTo>
                  <a:lnTo>
                    <a:pt x="57" y="56"/>
                  </a:lnTo>
                  <a:lnTo>
                    <a:pt x="57" y="57"/>
                  </a:lnTo>
                  <a:lnTo>
                    <a:pt x="58" y="56"/>
                  </a:lnTo>
                  <a:lnTo>
                    <a:pt x="58" y="55"/>
                  </a:lnTo>
                  <a:lnTo>
                    <a:pt x="59" y="55"/>
                  </a:lnTo>
                  <a:lnTo>
                    <a:pt x="59" y="54"/>
                  </a:lnTo>
                  <a:close/>
                  <a:moveTo>
                    <a:pt x="51" y="54"/>
                  </a:moveTo>
                  <a:lnTo>
                    <a:pt x="51" y="55"/>
                  </a:lnTo>
                  <a:lnTo>
                    <a:pt x="51" y="56"/>
                  </a:lnTo>
                  <a:lnTo>
                    <a:pt x="51" y="56"/>
                  </a:lnTo>
                  <a:lnTo>
                    <a:pt x="52" y="57"/>
                  </a:lnTo>
                  <a:lnTo>
                    <a:pt x="53" y="56"/>
                  </a:lnTo>
                  <a:lnTo>
                    <a:pt x="52" y="55"/>
                  </a:lnTo>
                  <a:lnTo>
                    <a:pt x="51" y="54"/>
                  </a:lnTo>
                  <a:close/>
                  <a:moveTo>
                    <a:pt x="108" y="52"/>
                  </a:moveTo>
                  <a:lnTo>
                    <a:pt x="108" y="55"/>
                  </a:lnTo>
                  <a:lnTo>
                    <a:pt x="108" y="58"/>
                  </a:lnTo>
                  <a:lnTo>
                    <a:pt x="108" y="60"/>
                  </a:lnTo>
                  <a:lnTo>
                    <a:pt x="109" y="62"/>
                  </a:lnTo>
                  <a:lnTo>
                    <a:pt x="109" y="60"/>
                  </a:lnTo>
                  <a:lnTo>
                    <a:pt x="110" y="58"/>
                  </a:lnTo>
                  <a:lnTo>
                    <a:pt x="110" y="56"/>
                  </a:lnTo>
                  <a:lnTo>
                    <a:pt x="110" y="54"/>
                  </a:lnTo>
                  <a:lnTo>
                    <a:pt x="109" y="54"/>
                  </a:lnTo>
                  <a:lnTo>
                    <a:pt x="108" y="52"/>
                  </a:lnTo>
                  <a:close/>
                  <a:moveTo>
                    <a:pt x="87" y="52"/>
                  </a:moveTo>
                  <a:lnTo>
                    <a:pt x="86" y="55"/>
                  </a:lnTo>
                  <a:lnTo>
                    <a:pt x="86" y="56"/>
                  </a:lnTo>
                  <a:lnTo>
                    <a:pt x="86" y="58"/>
                  </a:lnTo>
                  <a:lnTo>
                    <a:pt x="87" y="59"/>
                  </a:lnTo>
                  <a:lnTo>
                    <a:pt x="88" y="59"/>
                  </a:lnTo>
                  <a:lnTo>
                    <a:pt x="88" y="58"/>
                  </a:lnTo>
                  <a:lnTo>
                    <a:pt x="88" y="56"/>
                  </a:lnTo>
                  <a:lnTo>
                    <a:pt x="88" y="54"/>
                  </a:lnTo>
                  <a:lnTo>
                    <a:pt x="87" y="52"/>
                  </a:lnTo>
                  <a:close/>
                  <a:moveTo>
                    <a:pt x="105" y="52"/>
                  </a:moveTo>
                  <a:lnTo>
                    <a:pt x="105" y="54"/>
                  </a:lnTo>
                  <a:lnTo>
                    <a:pt x="105" y="55"/>
                  </a:lnTo>
                  <a:lnTo>
                    <a:pt x="105" y="56"/>
                  </a:lnTo>
                  <a:lnTo>
                    <a:pt x="105" y="56"/>
                  </a:lnTo>
                  <a:lnTo>
                    <a:pt x="105" y="56"/>
                  </a:lnTo>
                  <a:lnTo>
                    <a:pt x="106" y="56"/>
                  </a:lnTo>
                  <a:lnTo>
                    <a:pt x="105" y="55"/>
                  </a:lnTo>
                  <a:lnTo>
                    <a:pt x="105" y="54"/>
                  </a:lnTo>
                  <a:lnTo>
                    <a:pt x="105" y="52"/>
                  </a:lnTo>
                  <a:close/>
                  <a:moveTo>
                    <a:pt x="51" y="52"/>
                  </a:moveTo>
                  <a:lnTo>
                    <a:pt x="50" y="52"/>
                  </a:lnTo>
                  <a:lnTo>
                    <a:pt x="50" y="52"/>
                  </a:lnTo>
                  <a:lnTo>
                    <a:pt x="50" y="54"/>
                  </a:lnTo>
                  <a:lnTo>
                    <a:pt x="50" y="54"/>
                  </a:lnTo>
                  <a:lnTo>
                    <a:pt x="51" y="52"/>
                  </a:lnTo>
                  <a:lnTo>
                    <a:pt x="51" y="52"/>
                  </a:lnTo>
                  <a:close/>
                  <a:moveTo>
                    <a:pt x="63" y="50"/>
                  </a:moveTo>
                  <a:lnTo>
                    <a:pt x="62" y="51"/>
                  </a:lnTo>
                  <a:lnTo>
                    <a:pt x="61" y="52"/>
                  </a:lnTo>
                  <a:lnTo>
                    <a:pt x="62" y="54"/>
                  </a:lnTo>
                  <a:lnTo>
                    <a:pt x="63" y="55"/>
                  </a:lnTo>
                  <a:lnTo>
                    <a:pt x="63" y="56"/>
                  </a:lnTo>
                  <a:lnTo>
                    <a:pt x="64" y="54"/>
                  </a:lnTo>
                  <a:lnTo>
                    <a:pt x="64" y="52"/>
                  </a:lnTo>
                  <a:lnTo>
                    <a:pt x="63" y="51"/>
                  </a:lnTo>
                  <a:lnTo>
                    <a:pt x="63" y="50"/>
                  </a:lnTo>
                  <a:close/>
                  <a:moveTo>
                    <a:pt x="78" y="50"/>
                  </a:moveTo>
                  <a:lnTo>
                    <a:pt x="78" y="51"/>
                  </a:lnTo>
                  <a:lnTo>
                    <a:pt x="78" y="54"/>
                  </a:lnTo>
                  <a:lnTo>
                    <a:pt x="79" y="52"/>
                  </a:lnTo>
                  <a:lnTo>
                    <a:pt x="79" y="51"/>
                  </a:lnTo>
                  <a:lnTo>
                    <a:pt x="79" y="51"/>
                  </a:lnTo>
                  <a:lnTo>
                    <a:pt x="78" y="50"/>
                  </a:lnTo>
                  <a:close/>
                  <a:moveTo>
                    <a:pt x="93" y="50"/>
                  </a:moveTo>
                  <a:lnTo>
                    <a:pt x="91" y="51"/>
                  </a:lnTo>
                  <a:lnTo>
                    <a:pt x="93" y="54"/>
                  </a:lnTo>
                  <a:lnTo>
                    <a:pt x="93" y="52"/>
                  </a:lnTo>
                  <a:lnTo>
                    <a:pt x="94" y="51"/>
                  </a:lnTo>
                  <a:lnTo>
                    <a:pt x="93" y="51"/>
                  </a:lnTo>
                  <a:lnTo>
                    <a:pt x="93" y="50"/>
                  </a:lnTo>
                  <a:close/>
                  <a:moveTo>
                    <a:pt x="84" y="49"/>
                  </a:moveTo>
                  <a:lnTo>
                    <a:pt x="84" y="50"/>
                  </a:lnTo>
                  <a:lnTo>
                    <a:pt x="83" y="50"/>
                  </a:lnTo>
                  <a:lnTo>
                    <a:pt x="82" y="50"/>
                  </a:lnTo>
                  <a:lnTo>
                    <a:pt x="83" y="52"/>
                  </a:lnTo>
                  <a:lnTo>
                    <a:pt x="83" y="54"/>
                  </a:lnTo>
                  <a:lnTo>
                    <a:pt x="84" y="55"/>
                  </a:lnTo>
                  <a:lnTo>
                    <a:pt x="84" y="52"/>
                  </a:lnTo>
                  <a:lnTo>
                    <a:pt x="84" y="51"/>
                  </a:lnTo>
                  <a:lnTo>
                    <a:pt x="84" y="50"/>
                  </a:lnTo>
                  <a:lnTo>
                    <a:pt x="84" y="49"/>
                  </a:lnTo>
                  <a:close/>
                  <a:moveTo>
                    <a:pt x="46" y="49"/>
                  </a:moveTo>
                  <a:lnTo>
                    <a:pt x="45" y="50"/>
                  </a:lnTo>
                  <a:lnTo>
                    <a:pt x="43" y="51"/>
                  </a:lnTo>
                  <a:lnTo>
                    <a:pt x="43" y="52"/>
                  </a:lnTo>
                  <a:lnTo>
                    <a:pt x="43" y="54"/>
                  </a:lnTo>
                  <a:lnTo>
                    <a:pt x="43" y="55"/>
                  </a:lnTo>
                  <a:lnTo>
                    <a:pt x="45" y="56"/>
                  </a:lnTo>
                  <a:lnTo>
                    <a:pt x="46" y="56"/>
                  </a:lnTo>
                  <a:lnTo>
                    <a:pt x="46" y="55"/>
                  </a:lnTo>
                  <a:lnTo>
                    <a:pt x="47" y="54"/>
                  </a:lnTo>
                  <a:lnTo>
                    <a:pt x="48" y="52"/>
                  </a:lnTo>
                  <a:lnTo>
                    <a:pt x="47" y="51"/>
                  </a:lnTo>
                  <a:lnTo>
                    <a:pt x="46" y="50"/>
                  </a:lnTo>
                  <a:lnTo>
                    <a:pt x="46" y="49"/>
                  </a:lnTo>
                  <a:close/>
                  <a:moveTo>
                    <a:pt x="36" y="49"/>
                  </a:moveTo>
                  <a:lnTo>
                    <a:pt x="36" y="51"/>
                  </a:lnTo>
                  <a:lnTo>
                    <a:pt x="37" y="52"/>
                  </a:lnTo>
                  <a:lnTo>
                    <a:pt x="37" y="52"/>
                  </a:lnTo>
                  <a:lnTo>
                    <a:pt x="38" y="51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37" y="49"/>
                  </a:lnTo>
                  <a:lnTo>
                    <a:pt x="37" y="49"/>
                  </a:lnTo>
                  <a:lnTo>
                    <a:pt x="36" y="49"/>
                  </a:lnTo>
                  <a:close/>
                  <a:moveTo>
                    <a:pt x="71" y="49"/>
                  </a:moveTo>
                  <a:lnTo>
                    <a:pt x="71" y="50"/>
                  </a:lnTo>
                  <a:lnTo>
                    <a:pt x="70" y="51"/>
                  </a:lnTo>
                  <a:lnTo>
                    <a:pt x="69" y="52"/>
                  </a:lnTo>
                  <a:lnTo>
                    <a:pt x="67" y="54"/>
                  </a:lnTo>
                  <a:lnTo>
                    <a:pt x="69" y="55"/>
                  </a:lnTo>
                  <a:lnTo>
                    <a:pt x="69" y="56"/>
                  </a:lnTo>
                  <a:lnTo>
                    <a:pt x="70" y="57"/>
                  </a:lnTo>
                  <a:lnTo>
                    <a:pt x="70" y="55"/>
                  </a:lnTo>
                  <a:lnTo>
                    <a:pt x="70" y="54"/>
                  </a:lnTo>
                  <a:lnTo>
                    <a:pt x="71" y="52"/>
                  </a:lnTo>
                  <a:lnTo>
                    <a:pt x="72" y="52"/>
                  </a:lnTo>
                  <a:lnTo>
                    <a:pt x="72" y="52"/>
                  </a:lnTo>
                  <a:lnTo>
                    <a:pt x="72" y="52"/>
                  </a:lnTo>
                  <a:lnTo>
                    <a:pt x="72" y="52"/>
                  </a:lnTo>
                  <a:lnTo>
                    <a:pt x="73" y="52"/>
                  </a:lnTo>
                  <a:lnTo>
                    <a:pt x="73" y="52"/>
                  </a:lnTo>
                  <a:lnTo>
                    <a:pt x="73" y="51"/>
                  </a:lnTo>
                  <a:lnTo>
                    <a:pt x="73" y="51"/>
                  </a:lnTo>
                  <a:lnTo>
                    <a:pt x="72" y="51"/>
                  </a:lnTo>
                  <a:lnTo>
                    <a:pt x="72" y="50"/>
                  </a:lnTo>
                  <a:lnTo>
                    <a:pt x="72" y="49"/>
                  </a:lnTo>
                  <a:lnTo>
                    <a:pt x="71" y="49"/>
                  </a:lnTo>
                  <a:close/>
                  <a:moveTo>
                    <a:pt x="54" y="49"/>
                  </a:moveTo>
                  <a:lnTo>
                    <a:pt x="54" y="50"/>
                  </a:lnTo>
                  <a:lnTo>
                    <a:pt x="53" y="50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3" y="52"/>
                  </a:lnTo>
                  <a:lnTo>
                    <a:pt x="53" y="52"/>
                  </a:lnTo>
                  <a:lnTo>
                    <a:pt x="54" y="52"/>
                  </a:lnTo>
                  <a:lnTo>
                    <a:pt x="54" y="54"/>
                  </a:lnTo>
                  <a:lnTo>
                    <a:pt x="54" y="54"/>
                  </a:lnTo>
                  <a:lnTo>
                    <a:pt x="55" y="54"/>
                  </a:lnTo>
                  <a:lnTo>
                    <a:pt x="57" y="52"/>
                  </a:lnTo>
                  <a:lnTo>
                    <a:pt x="57" y="51"/>
                  </a:lnTo>
                  <a:lnTo>
                    <a:pt x="57" y="50"/>
                  </a:lnTo>
                  <a:lnTo>
                    <a:pt x="55" y="49"/>
                  </a:lnTo>
                  <a:lnTo>
                    <a:pt x="54" y="49"/>
                  </a:lnTo>
                  <a:close/>
                  <a:moveTo>
                    <a:pt x="62" y="49"/>
                  </a:moveTo>
                  <a:lnTo>
                    <a:pt x="61" y="49"/>
                  </a:lnTo>
                  <a:lnTo>
                    <a:pt x="60" y="50"/>
                  </a:lnTo>
                  <a:lnTo>
                    <a:pt x="60" y="50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0" y="51"/>
                  </a:lnTo>
                  <a:lnTo>
                    <a:pt x="61" y="50"/>
                  </a:lnTo>
                  <a:lnTo>
                    <a:pt x="62" y="50"/>
                  </a:lnTo>
                  <a:lnTo>
                    <a:pt x="62" y="49"/>
                  </a:lnTo>
                  <a:close/>
                  <a:moveTo>
                    <a:pt x="42" y="48"/>
                  </a:moveTo>
                  <a:lnTo>
                    <a:pt x="42" y="49"/>
                  </a:lnTo>
                  <a:lnTo>
                    <a:pt x="41" y="49"/>
                  </a:lnTo>
                  <a:lnTo>
                    <a:pt x="41" y="50"/>
                  </a:lnTo>
                  <a:lnTo>
                    <a:pt x="42" y="49"/>
                  </a:lnTo>
                  <a:lnTo>
                    <a:pt x="42" y="49"/>
                  </a:lnTo>
                  <a:lnTo>
                    <a:pt x="42" y="48"/>
                  </a:lnTo>
                  <a:close/>
                  <a:moveTo>
                    <a:pt x="99" y="48"/>
                  </a:moveTo>
                  <a:lnTo>
                    <a:pt x="99" y="48"/>
                  </a:lnTo>
                  <a:lnTo>
                    <a:pt x="99" y="49"/>
                  </a:lnTo>
                  <a:lnTo>
                    <a:pt x="99" y="50"/>
                  </a:lnTo>
                  <a:lnTo>
                    <a:pt x="99" y="50"/>
                  </a:lnTo>
                  <a:lnTo>
                    <a:pt x="100" y="50"/>
                  </a:lnTo>
                  <a:lnTo>
                    <a:pt x="100" y="49"/>
                  </a:lnTo>
                  <a:lnTo>
                    <a:pt x="100" y="48"/>
                  </a:lnTo>
                  <a:lnTo>
                    <a:pt x="100" y="48"/>
                  </a:lnTo>
                  <a:lnTo>
                    <a:pt x="99" y="48"/>
                  </a:lnTo>
                  <a:close/>
                  <a:moveTo>
                    <a:pt x="63" y="46"/>
                  </a:moveTo>
                  <a:lnTo>
                    <a:pt x="63" y="47"/>
                  </a:lnTo>
                  <a:lnTo>
                    <a:pt x="63" y="48"/>
                  </a:lnTo>
                  <a:lnTo>
                    <a:pt x="64" y="48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3" y="46"/>
                  </a:lnTo>
                  <a:close/>
                  <a:moveTo>
                    <a:pt x="47" y="46"/>
                  </a:moveTo>
                  <a:lnTo>
                    <a:pt x="47" y="47"/>
                  </a:lnTo>
                  <a:lnTo>
                    <a:pt x="47" y="48"/>
                  </a:lnTo>
                  <a:lnTo>
                    <a:pt x="48" y="50"/>
                  </a:lnTo>
                  <a:lnTo>
                    <a:pt x="49" y="51"/>
                  </a:lnTo>
                  <a:lnTo>
                    <a:pt x="49" y="50"/>
                  </a:lnTo>
                  <a:lnTo>
                    <a:pt x="49" y="49"/>
                  </a:lnTo>
                  <a:lnTo>
                    <a:pt x="48" y="47"/>
                  </a:lnTo>
                  <a:lnTo>
                    <a:pt x="47" y="46"/>
                  </a:lnTo>
                  <a:close/>
                  <a:moveTo>
                    <a:pt x="105" y="45"/>
                  </a:moveTo>
                  <a:lnTo>
                    <a:pt x="105" y="46"/>
                  </a:lnTo>
                  <a:lnTo>
                    <a:pt x="106" y="48"/>
                  </a:lnTo>
                  <a:lnTo>
                    <a:pt x="106" y="50"/>
                  </a:lnTo>
                  <a:lnTo>
                    <a:pt x="106" y="48"/>
                  </a:lnTo>
                  <a:lnTo>
                    <a:pt x="106" y="46"/>
                  </a:lnTo>
                  <a:lnTo>
                    <a:pt x="105" y="45"/>
                  </a:lnTo>
                  <a:close/>
                  <a:moveTo>
                    <a:pt x="74" y="45"/>
                  </a:moveTo>
                  <a:lnTo>
                    <a:pt x="73" y="46"/>
                  </a:lnTo>
                  <a:lnTo>
                    <a:pt x="73" y="48"/>
                  </a:lnTo>
                  <a:lnTo>
                    <a:pt x="73" y="49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6"/>
                  </a:lnTo>
                  <a:lnTo>
                    <a:pt x="74" y="45"/>
                  </a:lnTo>
                  <a:close/>
                  <a:moveTo>
                    <a:pt x="59" y="45"/>
                  </a:moveTo>
                  <a:lnTo>
                    <a:pt x="58" y="45"/>
                  </a:lnTo>
                  <a:lnTo>
                    <a:pt x="58" y="46"/>
                  </a:lnTo>
                  <a:lnTo>
                    <a:pt x="58" y="47"/>
                  </a:lnTo>
                  <a:lnTo>
                    <a:pt x="57" y="47"/>
                  </a:lnTo>
                  <a:lnTo>
                    <a:pt x="58" y="49"/>
                  </a:lnTo>
                  <a:lnTo>
                    <a:pt x="59" y="49"/>
                  </a:lnTo>
                  <a:lnTo>
                    <a:pt x="59" y="48"/>
                  </a:lnTo>
                  <a:lnTo>
                    <a:pt x="58" y="48"/>
                  </a:lnTo>
                  <a:lnTo>
                    <a:pt x="58" y="48"/>
                  </a:lnTo>
                  <a:lnTo>
                    <a:pt x="58" y="47"/>
                  </a:lnTo>
                  <a:lnTo>
                    <a:pt x="58" y="47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60" y="47"/>
                  </a:lnTo>
                  <a:lnTo>
                    <a:pt x="60" y="46"/>
                  </a:lnTo>
                  <a:lnTo>
                    <a:pt x="60" y="45"/>
                  </a:lnTo>
                  <a:lnTo>
                    <a:pt x="59" y="45"/>
                  </a:lnTo>
                  <a:close/>
                  <a:moveTo>
                    <a:pt x="88" y="44"/>
                  </a:moveTo>
                  <a:lnTo>
                    <a:pt x="86" y="47"/>
                  </a:lnTo>
                  <a:lnTo>
                    <a:pt x="86" y="48"/>
                  </a:lnTo>
                  <a:lnTo>
                    <a:pt x="87" y="49"/>
                  </a:lnTo>
                  <a:lnTo>
                    <a:pt x="87" y="49"/>
                  </a:lnTo>
                  <a:lnTo>
                    <a:pt x="88" y="48"/>
                  </a:lnTo>
                  <a:lnTo>
                    <a:pt x="89" y="47"/>
                  </a:lnTo>
                  <a:lnTo>
                    <a:pt x="89" y="46"/>
                  </a:lnTo>
                  <a:lnTo>
                    <a:pt x="89" y="45"/>
                  </a:lnTo>
                  <a:lnTo>
                    <a:pt x="88" y="44"/>
                  </a:lnTo>
                  <a:close/>
                  <a:moveTo>
                    <a:pt x="46" y="44"/>
                  </a:moveTo>
                  <a:lnTo>
                    <a:pt x="46" y="45"/>
                  </a:lnTo>
                  <a:lnTo>
                    <a:pt x="46" y="45"/>
                  </a:lnTo>
                  <a:lnTo>
                    <a:pt x="46" y="44"/>
                  </a:lnTo>
                  <a:lnTo>
                    <a:pt x="46" y="44"/>
                  </a:lnTo>
                  <a:close/>
                  <a:moveTo>
                    <a:pt x="51" y="43"/>
                  </a:moveTo>
                  <a:lnTo>
                    <a:pt x="50" y="43"/>
                  </a:lnTo>
                  <a:lnTo>
                    <a:pt x="49" y="45"/>
                  </a:lnTo>
                  <a:lnTo>
                    <a:pt x="51" y="46"/>
                  </a:lnTo>
                  <a:lnTo>
                    <a:pt x="52" y="48"/>
                  </a:lnTo>
                  <a:lnTo>
                    <a:pt x="52" y="47"/>
                  </a:lnTo>
                  <a:lnTo>
                    <a:pt x="53" y="46"/>
                  </a:lnTo>
                  <a:lnTo>
                    <a:pt x="52" y="45"/>
                  </a:lnTo>
                  <a:lnTo>
                    <a:pt x="52" y="44"/>
                  </a:lnTo>
                  <a:lnTo>
                    <a:pt x="51" y="43"/>
                  </a:lnTo>
                  <a:close/>
                  <a:moveTo>
                    <a:pt x="66" y="43"/>
                  </a:moveTo>
                  <a:lnTo>
                    <a:pt x="66" y="44"/>
                  </a:lnTo>
                  <a:lnTo>
                    <a:pt x="66" y="45"/>
                  </a:lnTo>
                  <a:lnTo>
                    <a:pt x="66" y="45"/>
                  </a:lnTo>
                  <a:lnTo>
                    <a:pt x="66" y="45"/>
                  </a:lnTo>
                  <a:lnTo>
                    <a:pt x="65" y="47"/>
                  </a:lnTo>
                  <a:lnTo>
                    <a:pt x="65" y="49"/>
                  </a:lnTo>
                  <a:lnTo>
                    <a:pt x="65" y="51"/>
                  </a:lnTo>
                  <a:lnTo>
                    <a:pt x="66" y="52"/>
                  </a:lnTo>
                  <a:lnTo>
                    <a:pt x="70" y="47"/>
                  </a:lnTo>
                  <a:lnTo>
                    <a:pt x="70" y="46"/>
                  </a:lnTo>
                  <a:lnTo>
                    <a:pt x="69" y="45"/>
                  </a:lnTo>
                  <a:lnTo>
                    <a:pt x="67" y="44"/>
                  </a:lnTo>
                  <a:lnTo>
                    <a:pt x="66" y="43"/>
                  </a:lnTo>
                  <a:close/>
                  <a:moveTo>
                    <a:pt x="96" y="42"/>
                  </a:moveTo>
                  <a:lnTo>
                    <a:pt x="95" y="44"/>
                  </a:lnTo>
                  <a:lnTo>
                    <a:pt x="94" y="45"/>
                  </a:lnTo>
                  <a:lnTo>
                    <a:pt x="93" y="46"/>
                  </a:lnTo>
                  <a:lnTo>
                    <a:pt x="94" y="48"/>
                  </a:lnTo>
                  <a:lnTo>
                    <a:pt x="95" y="49"/>
                  </a:lnTo>
                  <a:lnTo>
                    <a:pt x="96" y="50"/>
                  </a:lnTo>
                  <a:lnTo>
                    <a:pt x="96" y="48"/>
                  </a:lnTo>
                  <a:lnTo>
                    <a:pt x="96" y="45"/>
                  </a:lnTo>
                  <a:lnTo>
                    <a:pt x="96" y="42"/>
                  </a:lnTo>
                  <a:close/>
                  <a:moveTo>
                    <a:pt x="47" y="42"/>
                  </a:moveTo>
                  <a:lnTo>
                    <a:pt x="47" y="43"/>
                  </a:lnTo>
                  <a:lnTo>
                    <a:pt x="48" y="43"/>
                  </a:lnTo>
                  <a:lnTo>
                    <a:pt x="48" y="43"/>
                  </a:lnTo>
                  <a:lnTo>
                    <a:pt x="48" y="42"/>
                  </a:lnTo>
                  <a:lnTo>
                    <a:pt x="47" y="42"/>
                  </a:lnTo>
                  <a:close/>
                  <a:moveTo>
                    <a:pt x="41" y="42"/>
                  </a:moveTo>
                  <a:lnTo>
                    <a:pt x="40" y="45"/>
                  </a:lnTo>
                  <a:lnTo>
                    <a:pt x="40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3"/>
                  </a:lnTo>
                  <a:lnTo>
                    <a:pt x="41" y="42"/>
                  </a:lnTo>
                  <a:close/>
                  <a:moveTo>
                    <a:pt x="77" y="42"/>
                  </a:moveTo>
                  <a:lnTo>
                    <a:pt x="76" y="43"/>
                  </a:lnTo>
                  <a:lnTo>
                    <a:pt x="76" y="44"/>
                  </a:lnTo>
                  <a:lnTo>
                    <a:pt x="77" y="44"/>
                  </a:lnTo>
                  <a:lnTo>
                    <a:pt x="77" y="44"/>
                  </a:lnTo>
                  <a:lnTo>
                    <a:pt x="77" y="43"/>
                  </a:lnTo>
                  <a:lnTo>
                    <a:pt x="77" y="42"/>
                  </a:lnTo>
                  <a:close/>
                  <a:moveTo>
                    <a:pt x="86" y="42"/>
                  </a:moveTo>
                  <a:lnTo>
                    <a:pt x="86" y="43"/>
                  </a:lnTo>
                  <a:lnTo>
                    <a:pt x="86" y="44"/>
                  </a:lnTo>
                  <a:lnTo>
                    <a:pt x="86" y="44"/>
                  </a:lnTo>
                  <a:lnTo>
                    <a:pt x="87" y="43"/>
                  </a:lnTo>
                  <a:lnTo>
                    <a:pt x="87" y="42"/>
                  </a:lnTo>
                  <a:lnTo>
                    <a:pt x="86" y="42"/>
                  </a:lnTo>
                  <a:close/>
                  <a:moveTo>
                    <a:pt x="84" y="42"/>
                  </a:moveTo>
                  <a:lnTo>
                    <a:pt x="84" y="42"/>
                  </a:lnTo>
                  <a:lnTo>
                    <a:pt x="84" y="43"/>
                  </a:lnTo>
                  <a:lnTo>
                    <a:pt x="83" y="43"/>
                  </a:lnTo>
                  <a:lnTo>
                    <a:pt x="84" y="44"/>
                  </a:lnTo>
                  <a:lnTo>
                    <a:pt x="84" y="44"/>
                  </a:lnTo>
                  <a:lnTo>
                    <a:pt x="84" y="43"/>
                  </a:lnTo>
                  <a:lnTo>
                    <a:pt x="84" y="42"/>
                  </a:lnTo>
                  <a:close/>
                  <a:moveTo>
                    <a:pt x="79" y="40"/>
                  </a:moveTo>
                  <a:lnTo>
                    <a:pt x="78" y="43"/>
                  </a:lnTo>
                  <a:lnTo>
                    <a:pt x="78" y="44"/>
                  </a:lnTo>
                  <a:lnTo>
                    <a:pt x="79" y="45"/>
                  </a:lnTo>
                  <a:lnTo>
                    <a:pt x="79" y="44"/>
                  </a:lnTo>
                  <a:lnTo>
                    <a:pt x="79" y="43"/>
                  </a:lnTo>
                  <a:lnTo>
                    <a:pt x="79" y="42"/>
                  </a:lnTo>
                  <a:lnTo>
                    <a:pt x="79" y="40"/>
                  </a:lnTo>
                  <a:close/>
                  <a:moveTo>
                    <a:pt x="106" y="40"/>
                  </a:moveTo>
                  <a:lnTo>
                    <a:pt x="106" y="40"/>
                  </a:lnTo>
                  <a:lnTo>
                    <a:pt x="105" y="43"/>
                  </a:lnTo>
                  <a:lnTo>
                    <a:pt x="106" y="44"/>
                  </a:lnTo>
                  <a:lnTo>
                    <a:pt x="106" y="45"/>
                  </a:lnTo>
                  <a:lnTo>
                    <a:pt x="107" y="44"/>
                  </a:lnTo>
                  <a:lnTo>
                    <a:pt x="107" y="43"/>
                  </a:lnTo>
                  <a:lnTo>
                    <a:pt x="107" y="42"/>
                  </a:lnTo>
                  <a:lnTo>
                    <a:pt x="106" y="40"/>
                  </a:lnTo>
                  <a:close/>
                  <a:moveTo>
                    <a:pt x="49" y="40"/>
                  </a:moveTo>
                  <a:lnTo>
                    <a:pt x="48" y="40"/>
                  </a:lnTo>
                  <a:lnTo>
                    <a:pt x="48" y="42"/>
                  </a:lnTo>
                  <a:lnTo>
                    <a:pt x="49" y="42"/>
                  </a:lnTo>
                  <a:lnTo>
                    <a:pt x="49" y="42"/>
                  </a:lnTo>
                  <a:lnTo>
                    <a:pt x="49" y="42"/>
                  </a:lnTo>
                  <a:lnTo>
                    <a:pt x="50" y="40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9" y="40"/>
                  </a:lnTo>
                  <a:close/>
                  <a:moveTo>
                    <a:pt x="101" y="39"/>
                  </a:moveTo>
                  <a:lnTo>
                    <a:pt x="100" y="40"/>
                  </a:lnTo>
                  <a:lnTo>
                    <a:pt x="99" y="42"/>
                  </a:lnTo>
                  <a:lnTo>
                    <a:pt x="99" y="43"/>
                  </a:lnTo>
                  <a:lnTo>
                    <a:pt x="99" y="43"/>
                  </a:lnTo>
                  <a:lnTo>
                    <a:pt x="100" y="43"/>
                  </a:lnTo>
                  <a:lnTo>
                    <a:pt x="100" y="43"/>
                  </a:lnTo>
                  <a:lnTo>
                    <a:pt x="100" y="42"/>
                  </a:lnTo>
                  <a:lnTo>
                    <a:pt x="101" y="40"/>
                  </a:lnTo>
                  <a:lnTo>
                    <a:pt x="101" y="40"/>
                  </a:lnTo>
                  <a:lnTo>
                    <a:pt x="101" y="40"/>
                  </a:lnTo>
                  <a:lnTo>
                    <a:pt x="101" y="40"/>
                  </a:lnTo>
                  <a:lnTo>
                    <a:pt x="101" y="39"/>
                  </a:lnTo>
                  <a:close/>
                  <a:moveTo>
                    <a:pt x="43" y="39"/>
                  </a:moveTo>
                  <a:lnTo>
                    <a:pt x="42" y="40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3" y="42"/>
                  </a:lnTo>
                  <a:lnTo>
                    <a:pt x="43" y="43"/>
                  </a:lnTo>
                  <a:lnTo>
                    <a:pt x="45" y="43"/>
                  </a:lnTo>
                  <a:lnTo>
                    <a:pt x="45" y="42"/>
                  </a:lnTo>
                  <a:lnTo>
                    <a:pt x="43" y="40"/>
                  </a:lnTo>
                  <a:lnTo>
                    <a:pt x="43" y="39"/>
                  </a:lnTo>
                  <a:close/>
                  <a:moveTo>
                    <a:pt x="93" y="38"/>
                  </a:moveTo>
                  <a:lnTo>
                    <a:pt x="93" y="39"/>
                  </a:lnTo>
                  <a:lnTo>
                    <a:pt x="91" y="42"/>
                  </a:lnTo>
                  <a:lnTo>
                    <a:pt x="91" y="43"/>
                  </a:lnTo>
                  <a:lnTo>
                    <a:pt x="91" y="44"/>
                  </a:lnTo>
                  <a:lnTo>
                    <a:pt x="93" y="43"/>
                  </a:lnTo>
                  <a:lnTo>
                    <a:pt x="94" y="42"/>
                  </a:lnTo>
                  <a:lnTo>
                    <a:pt x="95" y="40"/>
                  </a:lnTo>
                  <a:lnTo>
                    <a:pt x="94" y="39"/>
                  </a:lnTo>
                  <a:lnTo>
                    <a:pt x="93" y="38"/>
                  </a:lnTo>
                  <a:close/>
                  <a:moveTo>
                    <a:pt x="89" y="38"/>
                  </a:moveTo>
                  <a:lnTo>
                    <a:pt x="88" y="39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89" y="40"/>
                  </a:lnTo>
                  <a:lnTo>
                    <a:pt x="89" y="39"/>
                  </a:lnTo>
                  <a:lnTo>
                    <a:pt x="89" y="38"/>
                  </a:lnTo>
                  <a:close/>
                  <a:moveTo>
                    <a:pt x="71" y="38"/>
                  </a:moveTo>
                  <a:lnTo>
                    <a:pt x="70" y="39"/>
                  </a:lnTo>
                  <a:lnTo>
                    <a:pt x="69" y="40"/>
                  </a:lnTo>
                  <a:lnTo>
                    <a:pt x="69" y="42"/>
                  </a:lnTo>
                  <a:lnTo>
                    <a:pt x="70" y="43"/>
                  </a:lnTo>
                  <a:lnTo>
                    <a:pt x="71" y="45"/>
                  </a:lnTo>
                  <a:lnTo>
                    <a:pt x="72" y="45"/>
                  </a:lnTo>
                  <a:lnTo>
                    <a:pt x="73" y="44"/>
                  </a:lnTo>
                  <a:lnTo>
                    <a:pt x="73" y="43"/>
                  </a:lnTo>
                  <a:lnTo>
                    <a:pt x="72" y="40"/>
                  </a:lnTo>
                  <a:lnTo>
                    <a:pt x="71" y="38"/>
                  </a:lnTo>
                  <a:close/>
                  <a:moveTo>
                    <a:pt x="38" y="38"/>
                  </a:moveTo>
                  <a:lnTo>
                    <a:pt x="38" y="39"/>
                  </a:lnTo>
                  <a:lnTo>
                    <a:pt x="37" y="40"/>
                  </a:lnTo>
                  <a:lnTo>
                    <a:pt x="36" y="40"/>
                  </a:lnTo>
                  <a:lnTo>
                    <a:pt x="36" y="43"/>
                  </a:lnTo>
                  <a:lnTo>
                    <a:pt x="37" y="44"/>
                  </a:lnTo>
                  <a:lnTo>
                    <a:pt x="38" y="43"/>
                  </a:lnTo>
                  <a:lnTo>
                    <a:pt x="39" y="42"/>
                  </a:lnTo>
                  <a:lnTo>
                    <a:pt x="39" y="39"/>
                  </a:lnTo>
                  <a:lnTo>
                    <a:pt x="38" y="38"/>
                  </a:lnTo>
                  <a:close/>
                  <a:moveTo>
                    <a:pt x="64" y="38"/>
                  </a:moveTo>
                  <a:lnTo>
                    <a:pt x="62" y="39"/>
                  </a:lnTo>
                  <a:lnTo>
                    <a:pt x="61" y="40"/>
                  </a:lnTo>
                  <a:lnTo>
                    <a:pt x="60" y="43"/>
                  </a:lnTo>
                  <a:lnTo>
                    <a:pt x="61" y="44"/>
                  </a:lnTo>
                  <a:lnTo>
                    <a:pt x="62" y="46"/>
                  </a:lnTo>
                  <a:lnTo>
                    <a:pt x="64" y="44"/>
                  </a:lnTo>
                  <a:lnTo>
                    <a:pt x="65" y="40"/>
                  </a:lnTo>
                  <a:lnTo>
                    <a:pt x="65" y="39"/>
                  </a:lnTo>
                  <a:lnTo>
                    <a:pt x="64" y="39"/>
                  </a:lnTo>
                  <a:lnTo>
                    <a:pt x="64" y="38"/>
                  </a:lnTo>
                  <a:close/>
                  <a:moveTo>
                    <a:pt x="54" y="38"/>
                  </a:moveTo>
                  <a:lnTo>
                    <a:pt x="52" y="42"/>
                  </a:lnTo>
                  <a:lnTo>
                    <a:pt x="53" y="43"/>
                  </a:lnTo>
                  <a:lnTo>
                    <a:pt x="54" y="45"/>
                  </a:lnTo>
                  <a:lnTo>
                    <a:pt x="55" y="44"/>
                  </a:lnTo>
                  <a:lnTo>
                    <a:pt x="57" y="43"/>
                  </a:lnTo>
                  <a:lnTo>
                    <a:pt x="58" y="42"/>
                  </a:lnTo>
                  <a:lnTo>
                    <a:pt x="55" y="39"/>
                  </a:lnTo>
                  <a:lnTo>
                    <a:pt x="54" y="38"/>
                  </a:lnTo>
                  <a:close/>
                  <a:moveTo>
                    <a:pt x="83" y="37"/>
                  </a:moveTo>
                  <a:lnTo>
                    <a:pt x="83" y="3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84" y="38"/>
                  </a:lnTo>
                  <a:lnTo>
                    <a:pt x="84" y="38"/>
                  </a:lnTo>
                  <a:lnTo>
                    <a:pt x="84" y="37"/>
                  </a:lnTo>
                  <a:lnTo>
                    <a:pt x="83" y="37"/>
                  </a:lnTo>
                  <a:close/>
                  <a:moveTo>
                    <a:pt x="45" y="37"/>
                  </a:moveTo>
                  <a:lnTo>
                    <a:pt x="45" y="37"/>
                  </a:lnTo>
                  <a:lnTo>
                    <a:pt x="45" y="38"/>
                  </a:lnTo>
                  <a:lnTo>
                    <a:pt x="45" y="39"/>
                  </a:lnTo>
                  <a:lnTo>
                    <a:pt x="46" y="39"/>
                  </a:lnTo>
                  <a:lnTo>
                    <a:pt x="46" y="40"/>
                  </a:lnTo>
                  <a:lnTo>
                    <a:pt x="47" y="39"/>
                  </a:lnTo>
                  <a:lnTo>
                    <a:pt x="46" y="38"/>
                  </a:lnTo>
                  <a:lnTo>
                    <a:pt x="46" y="37"/>
                  </a:lnTo>
                  <a:lnTo>
                    <a:pt x="45" y="37"/>
                  </a:lnTo>
                  <a:close/>
                  <a:moveTo>
                    <a:pt x="76" y="37"/>
                  </a:moveTo>
                  <a:lnTo>
                    <a:pt x="76" y="38"/>
                  </a:lnTo>
                  <a:lnTo>
                    <a:pt x="76" y="39"/>
                  </a:lnTo>
                  <a:lnTo>
                    <a:pt x="77" y="38"/>
                  </a:lnTo>
                  <a:lnTo>
                    <a:pt x="76" y="37"/>
                  </a:lnTo>
                  <a:lnTo>
                    <a:pt x="76" y="37"/>
                  </a:lnTo>
                  <a:close/>
                  <a:moveTo>
                    <a:pt x="47" y="37"/>
                  </a:moveTo>
                  <a:lnTo>
                    <a:pt x="47" y="38"/>
                  </a:lnTo>
                  <a:lnTo>
                    <a:pt x="47" y="39"/>
                  </a:lnTo>
                  <a:lnTo>
                    <a:pt x="48" y="39"/>
                  </a:lnTo>
                  <a:lnTo>
                    <a:pt x="48" y="38"/>
                  </a:lnTo>
                  <a:lnTo>
                    <a:pt x="48" y="37"/>
                  </a:lnTo>
                  <a:lnTo>
                    <a:pt x="48" y="37"/>
                  </a:lnTo>
                  <a:lnTo>
                    <a:pt x="47" y="37"/>
                  </a:lnTo>
                  <a:close/>
                  <a:moveTo>
                    <a:pt x="89" y="36"/>
                  </a:moveTo>
                  <a:lnTo>
                    <a:pt x="88" y="36"/>
                  </a:lnTo>
                  <a:lnTo>
                    <a:pt x="87" y="38"/>
                  </a:lnTo>
                  <a:lnTo>
                    <a:pt x="87" y="39"/>
                  </a:lnTo>
                  <a:lnTo>
                    <a:pt x="88" y="39"/>
                  </a:lnTo>
                  <a:lnTo>
                    <a:pt x="89" y="38"/>
                  </a:lnTo>
                  <a:lnTo>
                    <a:pt x="89" y="36"/>
                  </a:lnTo>
                  <a:close/>
                  <a:moveTo>
                    <a:pt x="47" y="36"/>
                  </a:moveTo>
                  <a:lnTo>
                    <a:pt x="46" y="36"/>
                  </a:lnTo>
                  <a:lnTo>
                    <a:pt x="46" y="36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6"/>
                  </a:lnTo>
                  <a:close/>
                  <a:moveTo>
                    <a:pt x="53" y="35"/>
                  </a:moveTo>
                  <a:lnTo>
                    <a:pt x="52" y="37"/>
                  </a:lnTo>
                  <a:lnTo>
                    <a:pt x="50" y="38"/>
                  </a:lnTo>
                  <a:lnTo>
                    <a:pt x="50" y="38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2" y="38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5"/>
                  </a:lnTo>
                  <a:close/>
                  <a:moveTo>
                    <a:pt x="96" y="35"/>
                  </a:moveTo>
                  <a:lnTo>
                    <a:pt x="96" y="36"/>
                  </a:lnTo>
                  <a:lnTo>
                    <a:pt x="96" y="36"/>
                  </a:lnTo>
                  <a:lnTo>
                    <a:pt x="95" y="37"/>
                  </a:lnTo>
                  <a:lnTo>
                    <a:pt x="96" y="37"/>
                  </a:lnTo>
                  <a:lnTo>
                    <a:pt x="96" y="38"/>
                  </a:lnTo>
                  <a:lnTo>
                    <a:pt x="96" y="37"/>
                  </a:lnTo>
                  <a:lnTo>
                    <a:pt x="96" y="36"/>
                  </a:lnTo>
                  <a:lnTo>
                    <a:pt x="96" y="35"/>
                  </a:lnTo>
                  <a:close/>
                  <a:moveTo>
                    <a:pt x="74" y="34"/>
                  </a:moveTo>
                  <a:lnTo>
                    <a:pt x="72" y="37"/>
                  </a:lnTo>
                  <a:lnTo>
                    <a:pt x="73" y="39"/>
                  </a:lnTo>
                  <a:lnTo>
                    <a:pt x="74" y="40"/>
                  </a:lnTo>
                  <a:lnTo>
                    <a:pt x="74" y="38"/>
                  </a:lnTo>
                  <a:lnTo>
                    <a:pt x="74" y="36"/>
                  </a:lnTo>
                  <a:lnTo>
                    <a:pt x="74" y="34"/>
                  </a:lnTo>
                  <a:close/>
                  <a:moveTo>
                    <a:pt x="66" y="34"/>
                  </a:moveTo>
                  <a:lnTo>
                    <a:pt x="65" y="35"/>
                  </a:lnTo>
                  <a:lnTo>
                    <a:pt x="65" y="36"/>
                  </a:lnTo>
                  <a:lnTo>
                    <a:pt x="66" y="38"/>
                  </a:lnTo>
                  <a:lnTo>
                    <a:pt x="67" y="39"/>
                  </a:lnTo>
                  <a:lnTo>
                    <a:pt x="69" y="38"/>
                  </a:lnTo>
                  <a:lnTo>
                    <a:pt x="70" y="37"/>
                  </a:lnTo>
                  <a:lnTo>
                    <a:pt x="69" y="36"/>
                  </a:lnTo>
                  <a:lnTo>
                    <a:pt x="67" y="35"/>
                  </a:lnTo>
                  <a:lnTo>
                    <a:pt x="66" y="34"/>
                  </a:lnTo>
                  <a:close/>
                  <a:moveTo>
                    <a:pt x="106" y="33"/>
                  </a:moveTo>
                  <a:lnTo>
                    <a:pt x="106" y="34"/>
                  </a:lnTo>
                  <a:lnTo>
                    <a:pt x="106" y="35"/>
                  </a:lnTo>
                  <a:lnTo>
                    <a:pt x="107" y="35"/>
                  </a:lnTo>
                  <a:lnTo>
                    <a:pt x="107" y="34"/>
                  </a:lnTo>
                  <a:lnTo>
                    <a:pt x="107" y="34"/>
                  </a:lnTo>
                  <a:lnTo>
                    <a:pt x="107" y="33"/>
                  </a:lnTo>
                  <a:lnTo>
                    <a:pt x="107" y="34"/>
                  </a:lnTo>
                  <a:lnTo>
                    <a:pt x="107" y="34"/>
                  </a:lnTo>
                  <a:lnTo>
                    <a:pt x="106" y="33"/>
                  </a:lnTo>
                  <a:close/>
                  <a:moveTo>
                    <a:pt x="103" y="33"/>
                  </a:moveTo>
                  <a:lnTo>
                    <a:pt x="103" y="34"/>
                  </a:lnTo>
                  <a:lnTo>
                    <a:pt x="103" y="35"/>
                  </a:lnTo>
                  <a:lnTo>
                    <a:pt x="103" y="36"/>
                  </a:lnTo>
                  <a:lnTo>
                    <a:pt x="103" y="37"/>
                  </a:lnTo>
                  <a:lnTo>
                    <a:pt x="103" y="36"/>
                  </a:lnTo>
                  <a:lnTo>
                    <a:pt x="105" y="34"/>
                  </a:lnTo>
                  <a:lnTo>
                    <a:pt x="103" y="33"/>
                  </a:lnTo>
                  <a:close/>
                  <a:moveTo>
                    <a:pt x="37" y="33"/>
                  </a:moveTo>
                  <a:lnTo>
                    <a:pt x="36" y="35"/>
                  </a:lnTo>
                  <a:lnTo>
                    <a:pt x="35" y="37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5"/>
                  </a:lnTo>
                  <a:lnTo>
                    <a:pt x="37" y="33"/>
                  </a:lnTo>
                  <a:close/>
                  <a:moveTo>
                    <a:pt x="79" y="33"/>
                  </a:moveTo>
                  <a:lnTo>
                    <a:pt x="79" y="34"/>
                  </a:lnTo>
                  <a:lnTo>
                    <a:pt x="79" y="34"/>
                  </a:lnTo>
                  <a:lnTo>
                    <a:pt x="81" y="34"/>
                  </a:lnTo>
                  <a:lnTo>
                    <a:pt x="81" y="33"/>
                  </a:lnTo>
                  <a:lnTo>
                    <a:pt x="79" y="33"/>
                  </a:lnTo>
                  <a:close/>
                  <a:moveTo>
                    <a:pt x="45" y="33"/>
                  </a:moveTo>
                  <a:lnTo>
                    <a:pt x="45" y="33"/>
                  </a:lnTo>
                  <a:lnTo>
                    <a:pt x="45" y="34"/>
                  </a:lnTo>
                  <a:lnTo>
                    <a:pt x="45" y="34"/>
                  </a:lnTo>
                  <a:lnTo>
                    <a:pt x="46" y="34"/>
                  </a:lnTo>
                  <a:lnTo>
                    <a:pt x="45" y="33"/>
                  </a:lnTo>
                  <a:lnTo>
                    <a:pt x="45" y="33"/>
                  </a:lnTo>
                  <a:close/>
                  <a:moveTo>
                    <a:pt x="60" y="33"/>
                  </a:moveTo>
                  <a:lnTo>
                    <a:pt x="59" y="33"/>
                  </a:lnTo>
                  <a:lnTo>
                    <a:pt x="58" y="34"/>
                  </a:lnTo>
                  <a:lnTo>
                    <a:pt x="57" y="35"/>
                  </a:lnTo>
                  <a:lnTo>
                    <a:pt x="55" y="37"/>
                  </a:lnTo>
                  <a:lnTo>
                    <a:pt x="58" y="38"/>
                  </a:lnTo>
                  <a:lnTo>
                    <a:pt x="59" y="40"/>
                  </a:lnTo>
                  <a:lnTo>
                    <a:pt x="60" y="39"/>
                  </a:lnTo>
                  <a:lnTo>
                    <a:pt x="62" y="37"/>
                  </a:lnTo>
                  <a:lnTo>
                    <a:pt x="62" y="36"/>
                  </a:lnTo>
                  <a:lnTo>
                    <a:pt x="62" y="35"/>
                  </a:lnTo>
                  <a:lnTo>
                    <a:pt x="61" y="34"/>
                  </a:lnTo>
                  <a:lnTo>
                    <a:pt x="60" y="33"/>
                  </a:lnTo>
                  <a:lnTo>
                    <a:pt x="60" y="33"/>
                  </a:lnTo>
                  <a:close/>
                  <a:moveTo>
                    <a:pt x="51" y="33"/>
                  </a:moveTo>
                  <a:lnTo>
                    <a:pt x="50" y="33"/>
                  </a:lnTo>
                  <a:lnTo>
                    <a:pt x="49" y="34"/>
                  </a:lnTo>
                  <a:lnTo>
                    <a:pt x="48" y="35"/>
                  </a:lnTo>
                  <a:lnTo>
                    <a:pt x="48" y="35"/>
                  </a:lnTo>
                  <a:lnTo>
                    <a:pt x="49" y="36"/>
                  </a:lnTo>
                  <a:lnTo>
                    <a:pt x="49" y="37"/>
                  </a:lnTo>
                  <a:lnTo>
                    <a:pt x="49" y="37"/>
                  </a:lnTo>
                  <a:lnTo>
                    <a:pt x="51" y="36"/>
                  </a:lnTo>
                  <a:lnTo>
                    <a:pt x="52" y="34"/>
                  </a:lnTo>
                  <a:lnTo>
                    <a:pt x="51" y="33"/>
                  </a:lnTo>
                  <a:lnTo>
                    <a:pt x="51" y="33"/>
                  </a:lnTo>
                  <a:close/>
                  <a:moveTo>
                    <a:pt x="42" y="32"/>
                  </a:moveTo>
                  <a:lnTo>
                    <a:pt x="42" y="33"/>
                  </a:lnTo>
                  <a:lnTo>
                    <a:pt x="42" y="34"/>
                  </a:lnTo>
                  <a:lnTo>
                    <a:pt x="42" y="35"/>
                  </a:lnTo>
                  <a:lnTo>
                    <a:pt x="43" y="36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3" y="33"/>
                  </a:lnTo>
                  <a:lnTo>
                    <a:pt x="42" y="32"/>
                  </a:lnTo>
                  <a:close/>
                  <a:moveTo>
                    <a:pt x="16" y="31"/>
                  </a:moveTo>
                  <a:lnTo>
                    <a:pt x="16" y="32"/>
                  </a:lnTo>
                  <a:lnTo>
                    <a:pt x="15" y="33"/>
                  </a:lnTo>
                  <a:lnTo>
                    <a:pt x="16" y="33"/>
                  </a:lnTo>
                  <a:lnTo>
                    <a:pt x="16" y="32"/>
                  </a:lnTo>
                  <a:lnTo>
                    <a:pt x="16" y="31"/>
                  </a:lnTo>
                  <a:close/>
                  <a:moveTo>
                    <a:pt x="77" y="31"/>
                  </a:moveTo>
                  <a:lnTo>
                    <a:pt x="76" y="32"/>
                  </a:lnTo>
                  <a:lnTo>
                    <a:pt x="76" y="33"/>
                  </a:lnTo>
                  <a:lnTo>
                    <a:pt x="76" y="34"/>
                  </a:lnTo>
                  <a:lnTo>
                    <a:pt x="77" y="34"/>
                  </a:lnTo>
                  <a:lnTo>
                    <a:pt x="77" y="33"/>
                  </a:lnTo>
                  <a:lnTo>
                    <a:pt x="77" y="32"/>
                  </a:lnTo>
                  <a:lnTo>
                    <a:pt x="77" y="31"/>
                  </a:lnTo>
                  <a:lnTo>
                    <a:pt x="77" y="31"/>
                  </a:lnTo>
                  <a:close/>
                  <a:moveTo>
                    <a:pt x="101" y="30"/>
                  </a:moveTo>
                  <a:lnTo>
                    <a:pt x="101" y="31"/>
                  </a:lnTo>
                  <a:lnTo>
                    <a:pt x="100" y="31"/>
                  </a:lnTo>
                  <a:lnTo>
                    <a:pt x="99" y="32"/>
                  </a:lnTo>
                  <a:lnTo>
                    <a:pt x="99" y="33"/>
                  </a:lnTo>
                  <a:lnTo>
                    <a:pt x="100" y="33"/>
                  </a:lnTo>
                  <a:lnTo>
                    <a:pt x="101" y="32"/>
                  </a:lnTo>
                  <a:lnTo>
                    <a:pt x="101" y="31"/>
                  </a:lnTo>
                  <a:lnTo>
                    <a:pt x="101" y="30"/>
                  </a:lnTo>
                  <a:close/>
                  <a:moveTo>
                    <a:pt x="59" y="30"/>
                  </a:moveTo>
                  <a:lnTo>
                    <a:pt x="57" y="32"/>
                  </a:lnTo>
                  <a:lnTo>
                    <a:pt x="55" y="33"/>
                  </a:lnTo>
                  <a:lnTo>
                    <a:pt x="54" y="35"/>
                  </a:lnTo>
                  <a:lnTo>
                    <a:pt x="55" y="34"/>
                  </a:lnTo>
                  <a:lnTo>
                    <a:pt x="58" y="32"/>
                  </a:lnTo>
                  <a:lnTo>
                    <a:pt x="59" y="30"/>
                  </a:lnTo>
                  <a:close/>
                  <a:moveTo>
                    <a:pt x="107" y="30"/>
                  </a:moveTo>
                  <a:lnTo>
                    <a:pt x="107" y="31"/>
                  </a:lnTo>
                  <a:lnTo>
                    <a:pt x="106" y="32"/>
                  </a:lnTo>
                  <a:lnTo>
                    <a:pt x="107" y="32"/>
                  </a:lnTo>
                  <a:lnTo>
                    <a:pt x="107" y="32"/>
                  </a:lnTo>
                  <a:lnTo>
                    <a:pt x="107" y="32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7" y="30"/>
                  </a:lnTo>
                  <a:close/>
                  <a:moveTo>
                    <a:pt x="30" y="30"/>
                  </a:moveTo>
                  <a:lnTo>
                    <a:pt x="30" y="34"/>
                  </a:lnTo>
                  <a:lnTo>
                    <a:pt x="31" y="38"/>
                  </a:lnTo>
                  <a:lnTo>
                    <a:pt x="30" y="42"/>
                  </a:lnTo>
                  <a:lnTo>
                    <a:pt x="31" y="45"/>
                  </a:lnTo>
                  <a:lnTo>
                    <a:pt x="31" y="48"/>
                  </a:lnTo>
                  <a:lnTo>
                    <a:pt x="33" y="50"/>
                  </a:lnTo>
                  <a:lnTo>
                    <a:pt x="33" y="52"/>
                  </a:lnTo>
                  <a:lnTo>
                    <a:pt x="33" y="54"/>
                  </a:lnTo>
                  <a:lnTo>
                    <a:pt x="33" y="55"/>
                  </a:lnTo>
                  <a:lnTo>
                    <a:pt x="33" y="56"/>
                  </a:lnTo>
                  <a:lnTo>
                    <a:pt x="33" y="56"/>
                  </a:lnTo>
                  <a:lnTo>
                    <a:pt x="33" y="57"/>
                  </a:lnTo>
                  <a:lnTo>
                    <a:pt x="34" y="58"/>
                  </a:lnTo>
                  <a:lnTo>
                    <a:pt x="33" y="58"/>
                  </a:lnTo>
                  <a:lnTo>
                    <a:pt x="33" y="58"/>
                  </a:lnTo>
                  <a:lnTo>
                    <a:pt x="34" y="61"/>
                  </a:lnTo>
                  <a:lnTo>
                    <a:pt x="35" y="66"/>
                  </a:lnTo>
                  <a:lnTo>
                    <a:pt x="35" y="70"/>
                  </a:lnTo>
                  <a:lnTo>
                    <a:pt x="35" y="57"/>
                  </a:lnTo>
                  <a:lnTo>
                    <a:pt x="34" y="45"/>
                  </a:lnTo>
                  <a:lnTo>
                    <a:pt x="34" y="44"/>
                  </a:lnTo>
                  <a:lnTo>
                    <a:pt x="33" y="43"/>
                  </a:lnTo>
                  <a:lnTo>
                    <a:pt x="31" y="42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34" y="39"/>
                  </a:lnTo>
                  <a:lnTo>
                    <a:pt x="33" y="38"/>
                  </a:lnTo>
                  <a:lnTo>
                    <a:pt x="33" y="37"/>
                  </a:lnTo>
                  <a:lnTo>
                    <a:pt x="31" y="36"/>
                  </a:lnTo>
                  <a:lnTo>
                    <a:pt x="31" y="34"/>
                  </a:lnTo>
                  <a:lnTo>
                    <a:pt x="33" y="32"/>
                  </a:lnTo>
                  <a:lnTo>
                    <a:pt x="33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0" y="30"/>
                  </a:lnTo>
                  <a:close/>
                  <a:moveTo>
                    <a:pt x="71" y="30"/>
                  </a:moveTo>
                  <a:lnTo>
                    <a:pt x="70" y="30"/>
                  </a:lnTo>
                  <a:lnTo>
                    <a:pt x="69" y="31"/>
                  </a:lnTo>
                  <a:lnTo>
                    <a:pt x="69" y="33"/>
                  </a:lnTo>
                  <a:lnTo>
                    <a:pt x="69" y="33"/>
                  </a:lnTo>
                  <a:lnTo>
                    <a:pt x="70" y="34"/>
                  </a:lnTo>
                  <a:lnTo>
                    <a:pt x="70" y="35"/>
                  </a:lnTo>
                  <a:lnTo>
                    <a:pt x="71" y="35"/>
                  </a:lnTo>
                  <a:lnTo>
                    <a:pt x="72" y="34"/>
                  </a:lnTo>
                  <a:lnTo>
                    <a:pt x="73" y="32"/>
                  </a:lnTo>
                  <a:lnTo>
                    <a:pt x="72" y="31"/>
                  </a:lnTo>
                  <a:lnTo>
                    <a:pt x="71" y="30"/>
                  </a:lnTo>
                  <a:close/>
                  <a:moveTo>
                    <a:pt x="94" y="30"/>
                  </a:moveTo>
                  <a:lnTo>
                    <a:pt x="94" y="31"/>
                  </a:lnTo>
                  <a:lnTo>
                    <a:pt x="94" y="32"/>
                  </a:lnTo>
                  <a:lnTo>
                    <a:pt x="94" y="33"/>
                  </a:lnTo>
                  <a:lnTo>
                    <a:pt x="95" y="33"/>
                  </a:lnTo>
                  <a:lnTo>
                    <a:pt x="96" y="32"/>
                  </a:lnTo>
                  <a:lnTo>
                    <a:pt x="95" y="31"/>
                  </a:lnTo>
                  <a:lnTo>
                    <a:pt x="94" y="30"/>
                  </a:lnTo>
                  <a:close/>
                  <a:moveTo>
                    <a:pt x="87" y="30"/>
                  </a:moveTo>
                  <a:lnTo>
                    <a:pt x="86" y="32"/>
                  </a:lnTo>
                  <a:lnTo>
                    <a:pt x="86" y="34"/>
                  </a:lnTo>
                  <a:lnTo>
                    <a:pt x="86" y="36"/>
                  </a:lnTo>
                  <a:lnTo>
                    <a:pt x="88" y="35"/>
                  </a:lnTo>
                  <a:lnTo>
                    <a:pt x="89" y="33"/>
                  </a:lnTo>
                  <a:lnTo>
                    <a:pt x="88" y="31"/>
                  </a:lnTo>
                  <a:lnTo>
                    <a:pt x="87" y="30"/>
                  </a:lnTo>
                  <a:close/>
                  <a:moveTo>
                    <a:pt x="41" y="28"/>
                  </a:moveTo>
                  <a:lnTo>
                    <a:pt x="41" y="30"/>
                  </a:lnTo>
                  <a:lnTo>
                    <a:pt x="41" y="31"/>
                  </a:lnTo>
                  <a:lnTo>
                    <a:pt x="41" y="30"/>
                  </a:lnTo>
                  <a:lnTo>
                    <a:pt x="41" y="30"/>
                  </a:lnTo>
                  <a:lnTo>
                    <a:pt x="41" y="28"/>
                  </a:lnTo>
                  <a:close/>
                  <a:moveTo>
                    <a:pt x="63" y="28"/>
                  </a:moveTo>
                  <a:lnTo>
                    <a:pt x="62" y="30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2" y="33"/>
                  </a:lnTo>
                  <a:lnTo>
                    <a:pt x="64" y="35"/>
                  </a:lnTo>
                  <a:lnTo>
                    <a:pt x="65" y="34"/>
                  </a:lnTo>
                  <a:lnTo>
                    <a:pt x="65" y="33"/>
                  </a:lnTo>
                  <a:lnTo>
                    <a:pt x="65" y="31"/>
                  </a:lnTo>
                  <a:lnTo>
                    <a:pt x="64" y="30"/>
                  </a:lnTo>
                  <a:lnTo>
                    <a:pt x="63" y="28"/>
                  </a:lnTo>
                  <a:close/>
                  <a:moveTo>
                    <a:pt x="53" y="27"/>
                  </a:moveTo>
                  <a:lnTo>
                    <a:pt x="52" y="28"/>
                  </a:lnTo>
                  <a:lnTo>
                    <a:pt x="52" y="30"/>
                  </a:lnTo>
                  <a:lnTo>
                    <a:pt x="52" y="28"/>
                  </a:lnTo>
                  <a:lnTo>
                    <a:pt x="52" y="28"/>
                  </a:lnTo>
                  <a:lnTo>
                    <a:pt x="53" y="27"/>
                  </a:lnTo>
                  <a:close/>
                  <a:moveTo>
                    <a:pt x="55" y="27"/>
                  </a:moveTo>
                  <a:lnTo>
                    <a:pt x="54" y="27"/>
                  </a:lnTo>
                  <a:lnTo>
                    <a:pt x="53" y="28"/>
                  </a:lnTo>
                  <a:lnTo>
                    <a:pt x="52" y="30"/>
                  </a:lnTo>
                  <a:lnTo>
                    <a:pt x="52" y="31"/>
                  </a:lnTo>
                  <a:lnTo>
                    <a:pt x="52" y="32"/>
                  </a:lnTo>
                  <a:lnTo>
                    <a:pt x="53" y="32"/>
                  </a:lnTo>
                  <a:lnTo>
                    <a:pt x="53" y="33"/>
                  </a:lnTo>
                  <a:lnTo>
                    <a:pt x="54" y="32"/>
                  </a:lnTo>
                  <a:lnTo>
                    <a:pt x="55" y="30"/>
                  </a:lnTo>
                  <a:lnTo>
                    <a:pt x="57" y="28"/>
                  </a:lnTo>
                  <a:lnTo>
                    <a:pt x="55" y="27"/>
                  </a:lnTo>
                  <a:close/>
                  <a:moveTo>
                    <a:pt x="36" y="26"/>
                  </a:moveTo>
                  <a:lnTo>
                    <a:pt x="35" y="27"/>
                  </a:lnTo>
                  <a:lnTo>
                    <a:pt x="35" y="27"/>
                  </a:lnTo>
                  <a:lnTo>
                    <a:pt x="35" y="27"/>
                  </a:lnTo>
                  <a:lnTo>
                    <a:pt x="35" y="28"/>
                  </a:lnTo>
                  <a:lnTo>
                    <a:pt x="34" y="28"/>
                  </a:lnTo>
                  <a:lnTo>
                    <a:pt x="34" y="30"/>
                  </a:lnTo>
                  <a:lnTo>
                    <a:pt x="35" y="31"/>
                  </a:lnTo>
                  <a:lnTo>
                    <a:pt x="36" y="30"/>
                  </a:lnTo>
                  <a:lnTo>
                    <a:pt x="36" y="28"/>
                  </a:lnTo>
                  <a:lnTo>
                    <a:pt x="36" y="26"/>
                  </a:lnTo>
                  <a:lnTo>
                    <a:pt x="36" y="26"/>
                  </a:lnTo>
                  <a:close/>
                  <a:moveTo>
                    <a:pt x="98" y="26"/>
                  </a:moveTo>
                  <a:lnTo>
                    <a:pt x="98" y="30"/>
                  </a:lnTo>
                  <a:lnTo>
                    <a:pt x="99" y="28"/>
                  </a:lnTo>
                  <a:lnTo>
                    <a:pt x="100" y="28"/>
                  </a:lnTo>
                  <a:lnTo>
                    <a:pt x="100" y="28"/>
                  </a:lnTo>
                  <a:lnTo>
                    <a:pt x="100" y="27"/>
                  </a:lnTo>
                  <a:lnTo>
                    <a:pt x="99" y="26"/>
                  </a:lnTo>
                  <a:lnTo>
                    <a:pt x="98" y="26"/>
                  </a:lnTo>
                  <a:close/>
                  <a:moveTo>
                    <a:pt x="47" y="26"/>
                  </a:moveTo>
                  <a:lnTo>
                    <a:pt x="46" y="27"/>
                  </a:lnTo>
                  <a:lnTo>
                    <a:pt x="46" y="30"/>
                  </a:lnTo>
                  <a:lnTo>
                    <a:pt x="46" y="31"/>
                  </a:lnTo>
                  <a:lnTo>
                    <a:pt x="46" y="33"/>
                  </a:lnTo>
                  <a:lnTo>
                    <a:pt x="48" y="31"/>
                  </a:lnTo>
                  <a:lnTo>
                    <a:pt x="49" y="30"/>
                  </a:lnTo>
                  <a:lnTo>
                    <a:pt x="48" y="27"/>
                  </a:lnTo>
                  <a:lnTo>
                    <a:pt x="47" y="26"/>
                  </a:lnTo>
                  <a:close/>
                  <a:moveTo>
                    <a:pt x="107" y="26"/>
                  </a:moveTo>
                  <a:lnTo>
                    <a:pt x="107" y="26"/>
                  </a:lnTo>
                  <a:lnTo>
                    <a:pt x="106" y="26"/>
                  </a:lnTo>
                  <a:lnTo>
                    <a:pt x="106" y="27"/>
                  </a:lnTo>
                  <a:lnTo>
                    <a:pt x="107" y="27"/>
                  </a:lnTo>
                  <a:lnTo>
                    <a:pt x="107" y="26"/>
                  </a:lnTo>
                  <a:lnTo>
                    <a:pt x="107" y="26"/>
                  </a:lnTo>
                  <a:close/>
                  <a:moveTo>
                    <a:pt x="91" y="26"/>
                  </a:moveTo>
                  <a:lnTo>
                    <a:pt x="91" y="27"/>
                  </a:lnTo>
                  <a:lnTo>
                    <a:pt x="90" y="28"/>
                  </a:lnTo>
                  <a:lnTo>
                    <a:pt x="91" y="30"/>
                  </a:lnTo>
                  <a:lnTo>
                    <a:pt x="93" y="28"/>
                  </a:lnTo>
                  <a:lnTo>
                    <a:pt x="93" y="28"/>
                  </a:lnTo>
                  <a:lnTo>
                    <a:pt x="93" y="27"/>
                  </a:lnTo>
                  <a:lnTo>
                    <a:pt x="91" y="26"/>
                  </a:lnTo>
                  <a:close/>
                  <a:moveTo>
                    <a:pt x="61" y="26"/>
                  </a:moveTo>
                  <a:lnTo>
                    <a:pt x="61" y="27"/>
                  </a:lnTo>
                  <a:lnTo>
                    <a:pt x="60" y="27"/>
                  </a:lnTo>
                  <a:lnTo>
                    <a:pt x="60" y="28"/>
                  </a:lnTo>
                  <a:lnTo>
                    <a:pt x="60" y="30"/>
                  </a:lnTo>
                  <a:lnTo>
                    <a:pt x="60" y="28"/>
                  </a:lnTo>
                  <a:lnTo>
                    <a:pt x="61" y="27"/>
                  </a:lnTo>
                  <a:lnTo>
                    <a:pt x="61" y="26"/>
                  </a:lnTo>
                  <a:lnTo>
                    <a:pt x="61" y="26"/>
                  </a:lnTo>
                  <a:close/>
                  <a:moveTo>
                    <a:pt x="105" y="25"/>
                  </a:moveTo>
                  <a:lnTo>
                    <a:pt x="105" y="26"/>
                  </a:lnTo>
                  <a:lnTo>
                    <a:pt x="105" y="27"/>
                  </a:lnTo>
                  <a:lnTo>
                    <a:pt x="105" y="27"/>
                  </a:lnTo>
                  <a:lnTo>
                    <a:pt x="105" y="27"/>
                  </a:lnTo>
                  <a:lnTo>
                    <a:pt x="105" y="26"/>
                  </a:lnTo>
                  <a:lnTo>
                    <a:pt x="105" y="25"/>
                  </a:lnTo>
                  <a:close/>
                  <a:moveTo>
                    <a:pt x="40" y="25"/>
                  </a:moveTo>
                  <a:lnTo>
                    <a:pt x="39" y="26"/>
                  </a:lnTo>
                  <a:lnTo>
                    <a:pt x="39" y="27"/>
                  </a:lnTo>
                  <a:lnTo>
                    <a:pt x="39" y="27"/>
                  </a:lnTo>
                  <a:lnTo>
                    <a:pt x="40" y="26"/>
                  </a:lnTo>
                  <a:lnTo>
                    <a:pt x="40" y="26"/>
                  </a:lnTo>
                  <a:lnTo>
                    <a:pt x="40" y="25"/>
                  </a:lnTo>
                  <a:close/>
                  <a:moveTo>
                    <a:pt x="74" y="25"/>
                  </a:moveTo>
                  <a:lnTo>
                    <a:pt x="74" y="26"/>
                  </a:lnTo>
                  <a:lnTo>
                    <a:pt x="73" y="26"/>
                  </a:lnTo>
                  <a:lnTo>
                    <a:pt x="73" y="27"/>
                  </a:lnTo>
                  <a:lnTo>
                    <a:pt x="73" y="28"/>
                  </a:lnTo>
                  <a:lnTo>
                    <a:pt x="74" y="27"/>
                  </a:lnTo>
                  <a:lnTo>
                    <a:pt x="74" y="27"/>
                  </a:lnTo>
                  <a:lnTo>
                    <a:pt x="74" y="28"/>
                  </a:lnTo>
                  <a:lnTo>
                    <a:pt x="75" y="28"/>
                  </a:lnTo>
                  <a:lnTo>
                    <a:pt x="75" y="28"/>
                  </a:lnTo>
                  <a:lnTo>
                    <a:pt x="75" y="30"/>
                  </a:lnTo>
                  <a:lnTo>
                    <a:pt x="76" y="30"/>
                  </a:lnTo>
                  <a:lnTo>
                    <a:pt x="76" y="28"/>
                  </a:lnTo>
                  <a:lnTo>
                    <a:pt x="76" y="27"/>
                  </a:lnTo>
                  <a:lnTo>
                    <a:pt x="76" y="26"/>
                  </a:lnTo>
                  <a:lnTo>
                    <a:pt x="75" y="25"/>
                  </a:lnTo>
                  <a:lnTo>
                    <a:pt x="74" y="25"/>
                  </a:lnTo>
                  <a:close/>
                  <a:moveTo>
                    <a:pt x="29" y="24"/>
                  </a:moveTo>
                  <a:lnTo>
                    <a:pt x="29" y="25"/>
                  </a:lnTo>
                  <a:lnTo>
                    <a:pt x="29" y="25"/>
                  </a:lnTo>
                  <a:lnTo>
                    <a:pt x="29" y="26"/>
                  </a:lnTo>
                  <a:lnTo>
                    <a:pt x="30" y="26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9" y="24"/>
                  </a:lnTo>
                  <a:close/>
                  <a:moveTo>
                    <a:pt x="86" y="24"/>
                  </a:moveTo>
                  <a:lnTo>
                    <a:pt x="86" y="24"/>
                  </a:lnTo>
                  <a:lnTo>
                    <a:pt x="86" y="25"/>
                  </a:lnTo>
                  <a:lnTo>
                    <a:pt x="87" y="25"/>
                  </a:lnTo>
                  <a:lnTo>
                    <a:pt x="87" y="24"/>
                  </a:lnTo>
                  <a:lnTo>
                    <a:pt x="86" y="24"/>
                  </a:lnTo>
                  <a:close/>
                  <a:moveTo>
                    <a:pt x="83" y="24"/>
                  </a:moveTo>
                  <a:lnTo>
                    <a:pt x="83" y="24"/>
                  </a:lnTo>
                  <a:lnTo>
                    <a:pt x="82" y="25"/>
                  </a:lnTo>
                  <a:lnTo>
                    <a:pt x="81" y="25"/>
                  </a:lnTo>
                  <a:lnTo>
                    <a:pt x="81" y="26"/>
                  </a:lnTo>
                  <a:lnTo>
                    <a:pt x="82" y="27"/>
                  </a:lnTo>
                  <a:lnTo>
                    <a:pt x="82" y="28"/>
                  </a:lnTo>
                  <a:lnTo>
                    <a:pt x="83" y="27"/>
                  </a:lnTo>
                  <a:lnTo>
                    <a:pt x="83" y="28"/>
                  </a:lnTo>
                  <a:lnTo>
                    <a:pt x="83" y="28"/>
                  </a:lnTo>
                  <a:lnTo>
                    <a:pt x="83" y="28"/>
                  </a:lnTo>
                  <a:lnTo>
                    <a:pt x="83" y="30"/>
                  </a:lnTo>
                  <a:lnTo>
                    <a:pt x="84" y="30"/>
                  </a:lnTo>
                  <a:lnTo>
                    <a:pt x="85" y="28"/>
                  </a:lnTo>
                  <a:lnTo>
                    <a:pt x="85" y="26"/>
                  </a:lnTo>
                  <a:lnTo>
                    <a:pt x="84" y="25"/>
                  </a:lnTo>
                  <a:lnTo>
                    <a:pt x="83" y="24"/>
                  </a:lnTo>
                  <a:close/>
                  <a:moveTo>
                    <a:pt x="67" y="24"/>
                  </a:moveTo>
                  <a:lnTo>
                    <a:pt x="65" y="25"/>
                  </a:lnTo>
                  <a:lnTo>
                    <a:pt x="65" y="27"/>
                  </a:lnTo>
                  <a:lnTo>
                    <a:pt x="65" y="28"/>
                  </a:lnTo>
                  <a:lnTo>
                    <a:pt x="67" y="31"/>
                  </a:lnTo>
                  <a:lnTo>
                    <a:pt x="69" y="30"/>
                  </a:lnTo>
                  <a:lnTo>
                    <a:pt x="70" y="27"/>
                  </a:lnTo>
                  <a:lnTo>
                    <a:pt x="69" y="25"/>
                  </a:lnTo>
                  <a:lnTo>
                    <a:pt x="67" y="24"/>
                  </a:lnTo>
                  <a:close/>
                  <a:moveTo>
                    <a:pt x="39" y="23"/>
                  </a:moveTo>
                  <a:lnTo>
                    <a:pt x="38" y="24"/>
                  </a:lnTo>
                  <a:lnTo>
                    <a:pt x="38" y="25"/>
                  </a:lnTo>
                  <a:lnTo>
                    <a:pt x="39" y="25"/>
                  </a:lnTo>
                  <a:lnTo>
                    <a:pt x="39" y="24"/>
                  </a:lnTo>
                  <a:lnTo>
                    <a:pt x="39" y="23"/>
                  </a:lnTo>
                  <a:close/>
                  <a:moveTo>
                    <a:pt x="45" y="23"/>
                  </a:moveTo>
                  <a:lnTo>
                    <a:pt x="43" y="24"/>
                  </a:lnTo>
                  <a:lnTo>
                    <a:pt x="42" y="25"/>
                  </a:lnTo>
                  <a:lnTo>
                    <a:pt x="42" y="26"/>
                  </a:lnTo>
                  <a:lnTo>
                    <a:pt x="43" y="27"/>
                  </a:lnTo>
                  <a:lnTo>
                    <a:pt x="43" y="28"/>
                  </a:lnTo>
                  <a:lnTo>
                    <a:pt x="45" y="26"/>
                  </a:lnTo>
                  <a:lnTo>
                    <a:pt x="46" y="25"/>
                  </a:lnTo>
                  <a:lnTo>
                    <a:pt x="46" y="24"/>
                  </a:lnTo>
                  <a:lnTo>
                    <a:pt x="45" y="23"/>
                  </a:lnTo>
                  <a:close/>
                  <a:moveTo>
                    <a:pt x="93" y="22"/>
                  </a:moveTo>
                  <a:lnTo>
                    <a:pt x="93" y="22"/>
                  </a:lnTo>
                  <a:lnTo>
                    <a:pt x="91" y="23"/>
                  </a:lnTo>
                  <a:lnTo>
                    <a:pt x="93" y="24"/>
                  </a:lnTo>
                  <a:lnTo>
                    <a:pt x="93" y="25"/>
                  </a:lnTo>
                  <a:lnTo>
                    <a:pt x="94" y="25"/>
                  </a:lnTo>
                  <a:lnTo>
                    <a:pt x="94" y="24"/>
                  </a:lnTo>
                  <a:lnTo>
                    <a:pt x="93" y="23"/>
                  </a:lnTo>
                  <a:lnTo>
                    <a:pt x="93" y="22"/>
                  </a:lnTo>
                  <a:close/>
                  <a:moveTo>
                    <a:pt x="58" y="22"/>
                  </a:moveTo>
                  <a:lnTo>
                    <a:pt x="58" y="23"/>
                  </a:lnTo>
                  <a:lnTo>
                    <a:pt x="57" y="23"/>
                  </a:lnTo>
                  <a:lnTo>
                    <a:pt x="57" y="24"/>
                  </a:lnTo>
                  <a:lnTo>
                    <a:pt x="58" y="26"/>
                  </a:lnTo>
                  <a:lnTo>
                    <a:pt x="59" y="26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60" y="24"/>
                  </a:lnTo>
                  <a:lnTo>
                    <a:pt x="59" y="23"/>
                  </a:lnTo>
                  <a:lnTo>
                    <a:pt x="58" y="22"/>
                  </a:lnTo>
                  <a:close/>
                  <a:moveTo>
                    <a:pt x="77" y="22"/>
                  </a:moveTo>
                  <a:lnTo>
                    <a:pt x="77" y="22"/>
                  </a:lnTo>
                  <a:lnTo>
                    <a:pt x="76" y="23"/>
                  </a:lnTo>
                  <a:lnTo>
                    <a:pt x="76" y="23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77" y="24"/>
                  </a:lnTo>
                  <a:lnTo>
                    <a:pt x="77" y="23"/>
                  </a:lnTo>
                  <a:lnTo>
                    <a:pt x="77" y="23"/>
                  </a:lnTo>
                  <a:lnTo>
                    <a:pt x="77" y="22"/>
                  </a:lnTo>
                  <a:close/>
                  <a:moveTo>
                    <a:pt x="65" y="22"/>
                  </a:moveTo>
                  <a:lnTo>
                    <a:pt x="64" y="23"/>
                  </a:lnTo>
                  <a:lnTo>
                    <a:pt x="63" y="23"/>
                  </a:lnTo>
                  <a:lnTo>
                    <a:pt x="62" y="25"/>
                  </a:lnTo>
                  <a:lnTo>
                    <a:pt x="63" y="25"/>
                  </a:lnTo>
                  <a:lnTo>
                    <a:pt x="64" y="24"/>
                  </a:lnTo>
                  <a:lnTo>
                    <a:pt x="64" y="24"/>
                  </a:lnTo>
                  <a:lnTo>
                    <a:pt x="65" y="23"/>
                  </a:lnTo>
                  <a:lnTo>
                    <a:pt x="66" y="23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65" y="22"/>
                  </a:lnTo>
                  <a:lnTo>
                    <a:pt x="65" y="22"/>
                  </a:lnTo>
                  <a:close/>
                  <a:moveTo>
                    <a:pt x="51" y="21"/>
                  </a:moveTo>
                  <a:lnTo>
                    <a:pt x="48" y="25"/>
                  </a:lnTo>
                  <a:lnTo>
                    <a:pt x="49" y="26"/>
                  </a:lnTo>
                  <a:lnTo>
                    <a:pt x="50" y="27"/>
                  </a:lnTo>
                  <a:lnTo>
                    <a:pt x="50" y="27"/>
                  </a:lnTo>
                  <a:lnTo>
                    <a:pt x="52" y="26"/>
                  </a:lnTo>
                  <a:lnTo>
                    <a:pt x="53" y="25"/>
                  </a:lnTo>
                  <a:lnTo>
                    <a:pt x="53" y="24"/>
                  </a:lnTo>
                  <a:lnTo>
                    <a:pt x="53" y="22"/>
                  </a:lnTo>
                  <a:lnTo>
                    <a:pt x="51" y="21"/>
                  </a:lnTo>
                  <a:close/>
                  <a:moveTo>
                    <a:pt x="43" y="21"/>
                  </a:moveTo>
                  <a:lnTo>
                    <a:pt x="42" y="22"/>
                  </a:lnTo>
                  <a:lnTo>
                    <a:pt x="41" y="23"/>
                  </a:lnTo>
                  <a:lnTo>
                    <a:pt x="41" y="24"/>
                  </a:lnTo>
                  <a:lnTo>
                    <a:pt x="42" y="23"/>
                  </a:lnTo>
                  <a:lnTo>
                    <a:pt x="43" y="22"/>
                  </a:lnTo>
                  <a:lnTo>
                    <a:pt x="43" y="21"/>
                  </a:lnTo>
                  <a:close/>
                  <a:moveTo>
                    <a:pt x="111" y="21"/>
                  </a:moveTo>
                  <a:lnTo>
                    <a:pt x="110" y="22"/>
                  </a:lnTo>
                  <a:lnTo>
                    <a:pt x="110" y="25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2" y="26"/>
                  </a:lnTo>
                  <a:lnTo>
                    <a:pt x="110" y="27"/>
                  </a:lnTo>
                  <a:lnTo>
                    <a:pt x="110" y="30"/>
                  </a:lnTo>
                  <a:lnTo>
                    <a:pt x="110" y="32"/>
                  </a:lnTo>
                  <a:lnTo>
                    <a:pt x="110" y="34"/>
                  </a:lnTo>
                  <a:lnTo>
                    <a:pt x="110" y="37"/>
                  </a:lnTo>
                  <a:lnTo>
                    <a:pt x="110" y="39"/>
                  </a:lnTo>
                  <a:lnTo>
                    <a:pt x="110" y="39"/>
                  </a:lnTo>
                  <a:lnTo>
                    <a:pt x="109" y="39"/>
                  </a:lnTo>
                  <a:lnTo>
                    <a:pt x="109" y="43"/>
                  </a:lnTo>
                  <a:lnTo>
                    <a:pt x="109" y="47"/>
                  </a:lnTo>
                  <a:lnTo>
                    <a:pt x="110" y="51"/>
                  </a:lnTo>
                  <a:lnTo>
                    <a:pt x="112" y="36"/>
                  </a:lnTo>
                  <a:lnTo>
                    <a:pt x="112" y="23"/>
                  </a:lnTo>
                  <a:lnTo>
                    <a:pt x="112" y="23"/>
                  </a:lnTo>
                  <a:lnTo>
                    <a:pt x="111" y="22"/>
                  </a:lnTo>
                  <a:lnTo>
                    <a:pt x="111" y="21"/>
                  </a:lnTo>
                  <a:lnTo>
                    <a:pt x="111" y="21"/>
                  </a:lnTo>
                  <a:close/>
                  <a:moveTo>
                    <a:pt x="95" y="20"/>
                  </a:moveTo>
                  <a:lnTo>
                    <a:pt x="94" y="21"/>
                  </a:lnTo>
                  <a:lnTo>
                    <a:pt x="94" y="21"/>
                  </a:lnTo>
                  <a:lnTo>
                    <a:pt x="94" y="21"/>
                  </a:lnTo>
                  <a:lnTo>
                    <a:pt x="94" y="23"/>
                  </a:lnTo>
                  <a:lnTo>
                    <a:pt x="95" y="24"/>
                  </a:lnTo>
                  <a:lnTo>
                    <a:pt x="96" y="25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96" y="23"/>
                  </a:lnTo>
                  <a:lnTo>
                    <a:pt x="96" y="22"/>
                  </a:lnTo>
                  <a:lnTo>
                    <a:pt x="95" y="20"/>
                  </a:lnTo>
                  <a:close/>
                  <a:moveTo>
                    <a:pt x="79" y="20"/>
                  </a:moveTo>
                  <a:lnTo>
                    <a:pt x="79" y="21"/>
                  </a:lnTo>
                  <a:lnTo>
                    <a:pt x="78" y="22"/>
                  </a:lnTo>
                  <a:lnTo>
                    <a:pt x="78" y="23"/>
                  </a:lnTo>
                  <a:lnTo>
                    <a:pt x="79" y="24"/>
                  </a:lnTo>
                  <a:lnTo>
                    <a:pt x="81" y="23"/>
                  </a:lnTo>
                  <a:lnTo>
                    <a:pt x="82" y="22"/>
                  </a:lnTo>
                  <a:lnTo>
                    <a:pt x="81" y="20"/>
                  </a:lnTo>
                  <a:lnTo>
                    <a:pt x="79" y="20"/>
                  </a:lnTo>
                  <a:close/>
                  <a:moveTo>
                    <a:pt x="102" y="20"/>
                  </a:moveTo>
                  <a:lnTo>
                    <a:pt x="101" y="20"/>
                  </a:lnTo>
                  <a:lnTo>
                    <a:pt x="100" y="21"/>
                  </a:lnTo>
                  <a:lnTo>
                    <a:pt x="101" y="21"/>
                  </a:lnTo>
                  <a:lnTo>
                    <a:pt x="102" y="21"/>
                  </a:lnTo>
                  <a:lnTo>
                    <a:pt x="102" y="21"/>
                  </a:lnTo>
                  <a:lnTo>
                    <a:pt x="102" y="21"/>
                  </a:lnTo>
                  <a:lnTo>
                    <a:pt x="102" y="20"/>
                  </a:lnTo>
                  <a:lnTo>
                    <a:pt x="102" y="20"/>
                  </a:lnTo>
                  <a:close/>
                  <a:moveTo>
                    <a:pt x="71" y="20"/>
                  </a:moveTo>
                  <a:lnTo>
                    <a:pt x="70" y="21"/>
                  </a:lnTo>
                  <a:lnTo>
                    <a:pt x="69" y="22"/>
                  </a:lnTo>
                  <a:lnTo>
                    <a:pt x="70" y="23"/>
                  </a:lnTo>
                  <a:lnTo>
                    <a:pt x="70" y="24"/>
                  </a:lnTo>
                  <a:lnTo>
                    <a:pt x="71" y="25"/>
                  </a:lnTo>
                  <a:lnTo>
                    <a:pt x="72" y="25"/>
                  </a:lnTo>
                  <a:lnTo>
                    <a:pt x="73" y="24"/>
                  </a:lnTo>
                  <a:lnTo>
                    <a:pt x="74" y="23"/>
                  </a:lnTo>
                  <a:lnTo>
                    <a:pt x="73" y="22"/>
                  </a:lnTo>
                  <a:lnTo>
                    <a:pt x="72" y="21"/>
                  </a:lnTo>
                  <a:lnTo>
                    <a:pt x="71" y="20"/>
                  </a:lnTo>
                  <a:close/>
                  <a:moveTo>
                    <a:pt x="37" y="19"/>
                  </a:moveTo>
                  <a:lnTo>
                    <a:pt x="36" y="20"/>
                  </a:lnTo>
                  <a:lnTo>
                    <a:pt x="35" y="20"/>
                  </a:lnTo>
                  <a:lnTo>
                    <a:pt x="36" y="21"/>
                  </a:lnTo>
                  <a:lnTo>
                    <a:pt x="36" y="20"/>
                  </a:lnTo>
                  <a:lnTo>
                    <a:pt x="37" y="19"/>
                  </a:lnTo>
                  <a:close/>
                  <a:moveTo>
                    <a:pt x="31" y="19"/>
                  </a:moveTo>
                  <a:lnTo>
                    <a:pt x="30" y="20"/>
                  </a:lnTo>
                  <a:lnTo>
                    <a:pt x="29" y="20"/>
                  </a:lnTo>
                  <a:lnTo>
                    <a:pt x="29" y="21"/>
                  </a:lnTo>
                  <a:lnTo>
                    <a:pt x="29" y="22"/>
                  </a:lnTo>
                  <a:lnTo>
                    <a:pt x="29" y="23"/>
                  </a:lnTo>
                  <a:lnTo>
                    <a:pt x="30" y="21"/>
                  </a:lnTo>
                  <a:lnTo>
                    <a:pt x="31" y="19"/>
                  </a:lnTo>
                  <a:close/>
                  <a:moveTo>
                    <a:pt x="86" y="19"/>
                  </a:moveTo>
                  <a:lnTo>
                    <a:pt x="86" y="21"/>
                  </a:lnTo>
                  <a:lnTo>
                    <a:pt x="87" y="23"/>
                  </a:lnTo>
                  <a:lnTo>
                    <a:pt x="87" y="24"/>
                  </a:lnTo>
                  <a:lnTo>
                    <a:pt x="88" y="24"/>
                  </a:lnTo>
                  <a:lnTo>
                    <a:pt x="89" y="23"/>
                  </a:lnTo>
                  <a:lnTo>
                    <a:pt x="88" y="21"/>
                  </a:lnTo>
                  <a:lnTo>
                    <a:pt x="86" y="19"/>
                  </a:lnTo>
                  <a:close/>
                  <a:moveTo>
                    <a:pt x="41" y="19"/>
                  </a:moveTo>
                  <a:lnTo>
                    <a:pt x="41" y="20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1" y="22"/>
                  </a:lnTo>
                  <a:lnTo>
                    <a:pt x="41" y="21"/>
                  </a:lnTo>
                  <a:lnTo>
                    <a:pt x="42" y="20"/>
                  </a:lnTo>
                  <a:lnTo>
                    <a:pt x="42" y="19"/>
                  </a:lnTo>
                  <a:lnTo>
                    <a:pt x="42" y="19"/>
                  </a:lnTo>
                  <a:lnTo>
                    <a:pt x="41" y="19"/>
                  </a:lnTo>
                  <a:close/>
                  <a:moveTo>
                    <a:pt x="55" y="18"/>
                  </a:moveTo>
                  <a:lnTo>
                    <a:pt x="54" y="19"/>
                  </a:lnTo>
                  <a:lnTo>
                    <a:pt x="53" y="20"/>
                  </a:lnTo>
                  <a:lnTo>
                    <a:pt x="54" y="22"/>
                  </a:lnTo>
                  <a:lnTo>
                    <a:pt x="55" y="23"/>
                  </a:lnTo>
                  <a:lnTo>
                    <a:pt x="55" y="22"/>
                  </a:lnTo>
                  <a:lnTo>
                    <a:pt x="57" y="21"/>
                  </a:lnTo>
                  <a:lnTo>
                    <a:pt x="57" y="21"/>
                  </a:lnTo>
                  <a:lnTo>
                    <a:pt x="57" y="19"/>
                  </a:lnTo>
                  <a:lnTo>
                    <a:pt x="55" y="18"/>
                  </a:lnTo>
                  <a:close/>
                  <a:moveTo>
                    <a:pt x="111" y="18"/>
                  </a:moveTo>
                  <a:lnTo>
                    <a:pt x="111" y="19"/>
                  </a:lnTo>
                  <a:lnTo>
                    <a:pt x="111" y="20"/>
                  </a:lnTo>
                  <a:lnTo>
                    <a:pt x="112" y="21"/>
                  </a:lnTo>
                  <a:lnTo>
                    <a:pt x="112" y="20"/>
                  </a:lnTo>
                  <a:lnTo>
                    <a:pt x="112" y="19"/>
                  </a:lnTo>
                  <a:lnTo>
                    <a:pt x="112" y="18"/>
                  </a:lnTo>
                  <a:lnTo>
                    <a:pt x="111" y="18"/>
                  </a:lnTo>
                  <a:close/>
                  <a:moveTo>
                    <a:pt x="35" y="18"/>
                  </a:moveTo>
                  <a:lnTo>
                    <a:pt x="35" y="19"/>
                  </a:lnTo>
                  <a:lnTo>
                    <a:pt x="35" y="20"/>
                  </a:lnTo>
                  <a:lnTo>
                    <a:pt x="35" y="19"/>
                  </a:lnTo>
                  <a:lnTo>
                    <a:pt x="35" y="18"/>
                  </a:lnTo>
                  <a:close/>
                  <a:moveTo>
                    <a:pt x="100" y="18"/>
                  </a:moveTo>
                  <a:lnTo>
                    <a:pt x="100" y="18"/>
                  </a:lnTo>
                  <a:lnTo>
                    <a:pt x="99" y="19"/>
                  </a:lnTo>
                  <a:lnTo>
                    <a:pt x="100" y="19"/>
                  </a:lnTo>
                  <a:lnTo>
                    <a:pt x="100" y="19"/>
                  </a:lnTo>
                  <a:lnTo>
                    <a:pt x="100" y="18"/>
                  </a:lnTo>
                  <a:lnTo>
                    <a:pt x="100" y="18"/>
                  </a:lnTo>
                  <a:lnTo>
                    <a:pt x="100" y="18"/>
                  </a:lnTo>
                  <a:close/>
                  <a:moveTo>
                    <a:pt x="48" y="18"/>
                  </a:moveTo>
                  <a:lnTo>
                    <a:pt x="48" y="19"/>
                  </a:lnTo>
                  <a:lnTo>
                    <a:pt x="47" y="20"/>
                  </a:lnTo>
                  <a:lnTo>
                    <a:pt x="46" y="22"/>
                  </a:lnTo>
                  <a:lnTo>
                    <a:pt x="47" y="22"/>
                  </a:lnTo>
                  <a:lnTo>
                    <a:pt x="47" y="24"/>
                  </a:lnTo>
                  <a:lnTo>
                    <a:pt x="49" y="22"/>
                  </a:lnTo>
                  <a:lnTo>
                    <a:pt x="50" y="20"/>
                  </a:lnTo>
                  <a:lnTo>
                    <a:pt x="50" y="19"/>
                  </a:lnTo>
                  <a:lnTo>
                    <a:pt x="49" y="18"/>
                  </a:lnTo>
                  <a:lnTo>
                    <a:pt x="48" y="18"/>
                  </a:lnTo>
                  <a:close/>
                  <a:moveTo>
                    <a:pt x="41" y="18"/>
                  </a:moveTo>
                  <a:lnTo>
                    <a:pt x="39" y="20"/>
                  </a:lnTo>
                  <a:lnTo>
                    <a:pt x="40" y="19"/>
                  </a:lnTo>
                  <a:lnTo>
                    <a:pt x="41" y="18"/>
                  </a:lnTo>
                  <a:lnTo>
                    <a:pt x="41" y="18"/>
                  </a:lnTo>
                  <a:close/>
                  <a:moveTo>
                    <a:pt x="69" y="16"/>
                  </a:moveTo>
                  <a:lnTo>
                    <a:pt x="69" y="18"/>
                  </a:lnTo>
                  <a:lnTo>
                    <a:pt x="67" y="19"/>
                  </a:lnTo>
                  <a:lnTo>
                    <a:pt x="67" y="20"/>
                  </a:lnTo>
                  <a:lnTo>
                    <a:pt x="67" y="21"/>
                  </a:lnTo>
                  <a:lnTo>
                    <a:pt x="67" y="21"/>
                  </a:lnTo>
                  <a:lnTo>
                    <a:pt x="69" y="20"/>
                  </a:lnTo>
                  <a:lnTo>
                    <a:pt x="70" y="18"/>
                  </a:lnTo>
                  <a:lnTo>
                    <a:pt x="70" y="18"/>
                  </a:lnTo>
                  <a:lnTo>
                    <a:pt x="69" y="16"/>
                  </a:lnTo>
                  <a:close/>
                  <a:moveTo>
                    <a:pt x="88" y="16"/>
                  </a:moveTo>
                  <a:lnTo>
                    <a:pt x="88" y="18"/>
                  </a:lnTo>
                  <a:lnTo>
                    <a:pt x="88" y="18"/>
                  </a:lnTo>
                  <a:lnTo>
                    <a:pt x="89" y="19"/>
                  </a:lnTo>
                  <a:lnTo>
                    <a:pt x="89" y="18"/>
                  </a:lnTo>
                  <a:lnTo>
                    <a:pt x="89" y="18"/>
                  </a:lnTo>
                  <a:lnTo>
                    <a:pt x="89" y="16"/>
                  </a:lnTo>
                  <a:lnTo>
                    <a:pt x="88" y="16"/>
                  </a:lnTo>
                  <a:close/>
                  <a:moveTo>
                    <a:pt x="97" y="16"/>
                  </a:moveTo>
                  <a:lnTo>
                    <a:pt x="97" y="18"/>
                  </a:lnTo>
                  <a:lnTo>
                    <a:pt x="96" y="18"/>
                  </a:lnTo>
                  <a:lnTo>
                    <a:pt x="96" y="19"/>
                  </a:lnTo>
                  <a:lnTo>
                    <a:pt x="96" y="19"/>
                  </a:lnTo>
                  <a:lnTo>
                    <a:pt x="96" y="20"/>
                  </a:lnTo>
                  <a:lnTo>
                    <a:pt x="97" y="20"/>
                  </a:lnTo>
                  <a:lnTo>
                    <a:pt x="97" y="19"/>
                  </a:lnTo>
                  <a:lnTo>
                    <a:pt x="97" y="18"/>
                  </a:lnTo>
                  <a:lnTo>
                    <a:pt x="97" y="16"/>
                  </a:lnTo>
                  <a:close/>
                  <a:moveTo>
                    <a:pt x="62" y="16"/>
                  </a:moveTo>
                  <a:lnTo>
                    <a:pt x="62" y="19"/>
                  </a:lnTo>
                  <a:lnTo>
                    <a:pt x="61" y="20"/>
                  </a:lnTo>
                  <a:lnTo>
                    <a:pt x="59" y="21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1" y="23"/>
                  </a:lnTo>
                  <a:lnTo>
                    <a:pt x="62" y="23"/>
                  </a:lnTo>
                  <a:lnTo>
                    <a:pt x="63" y="22"/>
                  </a:lnTo>
                  <a:lnTo>
                    <a:pt x="64" y="20"/>
                  </a:lnTo>
                  <a:lnTo>
                    <a:pt x="64" y="19"/>
                  </a:lnTo>
                  <a:lnTo>
                    <a:pt x="62" y="16"/>
                  </a:lnTo>
                  <a:close/>
                  <a:moveTo>
                    <a:pt x="105" y="16"/>
                  </a:moveTo>
                  <a:lnTo>
                    <a:pt x="105" y="16"/>
                  </a:lnTo>
                  <a:lnTo>
                    <a:pt x="105" y="16"/>
                  </a:lnTo>
                  <a:lnTo>
                    <a:pt x="105" y="16"/>
                  </a:lnTo>
                  <a:lnTo>
                    <a:pt x="105" y="18"/>
                  </a:lnTo>
                  <a:lnTo>
                    <a:pt x="105" y="18"/>
                  </a:lnTo>
                  <a:lnTo>
                    <a:pt x="105" y="19"/>
                  </a:lnTo>
                  <a:lnTo>
                    <a:pt x="106" y="19"/>
                  </a:lnTo>
                  <a:lnTo>
                    <a:pt x="106" y="18"/>
                  </a:lnTo>
                  <a:lnTo>
                    <a:pt x="105" y="16"/>
                  </a:lnTo>
                  <a:lnTo>
                    <a:pt x="105" y="16"/>
                  </a:lnTo>
                  <a:lnTo>
                    <a:pt x="105" y="16"/>
                  </a:lnTo>
                  <a:close/>
                  <a:moveTo>
                    <a:pt x="83" y="16"/>
                  </a:moveTo>
                  <a:lnTo>
                    <a:pt x="82" y="16"/>
                  </a:lnTo>
                  <a:lnTo>
                    <a:pt x="82" y="18"/>
                  </a:lnTo>
                  <a:lnTo>
                    <a:pt x="82" y="18"/>
                  </a:lnTo>
                  <a:lnTo>
                    <a:pt x="82" y="19"/>
                  </a:lnTo>
                  <a:lnTo>
                    <a:pt x="83" y="20"/>
                  </a:lnTo>
                  <a:lnTo>
                    <a:pt x="83" y="20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4" y="19"/>
                  </a:lnTo>
                  <a:lnTo>
                    <a:pt x="83" y="16"/>
                  </a:lnTo>
                  <a:lnTo>
                    <a:pt x="83" y="16"/>
                  </a:lnTo>
                  <a:close/>
                  <a:moveTo>
                    <a:pt x="91" y="15"/>
                  </a:moveTo>
                  <a:lnTo>
                    <a:pt x="91" y="18"/>
                  </a:lnTo>
                  <a:lnTo>
                    <a:pt x="91" y="19"/>
                  </a:lnTo>
                  <a:lnTo>
                    <a:pt x="93" y="19"/>
                  </a:lnTo>
                  <a:lnTo>
                    <a:pt x="93" y="19"/>
                  </a:lnTo>
                  <a:lnTo>
                    <a:pt x="93" y="18"/>
                  </a:lnTo>
                  <a:lnTo>
                    <a:pt x="91" y="16"/>
                  </a:lnTo>
                  <a:lnTo>
                    <a:pt x="91" y="15"/>
                  </a:lnTo>
                  <a:close/>
                  <a:moveTo>
                    <a:pt x="48" y="15"/>
                  </a:moveTo>
                  <a:lnTo>
                    <a:pt x="47" y="16"/>
                  </a:lnTo>
                  <a:lnTo>
                    <a:pt x="46" y="18"/>
                  </a:lnTo>
                  <a:lnTo>
                    <a:pt x="45" y="19"/>
                  </a:lnTo>
                  <a:lnTo>
                    <a:pt x="45" y="20"/>
                  </a:lnTo>
                  <a:lnTo>
                    <a:pt x="46" y="19"/>
                  </a:lnTo>
                  <a:lnTo>
                    <a:pt x="47" y="18"/>
                  </a:lnTo>
                  <a:lnTo>
                    <a:pt x="48" y="16"/>
                  </a:lnTo>
                  <a:lnTo>
                    <a:pt x="48" y="15"/>
                  </a:lnTo>
                  <a:close/>
                  <a:moveTo>
                    <a:pt x="15" y="15"/>
                  </a:moveTo>
                  <a:lnTo>
                    <a:pt x="9" y="33"/>
                  </a:lnTo>
                  <a:lnTo>
                    <a:pt x="4" y="50"/>
                  </a:lnTo>
                  <a:lnTo>
                    <a:pt x="10" y="33"/>
                  </a:lnTo>
                  <a:lnTo>
                    <a:pt x="15" y="15"/>
                  </a:lnTo>
                  <a:close/>
                  <a:moveTo>
                    <a:pt x="22" y="15"/>
                  </a:moveTo>
                  <a:lnTo>
                    <a:pt x="18" y="26"/>
                  </a:lnTo>
                  <a:lnTo>
                    <a:pt x="18" y="26"/>
                  </a:lnTo>
                  <a:lnTo>
                    <a:pt x="18" y="25"/>
                  </a:lnTo>
                  <a:lnTo>
                    <a:pt x="19" y="25"/>
                  </a:lnTo>
                  <a:lnTo>
                    <a:pt x="19" y="25"/>
                  </a:lnTo>
                  <a:lnTo>
                    <a:pt x="19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0"/>
                  </a:lnTo>
                  <a:lnTo>
                    <a:pt x="22" y="18"/>
                  </a:lnTo>
                  <a:lnTo>
                    <a:pt x="22" y="15"/>
                  </a:lnTo>
                  <a:close/>
                  <a:moveTo>
                    <a:pt x="108" y="15"/>
                  </a:moveTo>
                  <a:lnTo>
                    <a:pt x="108" y="16"/>
                  </a:lnTo>
                  <a:lnTo>
                    <a:pt x="108" y="18"/>
                  </a:lnTo>
                  <a:lnTo>
                    <a:pt x="108" y="19"/>
                  </a:lnTo>
                  <a:lnTo>
                    <a:pt x="108" y="18"/>
                  </a:lnTo>
                  <a:lnTo>
                    <a:pt x="108" y="16"/>
                  </a:lnTo>
                  <a:lnTo>
                    <a:pt x="108" y="15"/>
                  </a:lnTo>
                  <a:lnTo>
                    <a:pt x="108" y="15"/>
                  </a:lnTo>
                  <a:close/>
                  <a:moveTo>
                    <a:pt x="83" y="15"/>
                  </a:moveTo>
                  <a:lnTo>
                    <a:pt x="83" y="16"/>
                  </a:lnTo>
                  <a:lnTo>
                    <a:pt x="84" y="18"/>
                  </a:lnTo>
                  <a:lnTo>
                    <a:pt x="85" y="18"/>
                  </a:lnTo>
                  <a:lnTo>
                    <a:pt x="85" y="16"/>
                  </a:lnTo>
                  <a:lnTo>
                    <a:pt x="84" y="15"/>
                  </a:lnTo>
                  <a:lnTo>
                    <a:pt x="83" y="15"/>
                  </a:lnTo>
                  <a:close/>
                  <a:moveTo>
                    <a:pt x="39" y="15"/>
                  </a:moveTo>
                  <a:lnTo>
                    <a:pt x="39" y="15"/>
                  </a:lnTo>
                  <a:lnTo>
                    <a:pt x="39" y="16"/>
                  </a:lnTo>
                  <a:lnTo>
                    <a:pt x="38" y="16"/>
                  </a:lnTo>
                  <a:lnTo>
                    <a:pt x="39" y="18"/>
                  </a:lnTo>
                  <a:lnTo>
                    <a:pt x="39" y="16"/>
                  </a:lnTo>
                  <a:lnTo>
                    <a:pt x="39" y="15"/>
                  </a:lnTo>
                  <a:lnTo>
                    <a:pt x="40" y="15"/>
                  </a:lnTo>
                  <a:lnTo>
                    <a:pt x="39" y="15"/>
                  </a:lnTo>
                  <a:close/>
                  <a:moveTo>
                    <a:pt x="26" y="15"/>
                  </a:moveTo>
                  <a:lnTo>
                    <a:pt x="26" y="15"/>
                  </a:lnTo>
                  <a:lnTo>
                    <a:pt x="25" y="15"/>
                  </a:lnTo>
                  <a:lnTo>
                    <a:pt x="24" y="15"/>
                  </a:lnTo>
                  <a:lnTo>
                    <a:pt x="27" y="36"/>
                  </a:lnTo>
                  <a:lnTo>
                    <a:pt x="29" y="55"/>
                  </a:lnTo>
                  <a:lnTo>
                    <a:pt x="29" y="56"/>
                  </a:lnTo>
                  <a:lnTo>
                    <a:pt x="29" y="56"/>
                  </a:lnTo>
                  <a:lnTo>
                    <a:pt x="29" y="56"/>
                  </a:lnTo>
                  <a:lnTo>
                    <a:pt x="30" y="64"/>
                  </a:lnTo>
                  <a:lnTo>
                    <a:pt x="31" y="73"/>
                  </a:lnTo>
                  <a:lnTo>
                    <a:pt x="31" y="74"/>
                  </a:lnTo>
                  <a:lnTo>
                    <a:pt x="30" y="74"/>
                  </a:lnTo>
                  <a:lnTo>
                    <a:pt x="30" y="74"/>
                  </a:lnTo>
                  <a:lnTo>
                    <a:pt x="31" y="78"/>
                  </a:lnTo>
                  <a:lnTo>
                    <a:pt x="31" y="80"/>
                  </a:lnTo>
                  <a:lnTo>
                    <a:pt x="31" y="82"/>
                  </a:lnTo>
                  <a:lnTo>
                    <a:pt x="34" y="100"/>
                  </a:lnTo>
                  <a:lnTo>
                    <a:pt x="35" y="118"/>
                  </a:lnTo>
                  <a:lnTo>
                    <a:pt x="36" y="130"/>
                  </a:lnTo>
                  <a:lnTo>
                    <a:pt x="37" y="142"/>
                  </a:lnTo>
                  <a:lnTo>
                    <a:pt x="35" y="112"/>
                  </a:lnTo>
                  <a:lnTo>
                    <a:pt x="35" y="82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4" y="81"/>
                  </a:lnTo>
                  <a:lnTo>
                    <a:pt x="31" y="58"/>
                  </a:lnTo>
                  <a:lnTo>
                    <a:pt x="28" y="35"/>
                  </a:lnTo>
                  <a:lnTo>
                    <a:pt x="26" y="15"/>
                  </a:lnTo>
                  <a:close/>
                  <a:moveTo>
                    <a:pt x="17" y="14"/>
                  </a:moveTo>
                  <a:lnTo>
                    <a:pt x="17" y="14"/>
                  </a:lnTo>
                  <a:lnTo>
                    <a:pt x="14" y="23"/>
                  </a:lnTo>
                  <a:lnTo>
                    <a:pt x="13" y="28"/>
                  </a:lnTo>
                  <a:lnTo>
                    <a:pt x="13" y="30"/>
                  </a:lnTo>
                  <a:lnTo>
                    <a:pt x="12" y="33"/>
                  </a:lnTo>
                  <a:lnTo>
                    <a:pt x="13" y="28"/>
                  </a:lnTo>
                  <a:lnTo>
                    <a:pt x="14" y="25"/>
                  </a:lnTo>
                  <a:lnTo>
                    <a:pt x="15" y="22"/>
                  </a:lnTo>
                  <a:lnTo>
                    <a:pt x="16" y="19"/>
                  </a:lnTo>
                  <a:lnTo>
                    <a:pt x="17" y="15"/>
                  </a:lnTo>
                  <a:lnTo>
                    <a:pt x="17" y="15"/>
                  </a:lnTo>
                  <a:lnTo>
                    <a:pt x="17" y="14"/>
                  </a:lnTo>
                  <a:close/>
                  <a:moveTo>
                    <a:pt x="34" y="14"/>
                  </a:moveTo>
                  <a:lnTo>
                    <a:pt x="34" y="15"/>
                  </a:lnTo>
                  <a:lnTo>
                    <a:pt x="34" y="15"/>
                  </a:lnTo>
                  <a:lnTo>
                    <a:pt x="34" y="16"/>
                  </a:lnTo>
                  <a:lnTo>
                    <a:pt x="34" y="16"/>
                  </a:lnTo>
                  <a:lnTo>
                    <a:pt x="35" y="15"/>
                  </a:lnTo>
                  <a:lnTo>
                    <a:pt x="35" y="14"/>
                  </a:lnTo>
                  <a:lnTo>
                    <a:pt x="34" y="14"/>
                  </a:lnTo>
                  <a:close/>
                  <a:moveTo>
                    <a:pt x="76" y="13"/>
                  </a:moveTo>
                  <a:lnTo>
                    <a:pt x="74" y="15"/>
                  </a:lnTo>
                  <a:lnTo>
                    <a:pt x="73" y="16"/>
                  </a:lnTo>
                  <a:lnTo>
                    <a:pt x="72" y="18"/>
                  </a:lnTo>
                  <a:lnTo>
                    <a:pt x="75" y="22"/>
                  </a:lnTo>
                  <a:lnTo>
                    <a:pt x="76" y="21"/>
                  </a:lnTo>
                  <a:lnTo>
                    <a:pt x="77" y="19"/>
                  </a:lnTo>
                  <a:lnTo>
                    <a:pt x="77" y="16"/>
                  </a:lnTo>
                  <a:lnTo>
                    <a:pt x="77" y="15"/>
                  </a:lnTo>
                  <a:lnTo>
                    <a:pt x="76" y="13"/>
                  </a:lnTo>
                  <a:close/>
                  <a:moveTo>
                    <a:pt x="47" y="13"/>
                  </a:moveTo>
                  <a:lnTo>
                    <a:pt x="45" y="14"/>
                  </a:lnTo>
                  <a:lnTo>
                    <a:pt x="43" y="15"/>
                  </a:lnTo>
                  <a:lnTo>
                    <a:pt x="43" y="18"/>
                  </a:lnTo>
                  <a:lnTo>
                    <a:pt x="45" y="16"/>
                  </a:lnTo>
                  <a:lnTo>
                    <a:pt x="46" y="16"/>
                  </a:lnTo>
                  <a:lnTo>
                    <a:pt x="47" y="14"/>
                  </a:lnTo>
                  <a:lnTo>
                    <a:pt x="47" y="13"/>
                  </a:lnTo>
                  <a:close/>
                  <a:moveTo>
                    <a:pt x="12" y="13"/>
                  </a:moveTo>
                  <a:lnTo>
                    <a:pt x="11" y="14"/>
                  </a:lnTo>
                  <a:lnTo>
                    <a:pt x="11" y="15"/>
                  </a:lnTo>
                  <a:lnTo>
                    <a:pt x="12" y="16"/>
                  </a:lnTo>
                  <a:lnTo>
                    <a:pt x="12" y="15"/>
                  </a:lnTo>
                  <a:lnTo>
                    <a:pt x="12" y="14"/>
                  </a:lnTo>
                  <a:lnTo>
                    <a:pt x="12" y="13"/>
                  </a:lnTo>
                  <a:close/>
                  <a:moveTo>
                    <a:pt x="52" y="13"/>
                  </a:moveTo>
                  <a:lnTo>
                    <a:pt x="51" y="14"/>
                  </a:lnTo>
                  <a:lnTo>
                    <a:pt x="50" y="15"/>
                  </a:lnTo>
                  <a:lnTo>
                    <a:pt x="50" y="16"/>
                  </a:lnTo>
                  <a:lnTo>
                    <a:pt x="52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3" y="14"/>
                  </a:lnTo>
                  <a:lnTo>
                    <a:pt x="52" y="13"/>
                  </a:lnTo>
                  <a:close/>
                  <a:moveTo>
                    <a:pt x="66" y="12"/>
                  </a:moveTo>
                  <a:lnTo>
                    <a:pt x="65" y="13"/>
                  </a:lnTo>
                  <a:lnTo>
                    <a:pt x="64" y="14"/>
                  </a:lnTo>
                  <a:lnTo>
                    <a:pt x="64" y="15"/>
                  </a:lnTo>
                  <a:lnTo>
                    <a:pt x="64" y="15"/>
                  </a:lnTo>
                  <a:lnTo>
                    <a:pt x="64" y="15"/>
                  </a:lnTo>
                  <a:lnTo>
                    <a:pt x="64" y="16"/>
                  </a:lnTo>
                  <a:lnTo>
                    <a:pt x="64" y="16"/>
                  </a:lnTo>
                  <a:lnTo>
                    <a:pt x="65" y="18"/>
                  </a:lnTo>
                  <a:lnTo>
                    <a:pt x="65" y="18"/>
                  </a:lnTo>
                  <a:lnTo>
                    <a:pt x="67" y="16"/>
                  </a:lnTo>
                  <a:lnTo>
                    <a:pt x="67" y="15"/>
                  </a:lnTo>
                  <a:lnTo>
                    <a:pt x="67" y="14"/>
                  </a:lnTo>
                  <a:lnTo>
                    <a:pt x="66" y="12"/>
                  </a:lnTo>
                  <a:close/>
                  <a:moveTo>
                    <a:pt x="29" y="12"/>
                  </a:moveTo>
                  <a:lnTo>
                    <a:pt x="28" y="14"/>
                  </a:lnTo>
                  <a:lnTo>
                    <a:pt x="28" y="16"/>
                  </a:lnTo>
                  <a:lnTo>
                    <a:pt x="29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9" y="12"/>
                  </a:lnTo>
                  <a:close/>
                  <a:moveTo>
                    <a:pt x="101" y="12"/>
                  </a:moveTo>
                  <a:lnTo>
                    <a:pt x="100" y="13"/>
                  </a:lnTo>
                  <a:lnTo>
                    <a:pt x="100" y="14"/>
                  </a:lnTo>
                  <a:lnTo>
                    <a:pt x="101" y="15"/>
                  </a:lnTo>
                  <a:lnTo>
                    <a:pt x="102" y="15"/>
                  </a:lnTo>
                  <a:lnTo>
                    <a:pt x="102" y="15"/>
                  </a:lnTo>
                  <a:lnTo>
                    <a:pt x="102" y="15"/>
                  </a:lnTo>
                  <a:lnTo>
                    <a:pt x="101" y="15"/>
                  </a:lnTo>
                  <a:lnTo>
                    <a:pt x="101" y="14"/>
                  </a:lnTo>
                  <a:lnTo>
                    <a:pt x="101" y="14"/>
                  </a:lnTo>
                  <a:lnTo>
                    <a:pt x="101" y="14"/>
                  </a:lnTo>
                  <a:lnTo>
                    <a:pt x="101" y="13"/>
                  </a:lnTo>
                  <a:lnTo>
                    <a:pt x="102" y="13"/>
                  </a:lnTo>
                  <a:lnTo>
                    <a:pt x="101" y="13"/>
                  </a:lnTo>
                  <a:lnTo>
                    <a:pt x="101" y="13"/>
                  </a:lnTo>
                  <a:lnTo>
                    <a:pt x="101" y="12"/>
                  </a:lnTo>
                  <a:lnTo>
                    <a:pt x="101" y="12"/>
                  </a:lnTo>
                  <a:close/>
                  <a:moveTo>
                    <a:pt x="60" y="12"/>
                  </a:moveTo>
                  <a:lnTo>
                    <a:pt x="58" y="14"/>
                  </a:lnTo>
                  <a:lnTo>
                    <a:pt x="57" y="16"/>
                  </a:lnTo>
                  <a:lnTo>
                    <a:pt x="57" y="18"/>
                  </a:lnTo>
                  <a:lnTo>
                    <a:pt x="58" y="18"/>
                  </a:lnTo>
                  <a:lnTo>
                    <a:pt x="59" y="19"/>
                  </a:lnTo>
                  <a:lnTo>
                    <a:pt x="60" y="18"/>
                  </a:lnTo>
                  <a:lnTo>
                    <a:pt x="61" y="16"/>
                  </a:lnTo>
                  <a:lnTo>
                    <a:pt x="61" y="15"/>
                  </a:lnTo>
                  <a:lnTo>
                    <a:pt x="61" y="14"/>
                  </a:lnTo>
                  <a:lnTo>
                    <a:pt x="60" y="13"/>
                  </a:lnTo>
                  <a:lnTo>
                    <a:pt x="60" y="12"/>
                  </a:lnTo>
                  <a:close/>
                  <a:moveTo>
                    <a:pt x="81" y="12"/>
                  </a:moveTo>
                  <a:lnTo>
                    <a:pt x="79" y="12"/>
                  </a:lnTo>
                  <a:lnTo>
                    <a:pt x="79" y="13"/>
                  </a:lnTo>
                  <a:lnTo>
                    <a:pt x="79" y="14"/>
                  </a:lnTo>
                  <a:lnTo>
                    <a:pt x="79" y="15"/>
                  </a:lnTo>
                  <a:lnTo>
                    <a:pt x="81" y="16"/>
                  </a:lnTo>
                  <a:lnTo>
                    <a:pt x="82" y="14"/>
                  </a:lnTo>
                  <a:lnTo>
                    <a:pt x="83" y="13"/>
                  </a:lnTo>
                  <a:lnTo>
                    <a:pt x="82" y="12"/>
                  </a:lnTo>
                  <a:lnTo>
                    <a:pt x="81" y="12"/>
                  </a:lnTo>
                  <a:close/>
                  <a:moveTo>
                    <a:pt x="87" y="11"/>
                  </a:moveTo>
                  <a:lnTo>
                    <a:pt x="86" y="12"/>
                  </a:lnTo>
                  <a:lnTo>
                    <a:pt x="86" y="14"/>
                  </a:lnTo>
                  <a:lnTo>
                    <a:pt x="87" y="16"/>
                  </a:lnTo>
                  <a:lnTo>
                    <a:pt x="87" y="15"/>
                  </a:lnTo>
                  <a:lnTo>
                    <a:pt x="88" y="14"/>
                  </a:lnTo>
                  <a:lnTo>
                    <a:pt x="88" y="12"/>
                  </a:lnTo>
                  <a:lnTo>
                    <a:pt x="87" y="11"/>
                  </a:lnTo>
                  <a:close/>
                  <a:moveTo>
                    <a:pt x="74" y="11"/>
                  </a:moveTo>
                  <a:lnTo>
                    <a:pt x="74" y="12"/>
                  </a:lnTo>
                  <a:lnTo>
                    <a:pt x="73" y="12"/>
                  </a:lnTo>
                  <a:lnTo>
                    <a:pt x="73" y="12"/>
                  </a:lnTo>
                  <a:lnTo>
                    <a:pt x="73" y="13"/>
                  </a:lnTo>
                  <a:lnTo>
                    <a:pt x="71" y="14"/>
                  </a:lnTo>
                  <a:lnTo>
                    <a:pt x="71" y="16"/>
                  </a:lnTo>
                  <a:lnTo>
                    <a:pt x="71" y="16"/>
                  </a:lnTo>
                  <a:lnTo>
                    <a:pt x="72" y="16"/>
                  </a:lnTo>
                  <a:lnTo>
                    <a:pt x="73" y="14"/>
                  </a:lnTo>
                  <a:lnTo>
                    <a:pt x="75" y="12"/>
                  </a:lnTo>
                  <a:lnTo>
                    <a:pt x="75" y="12"/>
                  </a:lnTo>
                  <a:lnTo>
                    <a:pt x="75" y="11"/>
                  </a:lnTo>
                  <a:lnTo>
                    <a:pt x="74" y="11"/>
                  </a:lnTo>
                  <a:close/>
                  <a:moveTo>
                    <a:pt x="35" y="11"/>
                  </a:moveTo>
                  <a:lnTo>
                    <a:pt x="34" y="12"/>
                  </a:lnTo>
                  <a:lnTo>
                    <a:pt x="34" y="13"/>
                  </a:lnTo>
                  <a:lnTo>
                    <a:pt x="33" y="14"/>
                  </a:lnTo>
                  <a:lnTo>
                    <a:pt x="34" y="13"/>
                  </a:lnTo>
                  <a:lnTo>
                    <a:pt x="35" y="12"/>
                  </a:lnTo>
                  <a:lnTo>
                    <a:pt x="35" y="11"/>
                  </a:lnTo>
                  <a:close/>
                  <a:moveTo>
                    <a:pt x="12" y="11"/>
                  </a:moveTo>
                  <a:lnTo>
                    <a:pt x="12" y="11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1"/>
                  </a:lnTo>
                  <a:close/>
                  <a:moveTo>
                    <a:pt x="102" y="10"/>
                  </a:moveTo>
                  <a:lnTo>
                    <a:pt x="102" y="11"/>
                  </a:lnTo>
                  <a:lnTo>
                    <a:pt x="102" y="11"/>
                  </a:lnTo>
                  <a:lnTo>
                    <a:pt x="102" y="12"/>
                  </a:lnTo>
                  <a:lnTo>
                    <a:pt x="103" y="12"/>
                  </a:lnTo>
                  <a:lnTo>
                    <a:pt x="102" y="11"/>
                  </a:lnTo>
                  <a:lnTo>
                    <a:pt x="103" y="11"/>
                  </a:lnTo>
                  <a:lnTo>
                    <a:pt x="103" y="11"/>
                  </a:lnTo>
                  <a:lnTo>
                    <a:pt x="102" y="10"/>
                  </a:lnTo>
                  <a:close/>
                  <a:moveTo>
                    <a:pt x="94" y="10"/>
                  </a:moveTo>
                  <a:lnTo>
                    <a:pt x="94" y="11"/>
                  </a:lnTo>
                  <a:lnTo>
                    <a:pt x="93" y="11"/>
                  </a:lnTo>
                  <a:lnTo>
                    <a:pt x="93" y="12"/>
                  </a:lnTo>
                  <a:lnTo>
                    <a:pt x="93" y="13"/>
                  </a:lnTo>
                  <a:lnTo>
                    <a:pt x="93" y="14"/>
                  </a:lnTo>
                  <a:lnTo>
                    <a:pt x="94" y="15"/>
                  </a:lnTo>
                  <a:lnTo>
                    <a:pt x="95" y="16"/>
                  </a:lnTo>
                  <a:lnTo>
                    <a:pt x="96" y="16"/>
                  </a:lnTo>
                  <a:lnTo>
                    <a:pt x="96" y="15"/>
                  </a:lnTo>
                  <a:lnTo>
                    <a:pt x="96" y="14"/>
                  </a:lnTo>
                  <a:lnTo>
                    <a:pt x="95" y="12"/>
                  </a:lnTo>
                  <a:lnTo>
                    <a:pt x="95" y="11"/>
                  </a:lnTo>
                  <a:lnTo>
                    <a:pt x="94" y="10"/>
                  </a:lnTo>
                  <a:close/>
                  <a:moveTo>
                    <a:pt x="45" y="10"/>
                  </a:moveTo>
                  <a:lnTo>
                    <a:pt x="42" y="11"/>
                  </a:lnTo>
                  <a:lnTo>
                    <a:pt x="42" y="12"/>
                  </a:lnTo>
                  <a:lnTo>
                    <a:pt x="43" y="11"/>
                  </a:lnTo>
                  <a:lnTo>
                    <a:pt x="45" y="10"/>
                  </a:lnTo>
                  <a:close/>
                  <a:moveTo>
                    <a:pt x="79" y="10"/>
                  </a:moveTo>
                  <a:lnTo>
                    <a:pt x="79" y="10"/>
                  </a:lnTo>
                  <a:lnTo>
                    <a:pt x="79" y="10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81" y="11"/>
                  </a:lnTo>
                  <a:lnTo>
                    <a:pt x="81" y="11"/>
                  </a:lnTo>
                  <a:lnTo>
                    <a:pt x="81" y="11"/>
                  </a:lnTo>
                  <a:lnTo>
                    <a:pt x="79" y="10"/>
                  </a:lnTo>
                  <a:close/>
                  <a:moveTo>
                    <a:pt x="40" y="10"/>
                  </a:moveTo>
                  <a:lnTo>
                    <a:pt x="40" y="10"/>
                  </a:lnTo>
                  <a:lnTo>
                    <a:pt x="40" y="11"/>
                  </a:lnTo>
                  <a:lnTo>
                    <a:pt x="40" y="12"/>
                  </a:lnTo>
                  <a:lnTo>
                    <a:pt x="41" y="11"/>
                  </a:lnTo>
                  <a:lnTo>
                    <a:pt x="41" y="10"/>
                  </a:lnTo>
                  <a:lnTo>
                    <a:pt x="40" y="10"/>
                  </a:lnTo>
                  <a:close/>
                  <a:moveTo>
                    <a:pt x="108" y="10"/>
                  </a:moveTo>
                  <a:lnTo>
                    <a:pt x="108" y="10"/>
                  </a:lnTo>
                  <a:lnTo>
                    <a:pt x="108" y="11"/>
                  </a:lnTo>
                  <a:lnTo>
                    <a:pt x="109" y="11"/>
                  </a:lnTo>
                  <a:lnTo>
                    <a:pt x="109" y="11"/>
                  </a:lnTo>
                  <a:lnTo>
                    <a:pt x="109" y="10"/>
                  </a:lnTo>
                  <a:lnTo>
                    <a:pt x="109" y="10"/>
                  </a:lnTo>
                  <a:lnTo>
                    <a:pt x="109" y="10"/>
                  </a:lnTo>
                  <a:lnTo>
                    <a:pt x="108" y="10"/>
                  </a:lnTo>
                  <a:close/>
                  <a:moveTo>
                    <a:pt x="49" y="9"/>
                  </a:moveTo>
                  <a:lnTo>
                    <a:pt x="48" y="10"/>
                  </a:lnTo>
                  <a:lnTo>
                    <a:pt x="48" y="11"/>
                  </a:lnTo>
                  <a:lnTo>
                    <a:pt x="47" y="12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2"/>
                  </a:lnTo>
                  <a:lnTo>
                    <a:pt x="50" y="10"/>
                  </a:lnTo>
                  <a:lnTo>
                    <a:pt x="49" y="9"/>
                  </a:lnTo>
                  <a:close/>
                  <a:moveTo>
                    <a:pt x="62" y="9"/>
                  </a:moveTo>
                  <a:lnTo>
                    <a:pt x="62" y="9"/>
                  </a:lnTo>
                  <a:lnTo>
                    <a:pt x="61" y="10"/>
                  </a:lnTo>
                  <a:lnTo>
                    <a:pt x="61" y="11"/>
                  </a:lnTo>
                  <a:lnTo>
                    <a:pt x="62" y="12"/>
                  </a:lnTo>
                  <a:lnTo>
                    <a:pt x="62" y="13"/>
                  </a:lnTo>
                  <a:lnTo>
                    <a:pt x="63" y="13"/>
                  </a:lnTo>
                  <a:lnTo>
                    <a:pt x="64" y="12"/>
                  </a:lnTo>
                  <a:lnTo>
                    <a:pt x="65" y="11"/>
                  </a:lnTo>
                  <a:lnTo>
                    <a:pt x="64" y="10"/>
                  </a:lnTo>
                  <a:lnTo>
                    <a:pt x="63" y="9"/>
                  </a:lnTo>
                  <a:lnTo>
                    <a:pt x="62" y="9"/>
                  </a:lnTo>
                  <a:close/>
                  <a:moveTo>
                    <a:pt x="99" y="8"/>
                  </a:moveTo>
                  <a:lnTo>
                    <a:pt x="99" y="9"/>
                  </a:lnTo>
                  <a:lnTo>
                    <a:pt x="99" y="9"/>
                  </a:lnTo>
                  <a:lnTo>
                    <a:pt x="99" y="10"/>
                  </a:lnTo>
                  <a:lnTo>
                    <a:pt x="99" y="11"/>
                  </a:lnTo>
                  <a:lnTo>
                    <a:pt x="99" y="12"/>
                  </a:lnTo>
                  <a:lnTo>
                    <a:pt x="99" y="11"/>
                  </a:lnTo>
                  <a:lnTo>
                    <a:pt x="100" y="11"/>
                  </a:lnTo>
                  <a:lnTo>
                    <a:pt x="100" y="10"/>
                  </a:lnTo>
                  <a:lnTo>
                    <a:pt x="100" y="10"/>
                  </a:lnTo>
                  <a:lnTo>
                    <a:pt x="100" y="9"/>
                  </a:lnTo>
                  <a:lnTo>
                    <a:pt x="99" y="8"/>
                  </a:lnTo>
                  <a:close/>
                  <a:moveTo>
                    <a:pt x="71" y="8"/>
                  </a:moveTo>
                  <a:lnTo>
                    <a:pt x="71" y="8"/>
                  </a:lnTo>
                  <a:lnTo>
                    <a:pt x="70" y="9"/>
                  </a:lnTo>
                  <a:lnTo>
                    <a:pt x="69" y="10"/>
                  </a:lnTo>
                  <a:lnTo>
                    <a:pt x="67" y="11"/>
                  </a:lnTo>
                  <a:lnTo>
                    <a:pt x="69" y="13"/>
                  </a:lnTo>
                  <a:lnTo>
                    <a:pt x="70" y="13"/>
                  </a:lnTo>
                  <a:lnTo>
                    <a:pt x="72" y="11"/>
                  </a:lnTo>
                  <a:lnTo>
                    <a:pt x="73" y="9"/>
                  </a:lnTo>
                  <a:lnTo>
                    <a:pt x="72" y="8"/>
                  </a:lnTo>
                  <a:lnTo>
                    <a:pt x="71" y="8"/>
                  </a:lnTo>
                  <a:close/>
                  <a:moveTo>
                    <a:pt x="49" y="8"/>
                  </a:moveTo>
                  <a:lnTo>
                    <a:pt x="48" y="8"/>
                  </a:lnTo>
                  <a:lnTo>
                    <a:pt x="48" y="9"/>
                  </a:lnTo>
                  <a:lnTo>
                    <a:pt x="48" y="10"/>
                  </a:lnTo>
                  <a:lnTo>
                    <a:pt x="48" y="9"/>
                  </a:lnTo>
                  <a:lnTo>
                    <a:pt x="49" y="8"/>
                  </a:lnTo>
                  <a:lnTo>
                    <a:pt x="49" y="8"/>
                  </a:lnTo>
                  <a:close/>
                  <a:moveTo>
                    <a:pt x="77" y="7"/>
                  </a:moveTo>
                  <a:lnTo>
                    <a:pt x="76" y="8"/>
                  </a:lnTo>
                  <a:lnTo>
                    <a:pt x="76" y="9"/>
                  </a:lnTo>
                  <a:lnTo>
                    <a:pt x="76" y="10"/>
                  </a:lnTo>
                  <a:lnTo>
                    <a:pt x="77" y="10"/>
                  </a:lnTo>
                  <a:lnTo>
                    <a:pt x="77" y="9"/>
                  </a:lnTo>
                  <a:lnTo>
                    <a:pt x="78" y="9"/>
                  </a:lnTo>
                  <a:lnTo>
                    <a:pt x="78" y="8"/>
                  </a:lnTo>
                  <a:lnTo>
                    <a:pt x="77" y="7"/>
                  </a:lnTo>
                  <a:close/>
                  <a:moveTo>
                    <a:pt x="57" y="7"/>
                  </a:moveTo>
                  <a:lnTo>
                    <a:pt x="54" y="8"/>
                  </a:lnTo>
                  <a:lnTo>
                    <a:pt x="54" y="8"/>
                  </a:lnTo>
                  <a:lnTo>
                    <a:pt x="53" y="9"/>
                  </a:lnTo>
                  <a:lnTo>
                    <a:pt x="52" y="10"/>
                  </a:lnTo>
                  <a:lnTo>
                    <a:pt x="53" y="12"/>
                  </a:lnTo>
                  <a:lnTo>
                    <a:pt x="54" y="14"/>
                  </a:lnTo>
                  <a:lnTo>
                    <a:pt x="57" y="13"/>
                  </a:lnTo>
                  <a:lnTo>
                    <a:pt x="58" y="12"/>
                  </a:lnTo>
                  <a:lnTo>
                    <a:pt x="58" y="10"/>
                  </a:lnTo>
                  <a:lnTo>
                    <a:pt x="58" y="9"/>
                  </a:lnTo>
                  <a:lnTo>
                    <a:pt x="57" y="7"/>
                  </a:lnTo>
                  <a:close/>
                  <a:moveTo>
                    <a:pt x="26" y="7"/>
                  </a:moveTo>
                  <a:lnTo>
                    <a:pt x="25" y="9"/>
                  </a:lnTo>
                  <a:lnTo>
                    <a:pt x="24" y="10"/>
                  </a:lnTo>
                  <a:lnTo>
                    <a:pt x="24" y="12"/>
                  </a:lnTo>
                  <a:lnTo>
                    <a:pt x="25" y="10"/>
                  </a:lnTo>
                  <a:lnTo>
                    <a:pt x="25" y="9"/>
                  </a:lnTo>
                  <a:lnTo>
                    <a:pt x="26" y="7"/>
                  </a:lnTo>
                  <a:close/>
                  <a:moveTo>
                    <a:pt x="107" y="7"/>
                  </a:moveTo>
                  <a:lnTo>
                    <a:pt x="106" y="7"/>
                  </a:lnTo>
                  <a:lnTo>
                    <a:pt x="106" y="8"/>
                  </a:lnTo>
                  <a:lnTo>
                    <a:pt x="105" y="8"/>
                  </a:lnTo>
                  <a:lnTo>
                    <a:pt x="106" y="9"/>
                  </a:lnTo>
                  <a:lnTo>
                    <a:pt x="106" y="9"/>
                  </a:lnTo>
                  <a:lnTo>
                    <a:pt x="107" y="9"/>
                  </a:lnTo>
                  <a:lnTo>
                    <a:pt x="107" y="8"/>
                  </a:lnTo>
                  <a:lnTo>
                    <a:pt x="107" y="8"/>
                  </a:lnTo>
                  <a:lnTo>
                    <a:pt x="107" y="7"/>
                  </a:lnTo>
                  <a:close/>
                  <a:moveTo>
                    <a:pt x="21" y="7"/>
                  </a:moveTo>
                  <a:lnTo>
                    <a:pt x="21" y="11"/>
                  </a:lnTo>
                  <a:lnTo>
                    <a:pt x="18" y="15"/>
                  </a:lnTo>
                  <a:lnTo>
                    <a:pt x="17" y="20"/>
                  </a:lnTo>
                  <a:lnTo>
                    <a:pt x="17" y="24"/>
                  </a:lnTo>
                  <a:lnTo>
                    <a:pt x="17" y="20"/>
                  </a:lnTo>
                  <a:lnTo>
                    <a:pt x="19" y="16"/>
                  </a:lnTo>
                  <a:lnTo>
                    <a:pt x="22" y="12"/>
                  </a:lnTo>
                  <a:lnTo>
                    <a:pt x="22" y="9"/>
                  </a:lnTo>
                  <a:lnTo>
                    <a:pt x="22" y="8"/>
                  </a:lnTo>
                  <a:lnTo>
                    <a:pt x="22" y="7"/>
                  </a:lnTo>
                  <a:lnTo>
                    <a:pt x="21" y="7"/>
                  </a:lnTo>
                  <a:close/>
                  <a:moveTo>
                    <a:pt x="97" y="7"/>
                  </a:moveTo>
                  <a:lnTo>
                    <a:pt x="97" y="8"/>
                  </a:lnTo>
                  <a:lnTo>
                    <a:pt x="97" y="8"/>
                  </a:lnTo>
                  <a:lnTo>
                    <a:pt x="97" y="9"/>
                  </a:lnTo>
                  <a:lnTo>
                    <a:pt x="97" y="8"/>
                  </a:lnTo>
                  <a:lnTo>
                    <a:pt x="98" y="8"/>
                  </a:lnTo>
                  <a:lnTo>
                    <a:pt x="98" y="7"/>
                  </a:lnTo>
                  <a:lnTo>
                    <a:pt x="97" y="7"/>
                  </a:lnTo>
                  <a:close/>
                  <a:moveTo>
                    <a:pt x="91" y="6"/>
                  </a:moveTo>
                  <a:lnTo>
                    <a:pt x="91" y="7"/>
                  </a:lnTo>
                  <a:lnTo>
                    <a:pt x="90" y="8"/>
                  </a:lnTo>
                  <a:lnTo>
                    <a:pt x="89" y="8"/>
                  </a:lnTo>
                  <a:lnTo>
                    <a:pt x="89" y="9"/>
                  </a:lnTo>
                  <a:lnTo>
                    <a:pt x="90" y="9"/>
                  </a:lnTo>
                  <a:lnTo>
                    <a:pt x="90" y="8"/>
                  </a:lnTo>
                  <a:lnTo>
                    <a:pt x="90" y="8"/>
                  </a:lnTo>
                  <a:lnTo>
                    <a:pt x="93" y="8"/>
                  </a:lnTo>
                  <a:lnTo>
                    <a:pt x="93" y="8"/>
                  </a:lnTo>
                  <a:lnTo>
                    <a:pt x="93" y="9"/>
                  </a:lnTo>
                  <a:lnTo>
                    <a:pt x="94" y="8"/>
                  </a:lnTo>
                  <a:lnTo>
                    <a:pt x="93" y="7"/>
                  </a:lnTo>
                  <a:lnTo>
                    <a:pt x="91" y="6"/>
                  </a:lnTo>
                  <a:close/>
                  <a:moveTo>
                    <a:pt x="34" y="6"/>
                  </a:moveTo>
                  <a:lnTo>
                    <a:pt x="33" y="7"/>
                  </a:lnTo>
                  <a:lnTo>
                    <a:pt x="33" y="9"/>
                  </a:lnTo>
                  <a:lnTo>
                    <a:pt x="33" y="11"/>
                  </a:lnTo>
                  <a:lnTo>
                    <a:pt x="34" y="9"/>
                  </a:lnTo>
                  <a:lnTo>
                    <a:pt x="36" y="8"/>
                  </a:lnTo>
                  <a:lnTo>
                    <a:pt x="35" y="7"/>
                  </a:lnTo>
                  <a:lnTo>
                    <a:pt x="35" y="6"/>
                  </a:lnTo>
                  <a:lnTo>
                    <a:pt x="34" y="6"/>
                  </a:lnTo>
                  <a:close/>
                  <a:moveTo>
                    <a:pt x="47" y="6"/>
                  </a:moveTo>
                  <a:lnTo>
                    <a:pt x="47" y="7"/>
                  </a:lnTo>
                  <a:lnTo>
                    <a:pt x="46" y="7"/>
                  </a:lnTo>
                  <a:lnTo>
                    <a:pt x="45" y="8"/>
                  </a:lnTo>
                  <a:lnTo>
                    <a:pt x="46" y="9"/>
                  </a:lnTo>
                  <a:lnTo>
                    <a:pt x="46" y="8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7" y="6"/>
                  </a:lnTo>
                  <a:close/>
                  <a:moveTo>
                    <a:pt x="99" y="4"/>
                  </a:moveTo>
                  <a:lnTo>
                    <a:pt x="100" y="7"/>
                  </a:lnTo>
                  <a:lnTo>
                    <a:pt x="101" y="9"/>
                  </a:lnTo>
                  <a:lnTo>
                    <a:pt x="102" y="9"/>
                  </a:lnTo>
                  <a:lnTo>
                    <a:pt x="101" y="8"/>
                  </a:lnTo>
                  <a:lnTo>
                    <a:pt x="101" y="7"/>
                  </a:lnTo>
                  <a:lnTo>
                    <a:pt x="100" y="6"/>
                  </a:lnTo>
                  <a:lnTo>
                    <a:pt x="99" y="4"/>
                  </a:lnTo>
                  <a:close/>
                  <a:moveTo>
                    <a:pt x="39" y="4"/>
                  </a:moveTo>
                  <a:lnTo>
                    <a:pt x="39" y="6"/>
                  </a:lnTo>
                  <a:lnTo>
                    <a:pt x="38" y="7"/>
                  </a:lnTo>
                  <a:lnTo>
                    <a:pt x="38" y="8"/>
                  </a:lnTo>
                  <a:lnTo>
                    <a:pt x="39" y="7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39" y="4"/>
                  </a:lnTo>
                  <a:close/>
                  <a:moveTo>
                    <a:pt x="84" y="4"/>
                  </a:moveTo>
                  <a:lnTo>
                    <a:pt x="81" y="8"/>
                  </a:lnTo>
                  <a:lnTo>
                    <a:pt x="82" y="9"/>
                  </a:lnTo>
                  <a:lnTo>
                    <a:pt x="83" y="10"/>
                  </a:lnTo>
                  <a:lnTo>
                    <a:pt x="84" y="12"/>
                  </a:lnTo>
                  <a:lnTo>
                    <a:pt x="85" y="11"/>
                  </a:lnTo>
                  <a:lnTo>
                    <a:pt x="85" y="9"/>
                  </a:lnTo>
                  <a:lnTo>
                    <a:pt x="85" y="7"/>
                  </a:lnTo>
                  <a:lnTo>
                    <a:pt x="85" y="6"/>
                  </a:lnTo>
                  <a:lnTo>
                    <a:pt x="84" y="4"/>
                  </a:lnTo>
                  <a:close/>
                  <a:moveTo>
                    <a:pt x="53" y="3"/>
                  </a:moveTo>
                  <a:lnTo>
                    <a:pt x="53" y="4"/>
                  </a:lnTo>
                  <a:lnTo>
                    <a:pt x="52" y="4"/>
                  </a:lnTo>
                  <a:lnTo>
                    <a:pt x="51" y="6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50" y="7"/>
                  </a:lnTo>
                  <a:lnTo>
                    <a:pt x="50" y="8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9"/>
                  </a:lnTo>
                  <a:lnTo>
                    <a:pt x="52" y="8"/>
                  </a:lnTo>
                  <a:lnTo>
                    <a:pt x="53" y="7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3"/>
                  </a:lnTo>
                  <a:lnTo>
                    <a:pt x="53" y="3"/>
                  </a:lnTo>
                  <a:close/>
                  <a:moveTo>
                    <a:pt x="46" y="3"/>
                  </a:moveTo>
                  <a:lnTo>
                    <a:pt x="45" y="4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3" y="8"/>
                  </a:lnTo>
                  <a:lnTo>
                    <a:pt x="46" y="6"/>
                  </a:lnTo>
                  <a:lnTo>
                    <a:pt x="47" y="4"/>
                  </a:lnTo>
                  <a:lnTo>
                    <a:pt x="46" y="3"/>
                  </a:lnTo>
                  <a:lnTo>
                    <a:pt x="46" y="3"/>
                  </a:lnTo>
                  <a:close/>
                  <a:moveTo>
                    <a:pt x="75" y="3"/>
                  </a:moveTo>
                  <a:lnTo>
                    <a:pt x="74" y="3"/>
                  </a:lnTo>
                  <a:lnTo>
                    <a:pt x="73" y="4"/>
                  </a:lnTo>
                  <a:lnTo>
                    <a:pt x="74" y="7"/>
                  </a:lnTo>
                  <a:lnTo>
                    <a:pt x="74" y="8"/>
                  </a:lnTo>
                  <a:lnTo>
                    <a:pt x="75" y="7"/>
                  </a:lnTo>
                  <a:lnTo>
                    <a:pt x="76" y="7"/>
                  </a:lnTo>
                  <a:lnTo>
                    <a:pt x="76" y="6"/>
                  </a:lnTo>
                  <a:lnTo>
                    <a:pt x="76" y="3"/>
                  </a:lnTo>
                  <a:lnTo>
                    <a:pt x="75" y="3"/>
                  </a:lnTo>
                  <a:close/>
                  <a:moveTo>
                    <a:pt x="59" y="2"/>
                  </a:moveTo>
                  <a:lnTo>
                    <a:pt x="59" y="3"/>
                  </a:lnTo>
                  <a:lnTo>
                    <a:pt x="58" y="4"/>
                  </a:lnTo>
                  <a:lnTo>
                    <a:pt x="57" y="4"/>
                  </a:lnTo>
                  <a:lnTo>
                    <a:pt x="58" y="7"/>
                  </a:lnTo>
                  <a:lnTo>
                    <a:pt x="60" y="9"/>
                  </a:lnTo>
                  <a:lnTo>
                    <a:pt x="61" y="8"/>
                  </a:lnTo>
                  <a:lnTo>
                    <a:pt x="61" y="7"/>
                  </a:lnTo>
                  <a:lnTo>
                    <a:pt x="60" y="4"/>
                  </a:lnTo>
                  <a:lnTo>
                    <a:pt x="59" y="2"/>
                  </a:lnTo>
                  <a:close/>
                  <a:moveTo>
                    <a:pt x="69" y="2"/>
                  </a:moveTo>
                  <a:lnTo>
                    <a:pt x="66" y="4"/>
                  </a:lnTo>
                  <a:lnTo>
                    <a:pt x="64" y="7"/>
                  </a:lnTo>
                  <a:lnTo>
                    <a:pt x="65" y="8"/>
                  </a:lnTo>
                  <a:lnTo>
                    <a:pt x="65" y="9"/>
                  </a:lnTo>
                  <a:lnTo>
                    <a:pt x="66" y="9"/>
                  </a:lnTo>
                  <a:lnTo>
                    <a:pt x="67" y="8"/>
                  </a:lnTo>
                  <a:lnTo>
                    <a:pt x="70" y="7"/>
                  </a:lnTo>
                  <a:lnTo>
                    <a:pt x="71" y="6"/>
                  </a:lnTo>
                  <a:lnTo>
                    <a:pt x="70" y="4"/>
                  </a:lnTo>
                  <a:lnTo>
                    <a:pt x="69" y="3"/>
                  </a:lnTo>
                  <a:lnTo>
                    <a:pt x="69" y="2"/>
                  </a:lnTo>
                  <a:close/>
                  <a:moveTo>
                    <a:pt x="52" y="2"/>
                  </a:moveTo>
                  <a:lnTo>
                    <a:pt x="52" y="3"/>
                  </a:lnTo>
                  <a:lnTo>
                    <a:pt x="51" y="4"/>
                  </a:lnTo>
                  <a:lnTo>
                    <a:pt x="50" y="4"/>
                  </a:lnTo>
                  <a:lnTo>
                    <a:pt x="50" y="7"/>
                  </a:lnTo>
                  <a:lnTo>
                    <a:pt x="51" y="6"/>
                  </a:lnTo>
                  <a:lnTo>
                    <a:pt x="52" y="3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2" y="2"/>
                  </a:lnTo>
                  <a:close/>
                  <a:moveTo>
                    <a:pt x="41" y="1"/>
                  </a:moveTo>
                  <a:lnTo>
                    <a:pt x="41" y="2"/>
                  </a:lnTo>
                  <a:lnTo>
                    <a:pt x="41" y="2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1"/>
                  </a:lnTo>
                  <a:close/>
                  <a:moveTo>
                    <a:pt x="83" y="1"/>
                  </a:moveTo>
                  <a:lnTo>
                    <a:pt x="82" y="2"/>
                  </a:lnTo>
                  <a:lnTo>
                    <a:pt x="81" y="3"/>
                  </a:lnTo>
                  <a:lnTo>
                    <a:pt x="79" y="4"/>
                  </a:lnTo>
                  <a:lnTo>
                    <a:pt x="79" y="6"/>
                  </a:lnTo>
                  <a:lnTo>
                    <a:pt x="79" y="7"/>
                  </a:lnTo>
                  <a:lnTo>
                    <a:pt x="81" y="6"/>
                  </a:lnTo>
                  <a:lnTo>
                    <a:pt x="83" y="3"/>
                  </a:lnTo>
                  <a:lnTo>
                    <a:pt x="83" y="2"/>
                  </a:lnTo>
                  <a:lnTo>
                    <a:pt x="83" y="1"/>
                  </a:lnTo>
                  <a:close/>
                  <a:moveTo>
                    <a:pt x="97" y="1"/>
                  </a:moveTo>
                  <a:lnTo>
                    <a:pt x="95" y="1"/>
                  </a:lnTo>
                  <a:lnTo>
                    <a:pt x="95" y="3"/>
                  </a:lnTo>
                  <a:lnTo>
                    <a:pt x="95" y="4"/>
                  </a:lnTo>
                  <a:lnTo>
                    <a:pt x="96" y="6"/>
                  </a:lnTo>
                  <a:lnTo>
                    <a:pt x="97" y="3"/>
                  </a:lnTo>
                  <a:lnTo>
                    <a:pt x="97" y="2"/>
                  </a:lnTo>
                  <a:lnTo>
                    <a:pt x="97" y="2"/>
                  </a:lnTo>
                  <a:lnTo>
                    <a:pt x="97" y="1"/>
                  </a:lnTo>
                  <a:close/>
                  <a:moveTo>
                    <a:pt x="52" y="0"/>
                  </a:moveTo>
                  <a:lnTo>
                    <a:pt x="51" y="0"/>
                  </a:lnTo>
                  <a:lnTo>
                    <a:pt x="50" y="1"/>
                  </a:lnTo>
                  <a:lnTo>
                    <a:pt x="49" y="2"/>
                  </a:lnTo>
                  <a:lnTo>
                    <a:pt x="49" y="4"/>
                  </a:lnTo>
                  <a:lnTo>
                    <a:pt x="50" y="3"/>
                  </a:lnTo>
                  <a:lnTo>
                    <a:pt x="51" y="2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0" name="Freeform 123"/>
            <p:cNvSpPr>
              <a:spLocks noEditPoints="1"/>
            </p:cNvSpPr>
            <p:nvPr/>
          </p:nvSpPr>
          <p:spPr bwMode="auto">
            <a:xfrm>
              <a:off x="9574926" y="2421286"/>
              <a:ext cx="1715705" cy="2604698"/>
            </a:xfrm>
            <a:custGeom>
              <a:avLst/>
              <a:gdLst>
                <a:gd name="T0" fmla="*/ 130 w 303"/>
                <a:gd name="T1" fmla="*/ 134 h 460"/>
                <a:gd name="T2" fmla="*/ 77 w 303"/>
                <a:gd name="T3" fmla="*/ 134 h 460"/>
                <a:gd name="T4" fmla="*/ 96 w 303"/>
                <a:gd name="T5" fmla="*/ 136 h 460"/>
                <a:gd name="T6" fmla="*/ 109 w 303"/>
                <a:gd name="T7" fmla="*/ 132 h 460"/>
                <a:gd name="T8" fmla="*/ 77 w 303"/>
                <a:gd name="T9" fmla="*/ 131 h 460"/>
                <a:gd name="T10" fmla="*/ 124 w 303"/>
                <a:gd name="T11" fmla="*/ 130 h 460"/>
                <a:gd name="T12" fmla="*/ 75 w 303"/>
                <a:gd name="T13" fmla="*/ 131 h 460"/>
                <a:gd name="T14" fmla="*/ 72 w 303"/>
                <a:gd name="T15" fmla="*/ 129 h 460"/>
                <a:gd name="T16" fmla="*/ 106 w 303"/>
                <a:gd name="T17" fmla="*/ 130 h 460"/>
                <a:gd name="T18" fmla="*/ 97 w 303"/>
                <a:gd name="T19" fmla="*/ 132 h 460"/>
                <a:gd name="T20" fmla="*/ 74 w 303"/>
                <a:gd name="T21" fmla="*/ 126 h 460"/>
                <a:gd name="T22" fmla="*/ 61 w 303"/>
                <a:gd name="T23" fmla="*/ 123 h 460"/>
                <a:gd name="T24" fmla="*/ 48 w 303"/>
                <a:gd name="T25" fmla="*/ 129 h 460"/>
                <a:gd name="T26" fmla="*/ 136 w 303"/>
                <a:gd name="T27" fmla="*/ 125 h 460"/>
                <a:gd name="T28" fmla="*/ 138 w 303"/>
                <a:gd name="T29" fmla="*/ 122 h 460"/>
                <a:gd name="T30" fmla="*/ 81 w 303"/>
                <a:gd name="T31" fmla="*/ 124 h 460"/>
                <a:gd name="T32" fmla="*/ 97 w 303"/>
                <a:gd name="T33" fmla="*/ 119 h 460"/>
                <a:gd name="T34" fmla="*/ 118 w 303"/>
                <a:gd name="T35" fmla="*/ 120 h 460"/>
                <a:gd name="T36" fmla="*/ 132 w 303"/>
                <a:gd name="T37" fmla="*/ 120 h 460"/>
                <a:gd name="T38" fmla="*/ 65 w 303"/>
                <a:gd name="T39" fmla="*/ 118 h 460"/>
                <a:gd name="T40" fmla="*/ 56 w 303"/>
                <a:gd name="T41" fmla="*/ 117 h 460"/>
                <a:gd name="T42" fmla="*/ 61 w 303"/>
                <a:gd name="T43" fmla="*/ 119 h 460"/>
                <a:gd name="T44" fmla="*/ 111 w 303"/>
                <a:gd name="T45" fmla="*/ 118 h 460"/>
                <a:gd name="T46" fmla="*/ 118 w 303"/>
                <a:gd name="T47" fmla="*/ 112 h 460"/>
                <a:gd name="T48" fmla="*/ 46 w 303"/>
                <a:gd name="T49" fmla="*/ 112 h 460"/>
                <a:gd name="T50" fmla="*/ 80 w 303"/>
                <a:gd name="T51" fmla="*/ 116 h 460"/>
                <a:gd name="T52" fmla="*/ 68 w 303"/>
                <a:gd name="T53" fmla="*/ 110 h 460"/>
                <a:gd name="T54" fmla="*/ 87 w 303"/>
                <a:gd name="T55" fmla="*/ 110 h 460"/>
                <a:gd name="T56" fmla="*/ 133 w 303"/>
                <a:gd name="T57" fmla="*/ 117 h 460"/>
                <a:gd name="T58" fmla="*/ 99 w 303"/>
                <a:gd name="T59" fmla="*/ 119 h 460"/>
                <a:gd name="T60" fmla="*/ 118 w 303"/>
                <a:gd name="T61" fmla="*/ 109 h 460"/>
                <a:gd name="T62" fmla="*/ 51 w 303"/>
                <a:gd name="T63" fmla="*/ 110 h 460"/>
                <a:gd name="T64" fmla="*/ 119 w 303"/>
                <a:gd name="T65" fmla="*/ 107 h 460"/>
                <a:gd name="T66" fmla="*/ 136 w 303"/>
                <a:gd name="T67" fmla="*/ 104 h 460"/>
                <a:gd name="T68" fmla="*/ 64 w 303"/>
                <a:gd name="T69" fmla="*/ 111 h 460"/>
                <a:gd name="T70" fmla="*/ 121 w 303"/>
                <a:gd name="T71" fmla="*/ 113 h 460"/>
                <a:gd name="T72" fmla="*/ 59 w 303"/>
                <a:gd name="T73" fmla="*/ 102 h 460"/>
                <a:gd name="T74" fmla="*/ 284 w 303"/>
                <a:gd name="T75" fmla="*/ 35 h 460"/>
                <a:gd name="T76" fmla="*/ 297 w 303"/>
                <a:gd name="T77" fmla="*/ 12 h 460"/>
                <a:gd name="T78" fmla="*/ 263 w 303"/>
                <a:gd name="T79" fmla="*/ 66 h 460"/>
                <a:gd name="T80" fmla="*/ 220 w 303"/>
                <a:gd name="T81" fmla="*/ 120 h 460"/>
                <a:gd name="T82" fmla="*/ 138 w 303"/>
                <a:gd name="T83" fmla="*/ 155 h 460"/>
                <a:gd name="T84" fmla="*/ 133 w 303"/>
                <a:gd name="T85" fmla="*/ 237 h 460"/>
                <a:gd name="T86" fmla="*/ 130 w 303"/>
                <a:gd name="T87" fmla="*/ 357 h 460"/>
                <a:gd name="T88" fmla="*/ 133 w 303"/>
                <a:gd name="T89" fmla="*/ 456 h 460"/>
                <a:gd name="T90" fmla="*/ 104 w 303"/>
                <a:gd name="T91" fmla="*/ 445 h 460"/>
                <a:gd name="T92" fmla="*/ 116 w 303"/>
                <a:gd name="T93" fmla="*/ 416 h 460"/>
                <a:gd name="T94" fmla="*/ 109 w 303"/>
                <a:gd name="T95" fmla="*/ 374 h 460"/>
                <a:gd name="T96" fmla="*/ 93 w 303"/>
                <a:gd name="T97" fmla="*/ 286 h 460"/>
                <a:gd name="T98" fmla="*/ 81 w 303"/>
                <a:gd name="T99" fmla="*/ 310 h 460"/>
                <a:gd name="T100" fmla="*/ 73 w 303"/>
                <a:gd name="T101" fmla="*/ 422 h 460"/>
                <a:gd name="T102" fmla="*/ 73 w 303"/>
                <a:gd name="T103" fmla="*/ 453 h 460"/>
                <a:gd name="T104" fmla="*/ 47 w 303"/>
                <a:gd name="T105" fmla="*/ 455 h 460"/>
                <a:gd name="T106" fmla="*/ 57 w 303"/>
                <a:gd name="T107" fmla="*/ 389 h 460"/>
                <a:gd name="T108" fmla="*/ 40 w 303"/>
                <a:gd name="T109" fmla="*/ 166 h 460"/>
                <a:gd name="T110" fmla="*/ 13 w 303"/>
                <a:gd name="T111" fmla="*/ 270 h 460"/>
                <a:gd name="T112" fmla="*/ 2 w 303"/>
                <a:gd name="T113" fmla="*/ 329 h 460"/>
                <a:gd name="T114" fmla="*/ 3 w 303"/>
                <a:gd name="T115" fmla="*/ 290 h 460"/>
                <a:gd name="T116" fmla="*/ 15 w 303"/>
                <a:gd name="T117" fmla="*/ 202 h 460"/>
                <a:gd name="T118" fmla="*/ 46 w 303"/>
                <a:gd name="T119" fmla="*/ 109 h 460"/>
                <a:gd name="T120" fmla="*/ 109 w 303"/>
                <a:gd name="T121" fmla="*/ 102 h 460"/>
                <a:gd name="T122" fmla="*/ 265 w 303"/>
                <a:gd name="T123" fmla="*/ 52 h 460"/>
                <a:gd name="T124" fmla="*/ 293 w 303"/>
                <a:gd name="T125" fmla="*/ 14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03" h="460">
                  <a:moveTo>
                    <a:pt x="52" y="134"/>
                  </a:moveTo>
                  <a:lnTo>
                    <a:pt x="52" y="136"/>
                  </a:lnTo>
                  <a:lnTo>
                    <a:pt x="51" y="138"/>
                  </a:lnTo>
                  <a:lnTo>
                    <a:pt x="50" y="141"/>
                  </a:lnTo>
                  <a:lnTo>
                    <a:pt x="51" y="143"/>
                  </a:lnTo>
                  <a:lnTo>
                    <a:pt x="53" y="140"/>
                  </a:lnTo>
                  <a:lnTo>
                    <a:pt x="52" y="138"/>
                  </a:lnTo>
                  <a:lnTo>
                    <a:pt x="53" y="137"/>
                  </a:lnTo>
                  <a:lnTo>
                    <a:pt x="53" y="135"/>
                  </a:lnTo>
                  <a:lnTo>
                    <a:pt x="52" y="134"/>
                  </a:lnTo>
                  <a:close/>
                  <a:moveTo>
                    <a:pt x="66" y="133"/>
                  </a:moveTo>
                  <a:lnTo>
                    <a:pt x="65" y="134"/>
                  </a:lnTo>
                  <a:lnTo>
                    <a:pt x="66" y="134"/>
                  </a:lnTo>
                  <a:lnTo>
                    <a:pt x="65" y="135"/>
                  </a:lnTo>
                  <a:lnTo>
                    <a:pt x="66" y="135"/>
                  </a:lnTo>
                  <a:lnTo>
                    <a:pt x="66" y="135"/>
                  </a:lnTo>
                  <a:lnTo>
                    <a:pt x="68" y="134"/>
                  </a:lnTo>
                  <a:lnTo>
                    <a:pt x="66" y="133"/>
                  </a:lnTo>
                  <a:close/>
                  <a:moveTo>
                    <a:pt x="128" y="133"/>
                  </a:moveTo>
                  <a:lnTo>
                    <a:pt x="129" y="134"/>
                  </a:lnTo>
                  <a:lnTo>
                    <a:pt x="129" y="135"/>
                  </a:lnTo>
                  <a:lnTo>
                    <a:pt x="129" y="136"/>
                  </a:lnTo>
                  <a:lnTo>
                    <a:pt x="129" y="137"/>
                  </a:lnTo>
                  <a:lnTo>
                    <a:pt x="129" y="138"/>
                  </a:lnTo>
                  <a:lnTo>
                    <a:pt x="129" y="140"/>
                  </a:lnTo>
                  <a:lnTo>
                    <a:pt x="129" y="138"/>
                  </a:lnTo>
                  <a:lnTo>
                    <a:pt x="130" y="137"/>
                  </a:lnTo>
                  <a:lnTo>
                    <a:pt x="130" y="136"/>
                  </a:lnTo>
                  <a:lnTo>
                    <a:pt x="130" y="134"/>
                  </a:lnTo>
                  <a:lnTo>
                    <a:pt x="129" y="133"/>
                  </a:lnTo>
                  <a:lnTo>
                    <a:pt x="128" y="133"/>
                  </a:lnTo>
                  <a:close/>
                  <a:moveTo>
                    <a:pt x="126" y="133"/>
                  </a:moveTo>
                  <a:lnTo>
                    <a:pt x="125" y="134"/>
                  </a:lnTo>
                  <a:lnTo>
                    <a:pt x="125" y="135"/>
                  </a:lnTo>
                  <a:lnTo>
                    <a:pt x="124" y="136"/>
                  </a:lnTo>
                  <a:lnTo>
                    <a:pt x="124" y="137"/>
                  </a:lnTo>
                  <a:lnTo>
                    <a:pt x="125" y="138"/>
                  </a:lnTo>
                  <a:lnTo>
                    <a:pt x="126" y="140"/>
                  </a:lnTo>
                  <a:lnTo>
                    <a:pt x="126" y="137"/>
                  </a:lnTo>
                  <a:lnTo>
                    <a:pt x="126" y="134"/>
                  </a:lnTo>
                  <a:lnTo>
                    <a:pt x="126" y="133"/>
                  </a:lnTo>
                  <a:close/>
                  <a:moveTo>
                    <a:pt x="111" y="133"/>
                  </a:moveTo>
                  <a:lnTo>
                    <a:pt x="111" y="134"/>
                  </a:lnTo>
                  <a:lnTo>
                    <a:pt x="110" y="134"/>
                  </a:lnTo>
                  <a:lnTo>
                    <a:pt x="110" y="136"/>
                  </a:lnTo>
                  <a:lnTo>
                    <a:pt x="109" y="136"/>
                  </a:lnTo>
                  <a:lnTo>
                    <a:pt x="109" y="137"/>
                  </a:lnTo>
                  <a:lnTo>
                    <a:pt x="110" y="138"/>
                  </a:lnTo>
                  <a:lnTo>
                    <a:pt x="110" y="140"/>
                  </a:lnTo>
                  <a:lnTo>
                    <a:pt x="111" y="141"/>
                  </a:lnTo>
                  <a:lnTo>
                    <a:pt x="113" y="140"/>
                  </a:lnTo>
                  <a:lnTo>
                    <a:pt x="114" y="137"/>
                  </a:lnTo>
                  <a:lnTo>
                    <a:pt x="113" y="136"/>
                  </a:lnTo>
                  <a:lnTo>
                    <a:pt x="112" y="134"/>
                  </a:lnTo>
                  <a:lnTo>
                    <a:pt x="111" y="133"/>
                  </a:lnTo>
                  <a:close/>
                  <a:moveTo>
                    <a:pt x="78" y="132"/>
                  </a:moveTo>
                  <a:lnTo>
                    <a:pt x="78" y="133"/>
                  </a:lnTo>
                  <a:lnTo>
                    <a:pt x="77" y="134"/>
                  </a:lnTo>
                  <a:lnTo>
                    <a:pt x="77" y="135"/>
                  </a:lnTo>
                  <a:lnTo>
                    <a:pt x="78" y="135"/>
                  </a:lnTo>
                  <a:lnTo>
                    <a:pt x="77" y="136"/>
                  </a:lnTo>
                  <a:lnTo>
                    <a:pt x="78" y="137"/>
                  </a:lnTo>
                  <a:lnTo>
                    <a:pt x="80" y="137"/>
                  </a:lnTo>
                  <a:lnTo>
                    <a:pt x="81" y="136"/>
                  </a:lnTo>
                  <a:lnTo>
                    <a:pt x="81" y="135"/>
                  </a:lnTo>
                  <a:lnTo>
                    <a:pt x="81" y="134"/>
                  </a:lnTo>
                  <a:lnTo>
                    <a:pt x="78" y="132"/>
                  </a:lnTo>
                  <a:close/>
                  <a:moveTo>
                    <a:pt x="73" y="132"/>
                  </a:moveTo>
                  <a:lnTo>
                    <a:pt x="72" y="133"/>
                  </a:lnTo>
                  <a:lnTo>
                    <a:pt x="71" y="134"/>
                  </a:lnTo>
                  <a:lnTo>
                    <a:pt x="71" y="135"/>
                  </a:lnTo>
                  <a:lnTo>
                    <a:pt x="70" y="136"/>
                  </a:lnTo>
                  <a:lnTo>
                    <a:pt x="70" y="136"/>
                  </a:lnTo>
                  <a:lnTo>
                    <a:pt x="71" y="136"/>
                  </a:lnTo>
                  <a:lnTo>
                    <a:pt x="71" y="137"/>
                  </a:lnTo>
                  <a:lnTo>
                    <a:pt x="72" y="135"/>
                  </a:lnTo>
                  <a:lnTo>
                    <a:pt x="74" y="133"/>
                  </a:lnTo>
                  <a:lnTo>
                    <a:pt x="73" y="132"/>
                  </a:lnTo>
                  <a:close/>
                  <a:moveTo>
                    <a:pt x="95" y="132"/>
                  </a:moveTo>
                  <a:lnTo>
                    <a:pt x="94" y="132"/>
                  </a:lnTo>
                  <a:lnTo>
                    <a:pt x="94" y="133"/>
                  </a:lnTo>
                  <a:lnTo>
                    <a:pt x="93" y="134"/>
                  </a:lnTo>
                  <a:lnTo>
                    <a:pt x="93" y="135"/>
                  </a:lnTo>
                  <a:lnTo>
                    <a:pt x="94" y="136"/>
                  </a:lnTo>
                  <a:lnTo>
                    <a:pt x="94" y="137"/>
                  </a:lnTo>
                  <a:lnTo>
                    <a:pt x="95" y="137"/>
                  </a:lnTo>
                  <a:lnTo>
                    <a:pt x="96" y="136"/>
                  </a:lnTo>
                  <a:lnTo>
                    <a:pt x="97" y="134"/>
                  </a:lnTo>
                  <a:lnTo>
                    <a:pt x="96" y="134"/>
                  </a:lnTo>
                  <a:lnTo>
                    <a:pt x="96" y="132"/>
                  </a:lnTo>
                  <a:lnTo>
                    <a:pt x="95" y="132"/>
                  </a:lnTo>
                  <a:close/>
                  <a:moveTo>
                    <a:pt x="64" y="131"/>
                  </a:moveTo>
                  <a:lnTo>
                    <a:pt x="63" y="132"/>
                  </a:lnTo>
                  <a:lnTo>
                    <a:pt x="62" y="133"/>
                  </a:lnTo>
                  <a:lnTo>
                    <a:pt x="62" y="134"/>
                  </a:lnTo>
                  <a:lnTo>
                    <a:pt x="63" y="134"/>
                  </a:lnTo>
                  <a:lnTo>
                    <a:pt x="64" y="134"/>
                  </a:lnTo>
                  <a:lnTo>
                    <a:pt x="64" y="132"/>
                  </a:lnTo>
                  <a:lnTo>
                    <a:pt x="64" y="131"/>
                  </a:lnTo>
                  <a:close/>
                  <a:moveTo>
                    <a:pt x="58" y="131"/>
                  </a:moveTo>
                  <a:lnTo>
                    <a:pt x="58" y="132"/>
                  </a:lnTo>
                  <a:lnTo>
                    <a:pt x="58" y="134"/>
                  </a:lnTo>
                  <a:lnTo>
                    <a:pt x="58" y="134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9" y="132"/>
                  </a:lnTo>
                  <a:lnTo>
                    <a:pt x="59" y="131"/>
                  </a:lnTo>
                  <a:lnTo>
                    <a:pt x="58" y="131"/>
                  </a:lnTo>
                  <a:close/>
                  <a:moveTo>
                    <a:pt x="109" y="131"/>
                  </a:moveTo>
                  <a:lnTo>
                    <a:pt x="108" y="132"/>
                  </a:lnTo>
                  <a:lnTo>
                    <a:pt x="107" y="133"/>
                  </a:lnTo>
                  <a:lnTo>
                    <a:pt x="107" y="134"/>
                  </a:lnTo>
                  <a:lnTo>
                    <a:pt x="107" y="134"/>
                  </a:lnTo>
                  <a:lnTo>
                    <a:pt x="108" y="134"/>
                  </a:lnTo>
                  <a:lnTo>
                    <a:pt x="109" y="133"/>
                  </a:lnTo>
                  <a:lnTo>
                    <a:pt x="109" y="132"/>
                  </a:lnTo>
                  <a:lnTo>
                    <a:pt x="109" y="131"/>
                  </a:lnTo>
                  <a:close/>
                  <a:moveTo>
                    <a:pt x="102" y="131"/>
                  </a:moveTo>
                  <a:lnTo>
                    <a:pt x="101" y="132"/>
                  </a:lnTo>
                  <a:lnTo>
                    <a:pt x="101" y="133"/>
                  </a:lnTo>
                  <a:lnTo>
                    <a:pt x="100" y="134"/>
                  </a:lnTo>
                  <a:lnTo>
                    <a:pt x="99" y="134"/>
                  </a:lnTo>
                  <a:lnTo>
                    <a:pt x="100" y="136"/>
                  </a:lnTo>
                  <a:lnTo>
                    <a:pt x="101" y="137"/>
                  </a:lnTo>
                  <a:lnTo>
                    <a:pt x="102" y="136"/>
                  </a:lnTo>
                  <a:lnTo>
                    <a:pt x="104" y="135"/>
                  </a:lnTo>
                  <a:lnTo>
                    <a:pt x="105" y="133"/>
                  </a:lnTo>
                  <a:lnTo>
                    <a:pt x="104" y="132"/>
                  </a:lnTo>
                  <a:lnTo>
                    <a:pt x="102" y="131"/>
                  </a:lnTo>
                  <a:close/>
                  <a:moveTo>
                    <a:pt x="87" y="131"/>
                  </a:moveTo>
                  <a:lnTo>
                    <a:pt x="86" y="132"/>
                  </a:lnTo>
                  <a:lnTo>
                    <a:pt x="85" y="133"/>
                  </a:lnTo>
                  <a:lnTo>
                    <a:pt x="84" y="135"/>
                  </a:lnTo>
                  <a:lnTo>
                    <a:pt x="84" y="136"/>
                  </a:lnTo>
                  <a:lnTo>
                    <a:pt x="84" y="137"/>
                  </a:lnTo>
                  <a:lnTo>
                    <a:pt x="85" y="137"/>
                  </a:lnTo>
                  <a:lnTo>
                    <a:pt x="85" y="138"/>
                  </a:lnTo>
                  <a:lnTo>
                    <a:pt x="86" y="138"/>
                  </a:lnTo>
                  <a:lnTo>
                    <a:pt x="87" y="137"/>
                  </a:lnTo>
                  <a:lnTo>
                    <a:pt x="88" y="135"/>
                  </a:lnTo>
                  <a:lnTo>
                    <a:pt x="89" y="134"/>
                  </a:lnTo>
                  <a:lnTo>
                    <a:pt x="89" y="132"/>
                  </a:lnTo>
                  <a:lnTo>
                    <a:pt x="87" y="131"/>
                  </a:lnTo>
                  <a:close/>
                  <a:moveTo>
                    <a:pt x="77" y="130"/>
                  </a:moveTo>
                  <a:lnTo>
                    <a:pt x="77" y="131"/>
                  </a:lnTo>
                  <a:lnTo>
                    <a:pt x="76" y="132"/>
                  </a:lnTo>
                  <a:lnTo>
                    <a:pt x="75" y="132"/>
                  </a:lnTo>
                  <a:lnTo>
                    <a:pt x="76" y="133"/>
                  </a:lnTo>
                  <a:lnTo>
                    <a:pt x="77" y="133"/>
                  </a:lnTo>
                  <a:lnTo>
                    <a:pt x="77" y="132"/>
                  </a:lnTo>
                  <a:lnTo>
                    <a:pt x="78" y="131"/>
                  </a:lnTo>
                  <a:lnTo>
                    <a:pt x="77" y="130"/>
                  </a:lnTo>
                  <a:close/>
                  <a:moveTo>
                    <a:pt x="49" y="130"/>
                  </a:moveTo>
                  <a:lnTo>
                    <a:pt x="48" y="131"/>
                  </a:lnTo>
                  <a:lnTo>
                    <a:pt x="47" y="133"/>
                  </a:lnTo>
                  <a:lnTo>
                    <a:pt x="46" y="135"/>
                  </a:lnTo>
                  <a:lnTo>
                    <a:pt x="46" y="137"/>
                  </a:lnTo>
                  <a:lnTo>
                    <a:pt x="48" y="135"/>
                  </a:lnTo>
                  <a:lnTo>
                    <a:pt x="49" y="132"/>
                  </a:lnTo>
                  <a:lnTo>
                    <a:pt x="49" y="130"/>
                  </a:lnTo>
                  <a:close/>
                  <a:moveTo>
                    <a:pt x="123" y="129"/>
                  </a:moveTo>
                  <a:lnTo>
                    <a:pt x="123" y="130"/>
                  </a:lnTo>
                  <a:lnTo>
                    <a:pt x="123" y="130"/>
                  </a:lnTo>
                  <a:lnTo>
                    <a:pt x="123" y="131"/>
                  </a:lnTo>
                  <a:lnTo>
                    <a:pt x="122" y="132"/>
                  </a:lnTo>
                  <a:lnTo>
                    <a:pt x="122" y="133"/>
                  </a:lnTo>
                  <a:lnTo>
                    <a:pt x="123" y="134"/>
                  </a:lnTo>
                  <a:lnTo>
                    <a:pt x="124" y="133"/>
                  </a:lnTo>
                  <a:lnTo>
                    <a:pt x="125" y="133"/>
                  </a:lnTo>
                  <a:lnTo>
                    <a:pt x="125" y="132"/>
                  </a:lnTo>
                  <a:lnTo>
                    <a:pt x="126" y="130"/>
                  </a:lnTo>
                  <a:lnTo>
                    <a:pt x="125" y="130"/>
                  </a:lnTo>
                  <a:lnTo>
                    <a:pt x="125" y="130"/>
                  </a:lnTo>
                  <a:lnTo>
                    <a:pt x="124" y="130"/>
                  </a:lnTo>
                  <a:lnTo>
                    <a:pt x="123" y="129"/>
                  </a:lnTo>
                  <a:close/>
                  <a:moveTo>
                    <a:pt x="57" y="129"/>
                  </a:moveTo>
                  <a:lnTo>
                    <a:pt x="57" y="130"/>
                  </a:lnTo>
                  <a:lnTo>
                    <a:pt x="56" y="131"/>
                  </a:lnTo>
                  <a:lnTo>
                    <a:pt x="56" y="132"/>
                  </a:lnTo>
                  <a:lnTo>
                    <a:pt x="56" y="133"/>
                  </a:lnTo>
                  <a:lnTo>
                    <a:pt x="57" y="132"/>
                  </a:lnTo>
                  <a:lnTo>
                    <a:pt x="57" y="131"/>
                  </a:lnTo>
                  <a:lnTo>
                    <a:pt x="58" y="129"/>
                  </a:lnTo>
                  <a:lnTo>
                    <a:pt x="57" y="129"/>
                  </a:lnTo>
                  <a:close/>
                  <a:moveTo>
                    <a:pt x="116" y="128"/>
                  </a:moveTo>
                  <a:lnTo>
                    <a:pt x="114" y="130"/>
                  </a:lnTo>
                  <a:lnTo>
                    <a:pt x="113" y="132"/>
                  </a:lnTo>
                  <a:lnTo>
                    <a:pt x="114" y="133"/>
                  </a:lnTo>
                  <a:lnTo>
                    <a:pt x="116" y="135"/>
                  </a:lnTo>
                  <a:lnTo>
                    <a:pt x="117" y="135"/>
                  </a:lnTo>
                  <a:lnTo>
                    <a:pt x="118" y="133"/>
                  </a:lnTo>
                  <a:lnTo>
                    <a:pt x="119" y="132"/>
                  </a:lnTo>
                  <a:lnTo>
                    <a:pt x="118" y="132"/>
                  </a:lnTo>
                  <a:lnTo>
                    <a:pt x="118" y="131"/>
                  </a:lnTo>
                  <a:lnTo>
                    <a:pt x="117" y="130"/>
                  </a:lnTo>
                  <a:lnTo>
                    <a:pt x="117" y="129"/>
                  </a:lnTo>
                  <a:lnTo>
                    <a:pt x="116" y="128"/>
                  </a:lnTo>
                  <a:close/>
                  <a:moveTo>
                    <a:pt x="76" y="128"/>
                  </a:moveTo>
                  <a:lnTo>
                    <a:pt x="75" y="129"/>
                  </a:lnTo>
                  <a:lnTo>
                    <a:pt x="75" y="130"/>
                  </a:lnTo>
                  <a:lnTo>
                    <a:pt x="74" y="130"/>
                  </a:lnTo>
                  <a:lnTo>
                    <a:pt x="75" y="131"/>
                  </a:lnTo>
                  <a:lnTo>
                    <a:pt x="75" y="131"/>
                  </a:lnTo>
                  <a:lnTo>
                    <a:pt x="75" y="132"/>
                  </a:lnTo>
                  <a:lnTo>
                    <a:pt x="76" y="131"/>
                  </a:lnTo>
                  <a:lnTo>
                    <a:pt x="76" y="130"/>
                  </a:lnTo>
                  <a:lnTo>
                    <a:pt x="77" y="129"/>
                  </a:lnTo>
                  <a:lnTo>
                    <a:pt x="77" y="129"/>
                  </a:lnTo>
                  <a:lnTo>
                    <a:pt x="76" y="128"/>
                  </a:lnTo>
                  <a:lnTo>
                    <a:pt x="76" y="128"/>
                  </a:lnTo>
                  <a:close/>
                  <a:moveTo>
                    <a:pt x="106" y="128"/>
                  </a:moveTo>
                  <a:lnTo>
                    <a:pt x="105" y="128"/>
                  </a:lnTo>
                  <a:lnTo>
                    <a:pt x="105" y="129"/>
                  </a:lnTo>
                  <a:lnTo>
                    <a:pt x="105" y="130"/>
                  </a:lnTo>
                  <a:lnTo>
                    <a:pt x="106" y="129"/>
                  </a:lnTo>
                  <a:lnTo>
                    <a:pt x="106" y="129"/>
                  </a:lnTo>
                  <a:lnTo>
                    <a:pt x="106" y="128"/>
                  </a:lnTo>
                  <a:close/>
                  <a:moveTo>
                    <a:pt x="114" y="126"/>
                  </a:moveTo>
                  <a:lnTo>
                    <a:pt x="113" y="128"/>
                  </a:lnTo>
                  <a:lnTo>
                    <a:pt x="112" y="128"/>
                  </a:lnTo>
                  <a:lnTo>
                    <a:pt x="112" y="129"/>
                  </a:lnTo>
                  <a:lnTo>
                    <a:pt x="113" y="129"/>
                  </a:lnTo>
                  <a:lnTo>
                    <a:pt x="113" y="128"/>
                  </a:lnTo>
                  <a:lnTo>
                    <a:pt x="114" y="126"/>
                  </a:lnTo>
                  <a:close/>
                  <a:moveTo>
                    <a:pt x="70" y="126"/>
                  </a:moveTo>
                  <a:lnTo>
                    <a:pt x="70" y="129"/>
                  </a:lnTo>
                  <a:lnTo>
                    <a:pt x="69" y="130"/>
                  </a:lnTo>
                  <a:lnTo>
                    <a:pt x="68" y="131"/>
                  </a:lnTo>
                  <a:lnTo>
                    <a:pt x="69" y="133"/>
                  </a:lnTo>
                  <a:lnTo>
                    <a:pt x="70" y="132"/>
                  </a:lnTo>
                  <a:lnTo>
                    <a:pt x="71" y="131"/>
                  </a:lnTo>
                  <a:lnTo>
                    <a:pt x="72" y="129"/>
                  </a:lnTo>
                  <a:lnTo>
                    <a:pt x="71" y="128"/>
                  </a:lnTo>
                  <a:lnTo>
                    <a:pt x="70" y="126"/>
                  </a:lnTo>
                  <a:close/>
                  <a:moveTo>
                    <a:pt x="52" y="126"/>
                  </a:moveTo>
                  <a:lnTo>
                    <a:pt x="51" y="130"/>
                  </a:lnTo>
                  <a:lnTo>
                    <a:pt x="50" y="133"/>
                  </a:lnTo>
                  <a:lnTo>
                    <a:pt x="51" y="131"/>
                  </a:lnTo>
                  <a:lnTo>
                    <a:pt x="52" y="129"/>
                  </a:lnTo>
                  <a:lnTo>
                    <a:pt x="52" y="126"/>
                  </a:lnTo>
                  <a:close/>
                  <a:moveTo>
                    <a:pt x="86" y="126"/>
                  </a:moveTo>
                  <a:lnTo>
                    <a:pt x="84" y="126"/>
                  </a:lnTo>
                  <a:lnTo>
                    <a:pt x="83" y="128"/>
                  </a:lnTo>
                  <a:lnTo>
                    <a:pt x="82" y="129"/>
                  </a:lnTo>
                  <a:lnTo>
                    <a:pt x="81" y="130"/>
                  </a:lnTo>
                  <a:lnTo>
                    <a:pt x="82" y="130"/>
                  </a:lnTo>
                  <a:lnTo>
                    <a:pt x="82" y="130"/>
                  </a:lnTo>
                  <a:lnTo>
                    <a:pt x="83" y="130"/>
                  </a:lnTo>
                  <a:lnTo>
                    <a:pt x="82" y="131"/>
                  </a:lnTo>
                  <a:lnTo>
                    <a:pt x="82" y="131"/>
                  </a:lnTo>
                  <a:lnTo>
                    <a:pt x="81" y="131"/>
                  </a:lnTo>
                  <a:lnTo>
                    <a:pt x="82" y="133"/>
                  </a:lnTo>
                  <a:lnTo>
                    <a:pt x="83" y="134"/>
                  </a:lnTo>
                  <a:lnTo>
                    <a:pt x="85" y="131"/>
                  </a:lnTo>
                  <a:lnTo>
                    <a:pt x="87" y="129"/>
                  </a:lnTo>
                  <a:lnTo>
                    <a:pt x="86" y="128"/>
                  </a:lnTo>
                  <a:lnTo>
                    <a:pt x="86" y="126"/>
                  </a:lnTo>
                  <a:close/>
                  <a:moveTo>
                    <a:pt x="109" y="125"/>
                  </a:moveTo>
                  <a:lnTo>
                    <a:pt x="108" y="128"/>
                  </a:lnTo>
                  <a:lnTo>
                    <a:pt x="106" y="129"/>
                  </a:lnTo>
                  <a:lnTo>
                    <a:pt x="106" y="130"/>
                  </a:lnTo>
                  <a:lnTo>
                    <a:pt x="106" y="131"/>
                  </a:lnTo>
                  <a:lnTo>
                    <a:pt x="107" y="130"/>
                  </a:lnTo>
                  <a:lnTo>
                    <a:pt x="108" y="129"/>
                  </a:lnTo>
                  <a:lnTo>
                    <a:pt x="109" y="128"/>
                  </a:lnTo>
                  <a:lnTo>
                    <a:pt x="109" y="125"/>
                  </a:lnTo>
                  <a:close/>
                  <a:moveTo>
                    <a:pt x="92" y="125"/>
                  </a:moveTo>
                  <a:lnTo>
                    <a:pt x="90" y="126"/>
                  </a:lnTo>
                  <a:lnTo>
                    <a:pt x="90" y="128"/>
                  </a:lnTo>
                  <a:lnTo>
                    <a:pt x="89" y="129"/>
                  </a:lnTo>
                  <a:lnTo>
                    <a:pt x="89" y="130"/>
                  </a:lnTo>
                  <a:lnTo>
                    <a:pt x="90" y="130"/>
                  </a:lnTo>
                  <a:lnTo>
                    <a:pt x="90" y="131"/>
                  </a:lnTo>
                  <a:lnTo>
                    <a:pt x="92" y="132"/>
                  </a:lnTo>
                  <a:lnTo>
                    <a:pt x="92" y="131"/>
                  </a:lnTo>
                  <a:lnTo>
                    <a:pt x="92" y="131"/>
                  </a:lnTo>
                  <a:lnTo>
                    <a:pt x="93" y="131"/>
                  </a:lnTo>
                  <a:lnTo>
                    <a:pt x="93" y="132"/>
                  </a:lnTo>
                  <a:lnTo>
                    <a:pt x="93" y="132"/>
                  </a:lnTo>
                  <a:lnTo>
                    <a:pt x="93" y="132"/>
                  </a:lnTo>
                  <a:lnTo>
                    <a:pt x="94" y="131"/>
                  </a:lnTo>
                  <a:lnTo>
                    <a:pt x="94" y="130"/>
                  </a:lnTo>
                  <a:lnTo>
                    <a:pt x="94" y="129"/>
                  </a:lnTo>
                  <a:lnTo>
                    <a:pt x="93" y="126"/>
                  </a:lnTo>
                  <a:lnTo>
                    <a:pt x="92" y="125"/>
                  </a:lnTo>
                  <a:close/>
                  <a:moveTo>
                    <a:pt x="100" y="125"/>
                  </a:moveTo>
                  <a:lnTo>
                    <a:pt x="98" y="128"/>
                  </a:lnTo>
                  <a:lnTo>
                    <a:pt x="96" y="130"/>
                  </a:lnTo>
                  <a:lnTo>
                    <a:pt x="97" y="131"/>
                  </a:lnTo>
                  <a:lnTo>
                    <a:pt x="97" y="132"/>
                  </a:lnTo>
                  <a:lnTo>
                    <a:pt x="98" y="133"/>
                  </a:lnTo>
                  <a:lnTo>
                    <a:pt x="100" y="132"/>
                  </a:lnTo>
                  <a:lnTo>
                    <a:pt x="101" y="131"/>
                  </a:lnTo>
                  <a:lnTo>
                    <a:pt x="102" y="129"/>
                  </a:lnTo>
                  <a:lnTo>
                    <a:pt x="101" y="126"/>
                  </a:lnTo>
                  <a:lnTo>
                    <a:pt x="100" y="125"/>
                  </a:lnTo>
                  <a:close/>
                  <a:moveTo>
                    <a:pt x="123" y="124"/>
                  </a:moveTo>
                  <a:lnTo>
                    <a:pt x="123" y="125"/>
                  </a:lnTo>
                  <a:lnTo>
                    <a:pt x="123" y="128"/>
                  </a:lnTo>
                  <a:lnTo>
                    <a:pt x="123" y="126"/>
                  </a:lnTo>
                  <a:lnTo>
                    <a:pt x="124" y="126"/>
                  </a:lnTo>
                  <a:lnTo>
                    <a:pt x="123" y="125"/>
                  </a:lnTo>
                  <a:lnTo>
                    <a:pt x="123" y="124"/>
                  </a:lnTo>
                  <a:lnTo>
                    <a:pt x="123" y="124"/>
                  </a:lnTo>
                  <a:close/>
                  <a:moveTo>
                    <a:pt x="114" y="124"/>
                  </a:moveTo>
                  <a:lnTo>
                    <a:pt x="113" y="125"/>
                  </a:lnTo>
                  <a:lnTo>
                    <a:pt x="111" y="126"/>
                  </a:lnTo>
                  <a:lnTo>
                    <a:pt x="112" y="128"/>
                  </a:lnTo>
                  <a:lnTo>
                    <a:pt x="112" y="126"/>
                  </a:lnTo>
                  <a:lnTo>
                    <a:pt x="113" y="125"/>
                  </a:lnTo>
                  <a:lnTo>
                    <a:pt x="114" y="125"/>
                  </a:lnTo>
                  <a:lnTo>
                    <a:pt x="114" y="124"/>
                  </a:lnTo>
                  <a:close/>
                  <a:moveTo>
                    <a:pt x="73" y="123"/>
                  </a:moveTo>
                  <a:lnTo>
                    <a:pt x="73" y="124"/>
                  </a:lnTo>
                  <a:lnTo>
                    <a:pt x="72" y="125"/>
                  </a:lnTo>
                  <a:lnTo>
                    <a:pt x="72" y="126"/>
                  </a:lnTo>
                  <a:lnTo>
                    <a:pt x="73" y="128"/>
                  </a:lnTo>
                  <a:lnTo>
                    <a:pt x="73" y="128"/>
                  </a:lnTo>
                  <a:lnTo>
                    <a:pt x="74" y="126"/>
                  </a:lnTo>
                  <a:lnTo>
                    <a:pt x="75" y="125"/>
                  </a:lnTo>
                  <a:lnTo>
                    <a:pt x="74" y="124"/>
                  </a:lnTo>
                  <a:lnTo>
                    <a:pt x="73" y="123"/>
                  </a:lnTo>
                  <a:close/>
                  <a:moveTo>
                    <a:pt x="69" y="123"/>
                  </a:moveTo>
                  <a:lnTo>
                    <a:pt x="68" y="125"/>
                  </a:lnTo>
                  <a:lnTo>
                    <a:pt x="66" y="128"/>
                  </a:lnTo>
                  <a:lnTo>
                    <a:pt x="66" y="130"/>
                  </a:lnTo>
                  <a:lnTo>
                    <a:pt x="69" y="128"/>
                  </a:lnTo>
                  <a:lnTo>
                    <a:pt x="70" y="125"/>
                  </a:lnTo>
                  <a:lnTo>
                    <a:pt x="69" y="124"/>
                  </a:lnTo>
                  <a:lnTo>
                    <a:pt x="69" y="123"/>
                  </a:lnTo>
                  <a:close/>
                  <a:moveTo>
                    <a:pt x="84" y="123"/>
                  </a:moveTo>
                  <a:lnTo>
                    <a:pt x="83" y="124"/>
                  </a:lnTo>
                  <a:lnTo>
                    <a:pt x="82" y="125"/>
                  </a:lnTo>
                  <a:lnTo>
                    <a:pt x="81" y="126"/>
                  </a:lnTo>
                  <a:lnTo>
                    <a:pt x="80" y="128"/>
                  </a:lnTo>
                  <a:lnTo>
                    <a:pt x="80" y="128"/>
                  </a:lnTo>
                  <a:lnTo>
                    <a:pt x="81" y="126"/>
                  </a:lnTo>
                  <a:lnTo>
                    <a:pt x="80" y="126"/>
                  </a:lnTo>
                  <a:lnTo>
                    <a:pt x="78" y="128"/>
                  </a:lnTo>
                  <a:lnTo>
                    <a:pt x="78" y="129"/>
                  </a:lnTo>
                  <a:lnTo>
                    <a:pt x="80" y="129"/>
                  </a:lnTo>
                  <a:lnTo>
                    <a:pt x="80" y="129"/>
                  </a:lnTo>
                  <a:lnTo>
                    <a:pt x="80" y="129"/>
                  </a:lnTo>
                  <a:lnTo>
                    <a:pt x="81" y="128"/>
                  </a:lnTo>
                  <a:lnTo>
                    <a:pt x="83" y="126"/>
                  </a:lnTo>
                  <a:lnTo>
                    <a:pt x="84" y="124"/>
                  </a:lnTo>
                  <a:lnTo>
                    <a:pt x="84" y="123"/>
                  </a:lnTo>
                  <a:close/>
                  <a:moveTo>
                    <a:pt x="61" y="123"/>
                  </a:moveTo>
                  <a:lnTo>
                    <a:pt x="60" y="123"/>
                  </a:lnTo>
                  <a:lnTo>
                    <a:pt x="59" y="124"/>
                  </a:lnTo>
                  <a:lnTo>
                    <a:pt x="58" y="125"/>
                  </a:lnTo>
                  <a:lnTo>
                    <a:pt x="58" y="126"/>
                  </a:lnTo>
                  <a:lnTo>
                    <a:pt x="59" y="126"/>
                  </a:lnTo>
                  <a:lnTo>
                    <a:pt x="59" y="128"/>
                  </a:lnTo>
                  <a:lnTo>
                    <a:pt x="59" y="128"/>
                  </a:lnTo>
                  <a:lnTo>
                    <a:pt x="60" y="128"/>
                  </a:lnTo>
                  <a:lnTo>
                    <a:pt x="59" y="129"/>
                  </a:lnTo>
                  <a:lnTo>
                    <a:pt x="60" y="130"/>
                  </a:lnTo>
                  <a:lnTo>
                    <a:pt x="61" y="128"/>
                  </a:lnTo>
                  <a:lnTo>
                    <a:pt x="61" y="124"/>
                  </a:lnTo>
                  <a:lnTo>
                    <a:pt x="61" y="124"/>
                  </a:lnTo>
                  <a:lnTo>
                    <a:pt x="60" y="124"/>
                  </a:lnTo>
                  <a:lnTo>
                    <a:pt x="60" y="125"/>
                  </a:lnTo>
                  <a:lnTo>
                    <a:pt x="60" y="125"/>
                  </a:lnTo>
                  <a:lnTo>
                    <a:pt x="60" y="125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59" y="126"/>
                  </a:lnTo>
                  <a:lnTo>
                    <a:pt x="59" y="125"/>
                  </a:lnTo>
                  <a:lnTo>
                    <a:pt x="60" y="124"/>
                  </a:lnTo>
                  <a:lnTo>
                    <a:pt x="60" y="124"/>
                  </a:lnTo>
                  <a:lnTo>
                    <a:pt x="61" y="123"/>
                  </a:lnTo>
                  <a:close/>
                  <a:moveTo>
                    <a:pt x="51" y="122"/>
                  </a:moveTo>
                  <a:lnTo>
                    <a:pt x="49" y="125"/>
                  </a:lnTo>
                  <a:lnTo>
                    <a:pt x="48" y="129"/>
                  </a:lnTo>
                  <a:lnTo>
                    <a:pt x="50" y="128"/>
                  </a:lnTo>
                  <a:lnTo>
                    <a:pt x="51" y="125"/>
                  </a:lnTo>
                  <a:lnTo>
                    <a:pt x="51" y="122"/>
                  </a:lnTo>
                  <a:close/>
                  <a:moveTo>
                    <a:pt x="89" y="122"/>
                  </a:moveTo>
                  <a:lnTo>
                    <a:pt x="88" y="123"/>
                  </a:lnTo>
                  <a:lnTo>
                    <a:pt x="87" y="124"/>
                  </a:lnTo>
                  <a:lnTo>
                    <a:pt x="87" y="125"/>
                  </a:lnTo>
                  <a:lnTo>
                    <a:pt x="87" y="125"/>
                  </a:lnTo>
                  <a:lnTo>
                    <a:pt x="88" y="126"/>
                  </a:lnTo>
                  <a:lnTo>
                    <a:pt x="88" y="126"/>
                  </a:lnTo>
                  <a:lnTo>
                    <a:pt x="89" y="125"/>
                  </a:lnTo>
                  <a:lnTo>
                    <a:pt x="90" y="123"/>
                  </a:lnTo>
                  <a:lnTo>
                    <a:pt x="90" y="122"/>
                  </a:lnTo>
                  <a:lnTo>
                    <a:pt x="89" y="122"/>
                  </a:lnTo>
                  <a:close/>
                  <a:moveTo>
                    <a:pt x="121" y="122"/>
                  </a:moveTo>
                  <a:lnTo>
                    <a:pt x="120" y="123"/>
                  </a:lnTo>
                  <a:lnTo>
                    <a:pt x="119" y="124"/>
                  </a:lnTo>
                  <a:lnTo>
                    <a:pt x="118" y="125"/>
                  </a:lnTo>
                  <a:lnTo>
                    <a:pt x="119" y="128"/>
                  </a:lnTo>
                  <a:lnTo>
                    <a:pt x="120" y="129"/>
                  </a:lnTo>
                  <a:lnTo>
                    <a:pt x="121" y="130"/>
                  </a:lnTo>
                  <a:lnTo>
                    <a:pt x="121" y="128"/>
                  </a:lnTo>
                  <a:lnTo>
                    <a:pt x="121" y="124"/>
                  </a:lnTo>
                  <a:lnTo>
                    <a:pt x="121" y="122"/>
                  </a:lnTo>
                  <a:close/>
                  <a:moveTo>
                    <a:pt x="138" y="122"/>
                  </a:moveTo>
                  <a:lnTo>
                    <a:pt x="137" y="122"/>
                  </a:lnTo>
                  <a:lnTo>
                    <a:pt x="137" y="123"/>
                  </a:lnTo>
                  <a:lnTo>
                    <a:pt x="137" y="124"/>
                  </a:lnTo>
                  <a:lnTo>
                    <a:pt x="136" y="125"/>
                  </a:lnTo>
                  <a:lnTo>
                    <a:pt x="137" y="124"/>
                  </a:lnTo>
                  <a:lnTo>
                    <a:pt x="137" y="124"/>
                  </a:lnTo>
                  <a:lnTo>
                    <a:pt x="137" y="125"/>
                  </a:lnTo>
                  <a:lnTo>
                    <a:pt x="137" y="126"/>
                  </a:lnTo>
                  <a:lnTo>
                    <a:pt x="137" y="128"/>
                  </a:lnTo>
                  <a:lnTo>
                    <a:pt x="137" y="130"/>
                  </a:lnTo>
                  <a:lnTo>
                    <a:pt x="136" y="130"/>
                  </a:lnTo>
                  <a:lnTo>
                    <a:pt x="136" y="130"/>
                  </a:lnTo>
                  <a:lnTo>
                    <a:pt x="136" y="129"/>
                  </a:lnTo>
                  <a:lnTo>
                    <a:pt x="136" y="128"/>
                  </a:lnTo>
                  <a:lnTo>
                    <a:pt x="135" y="131"/>
                  </a:lnTo>
                  <a:lnTo>
                    <a:pt x="135" y="133"/>
                  </a:lnTo>
                  <a:lnTo>
                    <a:pt x="136" y="136"/>
                  </a:lnTo>
                  <a:lnTo>
                    <a:pt x="136" y="138"/>
                  </a:lnTo>
                  <a:lnTo>
                    <a:pt x="135" y="140"/>
                  </a:lnTo>
                  <a:lnTo>
                    <a:pt x="135" y="140"/>
                  </a:lnTo>
                  <a:lnTo>
                    <a:pt x="135" y="141"/>
                  </a:lnTo>
                  <a:lnTo>
                    <a:pt x="135" y="142"/>
                  </a:lnTo>
                  <a:lnTo>
                    <a:pt x="134" y="143"/>
                  </a:lnTo>
                  <a:lnTo>
                    <a:pt x="135" y="144"/>
                  </a:lnTo>
                  <a:lnTo>
                    <a:pt x="136" y="146"/>
                  </a:lnTo>
                  <a:lnTo>
                    <a:pt x="136" y="148"/>
                  </a:lnTo>
                  <a:lnTo>
                    <a:pt x="137" y="150"/>
                  </a:lnTo>
                  <a:lnTo>
                    <a:pt x="138" y="135"/>
                  </a:lnTo>
                  <a:lnTo>
                    <a:pt x="138" y="123"/>
                  </a:lnTo>
                  <a:lnTo>
                    <a:pt x="138" y="123"/>
                  </a:lnTo>
                  <a:lnTo>
                    <a:pt x="138" y="123"/>
                  </a:lnTo>
                  <a:lnTo>
                    <a:pt x="138" y="123"/>
                  </a:lnTo>
                  <a:lnTo>
                    <a:pt x="138" y="122"/>
                  </a:lnTo>
                  <a:lnTo>
                    <a:pt x="140" y="122"/>
                  </a:lnTo>
                  <a:lnTo>
                    <a:pt x="140" y="122"/>
                  </a:lnTo>
                  <a:lnTo>
                    <a:pt x="138" y="122"/>
                  </a:lnTo>
                  <a:close/>
                  <a:moveTo>
                    <a:pt x="89" y="121"/>
                  </a:moveTo>
                  <a:lnTo>
                    <a:pt x="88" y="121"/>
                  </a:lnTo>
                  <a:lnTo>
                    <a:pt x="87" y="122"/>
                  </a:lnTo>
                  <a:lnTo>
                    <a:pt x="87" y="123"/>
                  </a:lnTo>
                  <a:lnTo>
                    <a:pt x="88" y="122"/>
                  </a:lnTo>
                  <a:lnTo>
                    <a:pt x="88" y="121"/>
                  </a:lnTo>
                  <a:lnTo>
                    <a:pt x="89" y="121"/>
                  </a:lnTo>
                  <a:close/>
                  <a:moveTo>
                    <a:pt x="72" y="120"/>
                  </a:moveTo>
                  <a:lnTo>
                    <a:pt x="71" y="121"/>
                  </a:lnTo>
                  <a:lnTo>
                    <a:pt x="71" y="122"/>
                  </a:lnTo>
                  <a:lnTo>
                    <a:pt x="70" y="123"/>
                  </a:lnTo>
                  <a:lnTo>
                    <a:pt x="71" y="123"/>
                  </a:lnTo>
                  <a:lnTo>
                    <a:pt x="71" y="123"/>
                  </a:lnTo>
                  <a:lnTo>
                    <a:pt x="71" y="123"/>
                  </a:lnTo>
                  <a:lnTo>
                    <a:pt x="71" y="123"/>
                  </a:lnTo>
                  <a:lnTo>
                    <a:pt x="73" y="121"/>
                  </a:lnTo>
                  <a:lnTo>
                    <a:pt x="72" y="121"/>
                  </a:lnTo>
                  <a:lnTo>
                    <a:pt x="72" y="120"/>
                  </a:lnTo>
                  <a:close/>
                  <a:moveTo>
                    <a:pt x="83" y="120"/>
                  </a:moveTo>
                  <a:lnTo>
                    <a:pt x="82" y="121"/>
                  </a:lnTo>
                  <a:lnTo>
                    <a:pt x="80" y="123"/>
                  </a:lnTo>
                  <a:lnTo>
                    <a:pt x="78" y="124"/>
                  </a:lnTo>
                  <a:lnTo>
                    <a:pt x="78" y="125"/>
                  </a:lnTo>
                  <a:lnTo>
                    <a:pt x="78" y="128"/>
                  </a:lnTo>
                  <a:lnTo>
                    <a:pt x="80" y="125"/>
                  </a:lnTo>
                  <a:lnTo>
                    <a:pt x="81" y="124"/>
                  </a:lnTo>
                  <a:lnTo>
                    <a:pt x="82" y="123"/>
                  </a:lnTo>
                  <a:lnTo>
                    <a:pt x="83" y="122"/>
                  </a:lnTo>
                  <a:lnTo>
                    <a:pt x="83" y="120"/>
                  </a:lnTo>
                  <a:close/>
                  <a:moveTo>
                    <a:pt x="59" y="120"/>
                  </a:moveTo>
                  <a:lnTo>
                    <a:pt x="59" y="121"/>
                  </a:lnTo>
                  <a:lnTo>
                    <a:pt x="59" y="122"/>
                  </a:lnTo>
                  <a:lnTo>
                    <a:pt x="59" y="122"/>
                  </a:lnTo>
                  <a:lnTo>
                    <a:pt x="60" y="121"/>
                  </a:lnTo>
                  <a:lnTo>
                    <a:pt x="60" y="121"/>
                  </a:lnTo>
                  <a:lnTo>
                    <a:pt x="59" y="120"/>
                  </a:lnTo>
                  <a:close/>
                  <a:moveTo>
                    <a:pt x="111" y="120"/>
                  </a:moveTo>
                  <a:lnTo>
                    <a:pt x="111" y="121"/>
                  </a:lnTo>
                  <a:lnTo>
                    <a:pt x="110" y="122"/>
                  </a:lnTo>
                  <a:lnTo>
                    <a:pt x="110" y="123"/>
                  </a:lnTo>
                  <a:lnTo>
                    <a:pt x="111" y="123"/>
                  </a:lnTo>
                  <a:lnTo>
                    <a:pt x="111" y="122"/>
                  </a:lnTo>
                  <a:lnTo>
                    <a:pt x="112" y="122"/>
                  </a:lnTo>
                  <a:lnTo>
                    <a:pt x="112" y="121"/>
                  </a:lnTo>
                  <a:lnTo>
                    <a:pt x="112" y="120"/>
                  </a:lnTo>
                  <a:lnTo>
                    <a:pt x="111" y="120"/>
                  </a:lnTo>
                  <a:close/>
                  <a:moveTo>
                    <a:pt x="126" y="119"/>
                  </a:moveTo>
                  <a:lnTo>
                    <a:pt x="126" y="120"/>
                  </a:lnTo>
                  <a:lnTo>
                    <a:pt x="126" y="121"/>
                  </a:lnTo>
                  <a:lnTo>
                    <a:pt x="126" y="122"/>
                  </a:lnTo>
                  <a:lnTo>
                    <a:pt x="128" y="122"/>
                  </a:lnTo>
                  <a:lnTo>
                    <a:pt x="128" y="121"/>
                  </a:lnTo>
                  <a:lnTo>
                    <a:pt x="128" y="120"/>
                  </a:lnTo>
                  <a:lnTo>
                    <a:pt x="126" y="119"/>
                  </a:lnTo>
                  <a:close/>
                  <a:moveTo>
                    <a:pt x="97" y="119"/>
                  </a:moveTo>
                  <a:lnTo>
                    <a:pt x="95" y="121"/>
                  </a:lnTo>
                  <a:lnTo>
                    <a:pt x="94" y="123"/>
                  </a:lnTo>
                  <a:lnTo>
                    <a:pt x="94" y="124"/>
                  </a:lnTo>
                  <a:lnTo>
                    <a:pt x="94" y="125"/>
                  </a:lnTo>
                  <a:lnTo>
                    <a:pt x="95" y="126"/>
                  </a:lnTo>
                  <a:lnTo>
                    <a:pt x="95" y="128"/>
                  </a:lnTo>
                  <a:lnTo>
                    <a:pt x="97" y="126"/>
                  </a:lnTo>
                  <a:lnTo>
                    <a:pt x="98" y="124"/>
                  </a:lnTo>
                  <a:lnTo>
                    <a:pt x="99" y="123"/>
                  </a:lnTo>
                  <a:lnTo>
                    <a:pt x="98" y="121"/>
                  </a:lnTo>
                  <a:lnTo>
                    <a:pt x="97" y="119"/>
                  </a:lnTo>
                  <a:close/>
                  <a:moveTo>
                    <a:pt x="71" y="119"/>
                  </a:moveTo>
                  <a:lnTo>
                    <a:pt x="71" y="120"/>
                  </a:lnTo>
                  <a:lnTo>
                    <a:pt x="70" y="120"/>
                  </a:lnTo>
                  <a:lnTo>
                    <a:pt x="70" y="121"/>
                  </a:lnTo>
                  <a:lnTo>
                    <a:pt x="71" y="120"/>
                  </a:lnTo>
                  <a:lnTo>
                    <a:pt x="71" y="120"/>
                  </a:lnTo>
                  <a:lnTo>
                    <a:pt x="71" y="119"/>
                  </a:lnTo>
                  <a:close/>
                  <a:moveTo>
                    <a:pt x="87" y="119"/>
                  </a:moveTo>
                  <a:lnTo>
                    <a:pt x="87" y="119"/>
                  </a:lnTo>
                  <a:lnTo>
                    <a:pt x="86" y="120"/>
                  </a:lnTo>
                  <a:lnTo>
                    <a:pt x="86" y="121"/>
                  </a:lnTo>
                  <a:lnTo>
                    <a:pt x="86" y="121"/>
                  </a:lnTo>
                  <a:lnTo>
                    <a:pt x="86" y="120"/>
                  </a:lnTo>
                  <a:lnTo>
                    <a:pt x="87" y="120"/>
                  </a:lnTo>
                  <a:lnTo>
                    <a:pt x="87" y="119"/>
                  </a:lnTo>
                  <a:close/>
                  <a:moveTo>
                    <a:pt x="120" y="118"/>
                  </a:moveTo>
                  <a:lnTo>
                    <a:pt x="119" y="119"/>
                  </a:lnTo>
                  <a:lnTo>
                    <a:pt x="118" y="120"/>
                  </a:lnTo>
                  <a:lnTo>
                    <a:pt x="117" y="121"/>
                  </a:lnTo>
                  <a:lnTo>
                    <a:pt x="117" y="122"/>
                  </a:lnTo>
                  <a:lnTo>
                    <a:pt x="119" y="121"/>
                  </a:lnTo>
                  <a:lnTo>
                    <a:pt x="120" y="120"/>
                  </a:lnTo>
                  <a:lnTo>
                    <a:pt x="120" y="118"/>
                  </a:lnTo>
                  <a:close/>
                  <a:moveTo>
                    <a:pt x="105" y="118"/>
                  </a:moveTo>
                  <a:lnTo>
                    <a:pt x="104" y="121"/>
                  </a:lnTo>
                  <a:lnTo>
                    <a:pt x="101" y="123"/>
                  </a:lnTo>
                  <a:lnTo>
                    <a:pt x="102" y="124"/>
                  </a:lnTo>
                  <a:lnTo>
                    <a:pt x="102" y="125"/>
                  </a:lnTo>
                  <a:lnTo>
                    <a:pt x="104" y="126"/>
                  </a:lnTo>
                  <a:lnTo>
                    <a:pt x="106" y="124"/>
                  </a:lnTo>
                  <a:lnTo>
                    <a:pt x="107" y="122"/>
                  </a:lnTo>
                  <a:lnTo>
                    <a:pt x="107" y="121"/>
                  </a:lnTo>
                  <a:lnTo>
                    <a:pt x="106" y="120"/>
                  </a:lnTo>
                  <a:lnTo>
                    <a:pt x="105" y="118"/>
                  </a:lnTo>
                  <a:close/>
                  <a:moveTo>
                    <a:pt x="124" y="118"/>
                  </a:moveTo>
                  <a:lnTo>
                    <a:pt x="124" y="118"/>
                  </a:lnTo>
                  <a:lnTo>
                    <a:pt x="124" y="118"/>
                  </a:lnTo>
                  <a:lnTo>
                    <a:pt x="124" y="119"/>
                  </a:lnTo>
                  <a:lnTo>
                    <a:pt x="124" y="119"/>
                  </a:lnTo>
                  <a:lnTo>
                    <a:pt x="124" y="120"/>
                  </a:lnTo>
                  <a:lnTo>
                    <a:pt x="125" y="120"/>
                  </a:lnTo>
                  <a:lnTo>
                    <a:pt x="124" y="119"/>
                  </a:lnTo>
                  <a:lnTo>
                    <a:pt x="125" y="118"/>
                  </a:lnTo>
                  <a:lnTo>
                    <a:pt x="124" y="118"/>
                  </a:lnTo>
                  <a:close/>
                  <a:moveTo>
                    <a:pt x="134" y="117"/>
                  </a:moveTo>
                  <a:lnTo>
                    <a:pt x="133" y="118"/>
                  </a:lnTo>
                  <a:lnTo>
                    <a:pt x="132" y="120"/>
                  </a:lnTo>
                  <a:lnTo>
                    <a:pt x="132" y="121"/>
                  </a:lnTo>
                  <a:lnTo>
                    <a:pt x="133" y="122"/>
                  </a:lnTo>
                  <a:lnTo>
                    <a:pt x="133" y="122"/>
                  </a:lnTo>
                  <a:lnTo>
                    <a:pt x="134" y="121"/>
                  </a:lnTo>
                  <a:lnTo>
                    <a:pt x="134" y="120"/>
                  </a:lnTo>
                  <a:lnTo>
                    <a:pt x="134" y="118"/>
                  </a:lnTo>
                  <a:lnTo>
                    <a:pt x="134" y="117"/>
                  </a:lnTo>
                  <a:close/>
                  <a:moveTo>
                    <a:pt x="51" y="117"/>
                  </a:moveTo>
                  <a:lnTo>
                    <a:pt x="51" y="118"/>
                  </a:lnTo>
                  <a:lnTo>
                    <a:pt x="51" y="119"/>
                  </a:lnTo>
                  <a:lnTo>
                    <a:pt x="51" y="120"/>
                  </a:lnTo>
                  <a:lnTo>
                    <a:pt x="52" y="119"/>
                  </a:lnTo>
                  <a:lnTo>
                    <a:pt x="52" y="119"/>
                  </a:lnTo>
                  <a:lnTo>
                    <a:pt x="52" y="118"/>
                  </a:lnTo>
                  <a:lnTo>
                    <a:pt x="52" y="118"/>
                  </a:lnTo>
                  <a:lnTo>
                    <a:pt x="51" y="117"/>
                  </a:lnTo>
                  <a:close/>
                  <a:moveTo>
                    <a:pt x="65" y="117"/>
                  </a:moveTo>
                  <a:lnTo>
                    <a:pt x="64" y="119"/>
                  </a:lnTo>
                  <a:lnTo>
                    <a:pt x="64" y="121"/>
                  </a:lnTo>
                  <a:lnTo>
                    <a:pt x="63" y="123"/>
                  </a:lnTo>
                  <a:lnTo>
                    <a:pt x="63" y="124"/>
                  </a:lnTo>
                  <a:lnTo>
                    <a:pt x="63" y="124"/>
                  </a:lnTo>
                  <a:lnTo>
                    <a:pt x="64" y="125"/>
                  </a:lnTo>
                  <a:lnTo>
                    <a:pt x="65" y="124"/>
                  </a:lnTo>
                  <a:lnTo>
                    <a:pt x="65" y="123"/>
                  </a:lnTo>
                  <a:lnTo>
                    <a:pt x="65" y="122"/>
                  </a:lnTo>
                  <a:lnTo>
                    <a:pt x="65" y="120"/>
                  </a:lnTo>
                  <a:lnTo>
                    <a:pt x="65" y="119"/>
                  </a:lnTo>
                  <a:lnTo>
                    <a:pt x="65" y="118"/>
                  </a:lnTo>
                  <a:lnTo>
                    <a:pt x="65" y="117"/>
                  </a:lnTo>
                  <a:close/>
                  <a:moveTo>
                    <a:pt x="95" y="117"/>
                  </a:moveTo>
                  <a:lnTo>
                    <a:pt x="94" y="117"/>
                  </a:lnTo>
                  <a:lnTo>
                    <a:pt x="93" y="118"/>
                  </a:lnTo>
                  <a:lnTo>
                    <a:pt x="92" y="119"/>
                  </a:lnTo>
                  <a:lnTo>
                    <a:pt x="92" y="121"/>
                  </a:lnTo>
                  <a:lnTo>
                    <a:pt x="93" y="122"/>
                  </a:lnTo>
                  <a:lnTo>
                    <a:pt x="95" y="120"/>
                  </a:lnTo>
                  <a:lnTo>
                    <a:pt x="96" y="117"/>
                  </a:lnTo>
                  <a:lnTo>
                    <a:pt x="95" y="117"/>
                  </a:lnTo>
                  <a:close/>
                  <a:moveTo>
                    <a:pt x="224" y="116"/>
                  </a:moveTo>
                  <a:lnTo>
                    <a:pt x="222" y="117"/>
                  </a:lnTo>
                  <a:lnTo>
                    <a:pt x="224" y="117"/>
                  </a:lnTo>
                  <a:lnTo>
                    <a:pt x="225" y="116"/>
                  </a:lnTo>
                  <a:lnTo>
                    <a:pt x="224" y="116"/>
                  </a:lnTo>
                  <a:lnTo>
                    <a:pt x="224" y="116"/>
                  </a:lnTo>
                  <a:close/>
                  <a:moveTo>
                    <a:pt x="87" y="116"/>
                  </a:moveTo>
                  <a:lnTo>
                    <a:pt x="86" y="116"/>
                  </a:lnTo>
                  <a:lnTo>
                    <a:pt x="86" y="117"/>
                  </a:lnTo>
                  <a:lnTo>
                    <a:pt x="85" y="117"/>
                  </a:lnTo>
                  <a:lnTo>
                    <a:pt x="85" y="119"/>
                  </a:lnTo>
                  <a:lnTo>
                    <a:pt x="85" y="120"/>
                  </a:lnTo>
                  <a:lnTo>
                    <a:pt x="86" y="119"/>
                  </a:lnTo>
                  <a:lnTo>
                    <a:pt x="87" y="118"/>
                  </a:lnTo>
                  <a:lnTo>
                    <a:pt x="87" y="117"/>
                  </a:lnTo>
                  <a:lnTo>
                    <a:pt x="87" y="116"/>
                  </a:lnTo>
                  <a:close/>
                  <a:moveTo>
                    <a:pt x="57" y="116"/>
                  </a:moveTo>
                  <a:lnTo>
                    <a:pt x="57" y="116"/>
                  </a:lnTo>
                  <a:lnTo>
                    <a:pt x="56" y="117"/>
                  </a:lnTo>
                  <a:lnTo>
                    <a:pt x="56" y="117"/>
                  </a:lnTo>
                  <a:lnTo>
                    <a:pt x="56" y="118"/>
                  </a:lnTo>
                  <a:lnTo>
                    <a:pt x="56" y="118"/>
                  </a:lnTo>
                  <a:lnTo>
                    <a:pt x="56" y="119"/>
                  </a:lnTo>
                  <a:lnTo>
                    <a:pt x="54" y="120"/>
                  </a:lnTo>
                  <a:lnTo>
                    <a:pt x="54" y="121"/>
                  </a:lnTo>
                  <a:lnTo>
                    <a:pt x="54" y="122"/>
                  </a:lnTo>
                  <a:lnTo>
                    <a:pt x="56" y="122"/>
                  </a:lnTo>
                  <a:lnTo>
                    <a:pt x="57" y="121"/>
                  </a:lnTo>
                  <a:lnTo>
                    <a:pt x="57" y="121"/>
                  </a:lnTo>
                  <a:lnTo>
                    <a:pt x="58" y="120"/>
                  </a:lnTo>
                  <a:lnTo>
                    <a:pt x="58" y="119"/>
                  </a:lnTo>
                  <a:lnTo>
                    <a:pt x="58" y="117"/>
                  </a:lnTo>
                  <a:lnTo>
                    <a:pt x="58" y="116"/>
                  </a:lnTo>
                  <a:lnTo>
                    <a:pt x="57" y="116"/>
                  </a:lnTo>
                  <a:close/>
                  <a:moveTo>
                    <a:pt x="205" y="114"/>
                  </a:moveTo>
                  <a:lnTo>
                    <a:pt x="205" y="116"/>
                  </a:lnTo>
                  <a:lnTo>
                    <a:pt x="206" y="116"/>
                  </a:lnTo>
                  <a:lnTo>
                    <a:pt x="207" y="116"/>
                  </a:lnTo>
                  <a:lnTo>
                    <a:pt x="207" y="116"/>
                  </a:lnTo>
                  <a:lnTo>
                    <a:pt x="206" y="116"/>
                  </a:lnTo>
                  <a:lnTo>
                    <a:pt x="205" y="114"/>
                  </a:lnTo>
                  <a:close/>
                  <a:moveTo>
                    <a:pt x="63" y="114"/>
                  </a:moveTo>
                  <a:lnTo>
                    <a:pt x="62" y="116"/>
                  </a:lnTo>
                  <a:lnTo>
                    <a:pt x="62" y="117"/>
                  </a:lnTo>
                  <a:lnTo>
                    <a:pt x="61" y="118"/>
                  </a:lnTo>
                  <a:lnTo>
                    <a:pt x="61" y="118"/>
                  </a:lnTo>
                  <a:lnTo>
                    <a:pt x="61" y="119"/>
                  </a:lnTo>
                  <a:lnTo>
                    <a:pt x="61" y="119"/>
                  </a:lnTo>
                  <a:lnTo>
                    <a:pt x="62" y="118"/>
                  </a:lnTo>
                  <a:lnTo>
                    <a:pt x="62" y="117"/>
                  </a:lnTo>
                  <a:lnTo>
                    <a:pt x="63" y="117"/>
                  </a:lnTo>
                  <a:lnTo>
                    <a:pt x="63" y="116"/>
                  </a:lnTo>
                  <a:lnTo>
                    <a:pt x="63" y="114"/>
                  </a:lnTo>
                  <a:close/>
                  <a:moveTo>
                    <a:pt x="200" y="114"/>
                  </a:moveTo>
                  <a:lnTo>
                    <a:pt x="198" y="116"/>
                  </a:lnTo>
                  <a:lnTo>
                    <a:pt x="201" y="116"/>
                  </a:lnTo>
                  <a:lnTo>
                    <a:pt x="202" y="116"/>
                  </a:lnTo>
                  <a:lnTo>
                    <a:pt x="203" y="116"/>
                  </a:lnTo>
                  <a:lnTo>
                    <a:pt x="202" y="116"/>
                  </a:lnTo>
                  <a:lnTo>
                    <a:pt x="201" y="114"/>
                  </a:lnTo>
                  <a:lnTo>
                    <a:pt x="200" y="114"/>
                  </a:lnTo>
                  <a:close/>
                  <a:moveTo>
                    <a:pt x="94" y="113"/>
                  </a:moveTo>
                  <a:lnTo>
                    <a:pt x="93" y="116"/>
                  </a:lnTo>
                  <a:lnTo>
                    <a:pt x="92" y="117"/>
                  </a:lnTo>
                  <a:lnTo>
                    <a:pt x="90" y="119"/>
                  </a:lnTo>
                  <a:lnTo>
                    <a:pt x="93" y="117"/>
                  </a:lnTo>
                  <a:lnTo>
                    <a:pt x="95" y="114"/>
                  </a:lnTo>
                  <a:lnTo>
                    <a:pt x="95" y="114"/>
                  </a:lnTo>
                  <a:lnTo>
                    <a:pt x="94" y="113"/>
                  </a:lnTo>
                  <a:close/>
                  <a:moveTo>
                    <a:pt x="110" y="113"/>
                  </a:moveTo>
                  <a:lnTo>
                    <a:pt x="108" y="114"/>
                  </a:lnTo>
                  <a:lnTo>
                    <a:pt x="107" y="117"/>
                  </a:lnTo>
                  <a:lnTo>
                    <a:pt x="108" y="118"/>
                  </a:lnTo>
                  <a:lnTo>
                    <a:pt x="108" y="119"/>
                  </a:lnTo>
                  <a:lnTo>
                    <a:pt x="109" y="120"/>
                  </a:lnTo>
                  <a:lnTo>
                    <a:pt x="110" y="120"/>
                  </a:lnTo>
                  <a:lnTo>
                    <a:pt x="111" y="118"/>
                  </a:lnTo>
                  <a:lnTo>
                    <a:pt x="111" y="117"/>
                  </a:lnTo>
                  <a:lnTo>
                    <a:pt x="110" y="116"/>
                  </a:lnTo>
                  <a:lnTo>
                    <a:pt x="110" y="114"/>
                  </a:lnTo>
                  <a:lnTo>
                    <a:pt x="110" y="113"/>
                  </a:lnTo>
                  <a:close/>
                  <a:moveTo>
                    <a:pt x="207" y="112"/>
                  </a:moveTo>
                  <a:lnTo>
                    <a:pt x="205" y="113"/>
                  </a:lnTo>
                  <a:lnTo>
                    <a:pt x="208" y="113"/>
                  </a:lnTo>
                  <a:lnTo>
                    <a:pt x="212" y="113"/>
                  </a:lnTo>
                  <a:lnTo>
                    <a:pt x="214" y="113"/>
                  </a:lnTo>
                  <a:lnTo>
                    <a:pt x="210" y="113"/>
                  </a:lnTo>
                  <a:lnTo>
                    <a:pt x="207" y="112"/>
                  </a:lnTo>
                  <a:close/>
                  <a:moveTo>
                    <a:pt x="59" y="112"/>
                  </a:moveTo>
                  <a:lnTo>
                    <a:pt x="58" y="113"/>
                  </a:lnTo>
                  <a:lnTo>
                    <a:pt x="58" y="114"/>
                  </a:lnTo>
                  <a:lnTo>
                    <a:pt x="59" y="114"/>
                  </a:lnTo>
                  <a:lnTo>
                    <a:pt x="59" y="113"/>
                  </a:lnTo>
                  <a:lnTo>
                    <a:pt x="59" y="112"/>
                  </a:lnTo>
                  <a:close/>
                  <a:moveTo>
                    <a:pt x="118" y="112"/>
                  </a:moveTo>
                  <a:lnTo>
                    <a:pt x="117" y="114"/>
                  </a:lnTo>
                  <a:lnTo>
                    <a:pt x="116" y="116"/>
                  </a:lnTo>
                  <a:lnTo>
                    <a:pt x="114" y="117"/>
                  </a:lnTo>
                  <a:lnTo>
                    <a:pt x="114" y="118"/>
                  </a:lnTo>
                  <a:lnTo>
                    <a:pt x="116" y="119"/>
                  </a:lnTo>
                  <a:lnTo>
                    <a:pt x="118" y="118"/>
                  </a:lnTo>
                  <a:lnTo>
                    <a:pt x="120" y="116"/>
                  </a:lnTo>
                  <a:lnTo>
                    <a:pt x="119" y="114"/>
                  </a:lnTo>
                  <a:lnTo>
                    <a:pt x="118" y="112"/>
                  </a:lnTo>
                  <a:lnTo>
                    <a:pt x="118" y="112"/>
                  </a:lnTo>
                  <a:lnTo>
                    <a:pt x="118" y="112"/>
                  </a:lnTo>
                  <a:close/>
                  <a:moveTo>
                    <a:pt x="99" y="112"/>
                  </a:moveTo>
                  <a:lnTo>
                    <a:pt x="98" y="113"/>
                  </a:lnTo>
                  <a:lnTo>
                    <a:pt x="97" y="114"/>
                  </a:lnTo>
                  <a:lnTo>
                    <a:pt x="97" y="116"/>
                  </a:lnTo>
                  <a:lnTo>
                    <a:pt x="98" y="114"/>
                  </a:lnTo>
                  <a:lnTo>
                    <a:pt x="99" y="113"/>
                  </a:lnTo>
                  <a:lnTo>
                    <a:pt x="99" y="112"/>
                  </a:lnTo>
                  <a:close/>
                  <a:moveTo>
                    <a:pt x="167" y="111"/>
                  </a:move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3"/>
                  </a:lnTo>
                  <a:lnTo>
                    <a:pt x="168" y="113"/>
                  </a:lnTo>
                  <a:lnTo>
                    <a:pt x="172" y="113"/>
                  </a:lnTo>
                  <a:lnTo>
                    <a:pt x="176" y="113"/>
                  </a:lnTo>
                  <a:lnTo>
                    <a:pt x="172" y="113"/>
                  </a:lnTo>
                  <a:lnTo>
                    <a:pt x="170" y="112"/>
                  </a:lnTo>
                  <a:lnTo>
                    <a:pt x="167" y="111"/>
                  </a:lnTo>
                  <a:close/>
                  <a:moveTo>
                    <a:pt x="153" y="111"/>
                  </a:moveTo>
                  <a:lnTo>
                    <a:pt x="152" y="111"/>
                  </a:lnTo>
                  <a:lnTo>
                    <a:pt x="152" y="112"/>
                  </a:lnTo>
                  <a:lnTo>
                    <a:pt x="153" y="112"/>
                  </a:lnTo>
                  <a:lnTo>
                    <a:pt x="154" y="112"/>
                  </a:lnTo>
                  <a:lnTo>
                    <a:pt x="153" y="111"/>
                  </a:lnTo>
                  <a:close/>
                  <a:moveTo>
                    <a:pt x="47" y="111"/>
                  </a:moveTo>
                  <a:lnTo>
                    <a:pt x="46" y="111"/>
                  </a:lnTo>
                  <a:lnTo>
                    <a:pt x="45" y="112"/>
                  </a:lnTo>
                  <a:lnTo>
                    <a:pt x="46" y="112"/>
                  </a:lnTo>
                  <a:lnTo>
                    <a:pt x="46" y="112"/>
                  </a:lnTo>
                  <a:lnTo>
                    <a:pt x="46" y="113"/>
                  </a:lnTo>
                  <a:lnTo>
                    <a:pt x="46" y="113"/>
                  </a:lnTo>
                  <a:lnTo>
                    <a:pt x="41" y="126"/>
                  </a:lnTo>
                  <a:lnTo>
                    <a:pt x="39" y="138"/>
                  </a:lnTo>
                  <a:lnTo>
                    <a:pt x="42" y="128"/>
                  </a:lnTo>
                  <a:lnTo>
                    <a:pt x="47" y="118"/>
                  </a:lnTo>
                  <a:lnTo>
                    <a:pt x="47" y="116"/>
                  </a:lnTo>
                  <a:lnTo>
                    <a:pt x="47" y="113"/>
                  </a:lnTo>
                  <a:lnTo>
                    <a:pt x="47" y="111"/>
                  </a:lnTo>
                  <a:close/>
                  <a:moveTo>
                    <a:pt x="82" y="110"/>
                  </a:moveTo>
                  <a:lnTo>
                    <a:pt x="81" y="110"/>
                  </a:lnTo>
                  <a:lnTo>
                    <a:pt x="80" y="111"/>
                  </a:lnTo>
                  <a:lnTo>
                    <a:pt x="78" y="113"/>
                  </a:lnTo>
                  <a:lnTo>
                    <a:pt x="76" y="114"/>
                  </a:lnTo>
                  <a:lnTo>
                    <a:pt x="75" y="116"/>
                  </a:lnTo>
                  <a:lnTo>
                    <a:pt x="74" y="118"/>
                  </a:lnTo>
                  <a:lnTo>
                    <a:pt x="74" y="119"/>
                  </a:lnTo>
                  <a:lnTo>
                    <a:pt x="76" y="117"/>
                  </a:lnTo>
                  <a:lnTo>
                    <a:pt x="80" y="113"/>
                  </a:lnTo>
                  <a:lnTo>
                    <a:pt x="82" y="110"/>
                  </a:lnTo>
                  <a:close/>
                  <a:moveTo>
                    <a:pt x="144" y="109"/>
                  </a:moveTo>
                  <a:lnTo>
                    <a:pt x="143" y="110"/>
                  </a:lnTo>
                  <a:lnTo>
                    <a:pt x="141" y="110"/>
                  </a:lnTo>
                  <a:lnTo>
                    <a:pt x="140" y="111"/>
                  </a:lnTo>
                  <a:lnTo>
                    <a:pt x="144" y="111"/>
                  </a:lnTo>
                  <a:lnTo>
                    <a:pt x="146" y="109"/>
                  </a:lnTo>
                  <a:lnTo>
                    <a:pt x="144" y="109"/>
                  </a:lnTo>
                  <a:close/>
                  <a:moveTo>
                    <a:pt x="85" y="109"/>
                  </a:moveTo>
                  <a:lnTo>
                    <a:pt x="80" y="116"/>
                  </a:lnTo>
                  <a:lnTo>
                    <a:pt x="75" y="121"/>
                  </a:lnTo>
                  <a:lnTo>
                    <a:pt x="75" y="122"/>
                  </a:lnTo>
                  <a:lnTo>
                    <a:pt x="76" y="123"/>
                  </a:lnTo>
                  <a:lnTo>
                    <a:pt x="77" y="122"/>
                  </a:lnTo>
                  <a:lnTo>
                    <a:pt x="78" y="121"/>
                  </a:lnTo>
                  <a:lnTo>
                    <a:pt x="80" y="120"/>
                  </a:lnTo>
                  <a:lnTo>
                    <a:pt x="81" y="118"/>
                  </a:lnTo>
                  <a:lnTo>
                    <a:pt x="82" y="117"/>
                  </a:lnTo>
                  <a:lnTo>
                    <a:pt x="81" y="114"/>
                  </a:lnTo>
                  <a:lnTo>
                    <a:pt x="82" y="114"/>
                  </a:lnTo>
                  <a:lnTo>
                    <a:pt x="82" y="113"/>
                  </a:lnTo>
                  <a:lnTo>
                    <a:pt x="83" y="113"/>
                  </a:lnTo>
                  <a:lnTo>
                    <a:pt x="83" y="116"/>
                  </a:lnTo>
                  <a:lnTo>
                    <a:pt x="84" y="114"/>
                  </a:lnTo>
                  <a:lnTo>
                    <a:pt x="85" y="113"/>
                  </a:lnTo>
                  <a:lnTo>
                    <a:pt x="86" y="113"/>
                  </a:lnTo>
                  <a:lnTo>
                    <a:pt x="85" y="111"/>
                  </a:lnTo>
                  <a:lnTo>
                    <a:pt x="85" y="109"/>
                  </a:lnTo>
                  <a:close/>
                  <a:moveTo>
                    <a:pt x="102" y="109"/>
                  </a:moveTo>
                  <a:lnTo>
                    <a:pt x="100" y="109"/>
                  </a:lnTo>
                  <a:lnTo>
                    <a:pt x="98" y="109"/>
                  </a:lnTo>
                  <a:lnTo>
                    <a:pt x="97" y="110"/>
                  </a:lnTo>
                  <a:lnTo>
                    <a:pt x="97" y="111"/>
                  </a:lnTo>
                  <a:lnTo>
                    <a:pt x="96" y="112"/>
                  </a:lnTo>
                  <a:lnTo>
                    <a:pt x="97" y="112"/>
                  </a:lnTo>
                  <a:lnTo>
                    <a:pt x="97" y="113"/>
                  </a:lnTo>
                  <a:lnTo>
                    <a:pt x="102" y="109"/>
                  </a:lnTo>
                  <a:close/>
                  <a:moveTo>
                    <a:pt x="69" y="109"/>
                  </a:moveTo>
                  <a:lnTo>
                    <a:pt x="68" y="110"/>
                  </a:lnTo>
                  <a:lnTo>
                    <a:pt x="66" y="110"/>
                  </a:lnTo>
                  <a:lnTo>
                    <a:pt x="66" y="111"/>
                  </a:lnTo>
                  <a:lnTo>
                    <a:pt x="66" y="112"/>
                  </a:lnTo>
                  <a:lnTo>
                    <a:pt x="68" y="111"/>
                  </a:lnTo>
                  <a:lnTo>
                    <a:pt x="69" y="110"/>
                  </a:lnTo>
                  <a:lnTo>
                    <a:pt x="69" y="109"/>
                  </a:lnTo>
                  <a:close/>
                  <a:moveTo>
                    <a:pt x="76" y="109"/>
                  </a:moveTo>
                  <a:lnTo>
                    <a:pt x="75" y="109"/>
                  </a:lnTo>
                  <a:lnTo>
                    <a:pt x="74" y="109"/>
                  </a:lnTo>
                  <a:lnTo>
                    <a:pt x="73" y="110"/>
                  </a:lnTo>
                  <a:lnTo>
                    <a:pt x="72" y="110"/>
                  </a:lnTo>
                  <a:lnTo>
                    <a:pt x="71" y="111"/>
                  </a:lnTo>
                  <a:lnTo>
                    <a:pt x="70" y="113"/>
                  </a:lnTo>
                  <a:lnTo>
                    <a:pt x="69" y="114"/>
                  </a:lnTo>
                  <a:lnTo>
                    <a:pt x="69" y="116"/>
                  </a:lnTo>
                  <a:lnTo>
                    <a:pt x="69" y="118"/>
                  </a:lnTo>
                  <a:lnTo>
                    <a:pt x="69" y="119"/>
                  </a:lnTo>
                  <a:lnTo>
                    <a:pt x="71" y="116"/>
                  </a:lnTo>
                  <a:lnTo>
                    <a:pt x="73" y="112"/>
                  </a:lnTo>
                  <a:lnTo>
                    <a:pt x="76" y="109"/>
                  </a:lnTo>
                  <a:close/>
                  <a:moveTo>
                    <a:pt x="165" y="109"/>
                  </a:moveTo>
                  <a:lnTo>
                    <a:pt x="177" y="110"/>
                  </a:lnTo>
                  <a:lnTo>
                    <a:pt x="190" y="111"/>
                  </a:lnTo>
                  <a:lnTo>
                    <a:pt x="182" y="109"/>
                  </a:lnTo>
                  <a:lnTo>
                    <a:pt x="173" y="109"/>
                  </a:lnTo>
                  <a:lnTo>
                    <a:pt x="165" y="109"/>
                  </a:lnTo>
                  <a:close/>
                  <a:moveTo>
                    <a:pt x="86" y="109"/>
                  </a:moveTo>
                  <a:lnTo>
                    <a:pt x="87" y="109"/>
                  </a:lnTo>
                  <a:lnTo>
                    <a:pt x="87" y="110"/>
                  </a:lnTo>
                  <a:lnTo>
                    <a:pt x="87" y="111"/>
                  </a:lnTo>
                  <a:lnTo>
                    <a:pt x="88" y="111"/>
                  </a:lnTo>
                  <a:lnTo>
                    <a:pt x="89" y="110"/>
                  </a:lnTo>
                  <a:lnTo>
                    <a:pt x="90" y="110"/>
                  </a:lnTo>
                  <a:lnTo>
                    <a:pt x="92" y="111"/>
                  </a:lnTo>
                  <a:lnTo>
                    <a:pt x="90" y="112"/>
                  </a:lnTo>
                  <a:lnTo>
                    <a:pt x="89" y="113"/>
                  </a:lnTo>
                  <a:lnTo>
                    <a:pt x="88" y="113"/>
                  </a:lnTo>
                  <a:lnTo>
                    <a:pt x="89" y="116"/>
                  </a:lnTo>
                  <a:lnTo>
                    <a:pt x="90" y="114"/>
                  </a:lnTo>
                  <a:lnTo>
                    <a:pt x="90" y="113"/>
                  </a:lnTo>
                  <a:lnTo>
                    <a:pt x="92" y="112"/>
                  </a:lnTo>
                  <a:lnTo>
                    <a:pt x="94" y="112"/>
                  </a:lnTo>
                  <a:lnTo>
                    <a:pt x="94" y="111"/>
                  </a:lnTo>
                  <a:lnTo>
                    <a:pt x="94" y="111"/>
                  </a:lnTo>
                  <a:lnTo>
                    <a:pt x="95" y="110"/>
                  </a:lnTo>
                  <a:lnTo>
                    <a:pt x="95" y="109"/>
                  </a:lnTo>
                  <a:lnTo>
                    <a:pt x="93" y="109"/>
                  </a:lnTo>
                  <a:lnTo>
                    <a:pt x="89" y="109"/>
                  </a:lnTo>
                  <a:lnTo>
                    <a:pt x="86" y="109"/>
                  </a:lnTo>
                  <a:close/>
                  <a:moveTo>
                    <a:pt x="135" y="108"/>
                  </a:moveTo>
                  <a:lnTo>
                    <a:pt x="135" y="108"/>
                  </a:lnTo>
                  <a:lnTo>
                    <a:pt x="134" y="109"/>
                  </a:lnTo>
                  <a:lnTo>
                    <a:pt x="133" y="109"/>
                  </a:lnTo>
                  <a:lnTo>
                    <a:pt x="132" y="110"/>
                  </a:lnTo>
                  <a:lnTo>
                    <a:pt x="131" y="111"/>
                  </a:lnTo>
                  <a:lnTo>
                    <a:pt x="131" y="113"/>
                  </a:lnTo>
                  <a:lnTo>
                    <a:pt x="132" y="114"/>
                  </a:lnTo>
                  <a:lnTo>
                    <a:pt x="133" y="117"/>
                  </a:lnTo>
                  <a:lnTo>
                    <a:pt x="133" y="116"/>
                  </a:lnTo>
                  <a:lnTo>
                    <a:pt x="133" y="114"/>
                  </a:lnTo>
                  <a:lnTo>
                    <a:pt x="133" y="113"/>
                  </a:lnTo>
                  <a:lnTo>
                    <a:pt x="135" y="113"/>
                  </a:lnTo>
                  <a:lnTo>
                    <a:pt x="136" y="113"/>
                  </a:lnTo>
                  <a:lnTo>
                    <a:pt x="138" y="113"/>
                  </a:lnTo>
                  <a:lnTo>
                    <a:pt x="138" y="113"/>
                  </a:lnTo>
                  <a:lnTo>
                    <a:pt x="138" y="112"/>
                  </a:lnTo>
                  <a:lnTo>
                    <a:pt x="137" y="112"/>
                  </a:lnTo>
                  <a:lnTo>
                    <a:pt x="137" y="111"/>
                  </a:lnTo>
                  <a:lnTo>
                    <a:pt x="137" y="110"/>
                  </a:lnTo>
                  <a:lnTo>
                    <a:pt x="137" y="110"/>
                  </a:lnTo>
                  <a:lnTo>
                    <a:pt x="138" y="109"/>
                  </a:lnTo>
                  <a:lnTo>
                    <a:pt x="138" y="108"/>
                  </a:lnTo>
                  <a:lnTo>
                    <a:pt x="137" y="108"/>
                  </a:lnTo>
                  <a:lnTo>
                    <a:pt x="136" y="108"/>
                  </a:lnTo>
                  <a:lnTo>
                    <a:pt x="135" y="108"/>
                  </a:lnTo>
                  <a:close/>
                  <a:moveTo>
                    <a:pt x="112" y="108"/>
                  </a:moveTo>
                  <a:lnTo>
                    <a:pt x="109" y="109"/>
                  </a:lnTo>
                  <a:lnTo>
                    <a:pt x="106" y="111"/>
                  </a:lnTo>
                  <a:lnTo>
                    <a:pt x="104" y="112"/>
                  </a:lnTo>
                  <a:lnTo>
                    <a:pt x="105" y="111"/>
                  </a:lnTo>
                  <a:lnTo>
                    <a:pt x="106" y="109"/>
                  </a:lnTo>
                  <a:lnTo>
                    <a:pt x="108" y="108"/>
                  </a:lnTo>
                  <a:lnTo>
                    <a:pt x="105" y="110"/>
                  </a:lnTo>
                  <a:lnTo>
                    <a:pt x="102" y="112"/>
                  </a:lnTo>
                  <a:lnTo>
                    <a:pt x="100" y="114"/>
                  </a:lnTo>
                  <a:lnTo>
                    <a:pt x="98" y="117"/>
                  </a:lnTo>
                  <a:lnTo>
                    <a:pt x="99" y="119"/>
                  </a:lnTo>
                  <a:lnTo>
                    <a:pt x="99" y="120"/>
                  </a:lnTo>
                  <a:lnTo>
                    <a:pt x="100" y="121"/>
                  </a:lnTo>
                  <a:lnTo>
                    <a:pt x="101" y="121"/>
                  </a:lnTo>
                  <a:lnTo>
                    <a:pt x="101" y="121"/>
                  </a:lnTo>
                  <a:lnTo>
                    <a:pt x="102" y="120"/>
                  </a:lnTo>
                  <a:lnTo>
                    <a:pt x="104" y="118"/>
                  </a:lnTo>
                  <a:lnTo>
                    <a:pt x="105" y="117"/>
                  </a:lnTo>
                  <a:lnTo>
                    <a:pt x="105" y="114"/>
                  </a:lnTo>
                  <a:lnTo>
                    <a:pt x="104" y="113"/>
                  </a:lnTo>
                  <a:lnTo>
                    <a:pt x="105" y="112"/>
                  </a:lnTo>
                  <a:lnTo>
                    <a:pt x="106" y="113"/>
                  </a:lnTo>
                  <a:lnTo>
                    <a:pt x="106" y="113"/>
                  </a:lnTo>
                  <a:lnTo>
                    <a:pt x="107" y="114"/>
                  </a:lnTo>
                  <a:lnTo>
                    <a:pt x="108" y="113"/>
                  </a:lnTo>
                  <a:lnTo>
                    <a:pt x="108" y="111"/>
                  </a:lnTo>
                  <a:lnTo>
                    <a:pt x="109" y="110"/>
                  </a:lnTo>
                  <a:lnTo>
                    <a:pt x="110" y="109"/>
                  </a:lnTo>
                  <a:lnTo>
                    <a:pt x="112" y="108"/>
                  </a:lnTo>
                  <a:close/>
                  <a:moveTo>
                    <a:pt x="116" y="107"/>
                  </a:moveTo>
                  <a:lnTo>
                    <a:pt x="114" y="108"/>
                  </a:lnTo>
                  <a:lnTo>
                    <a:pt x="113" y="108"/>
                  </a:lnTo>
                  <a:lnTo>
                    <a:pt x="112" y="110"/>
                  </a:lnTo>
                  <a:lnTo>
                    <a:pt x="111" y="110"/>
                  </a:lnTo>
                  <a:lnTo>
                    <a:pt x="112" y="112"/>
                  </a:lnTo>
                  <a:lnTo>
                    <a:pt x="113" y="116"/>
                  </a:lnTo>
                  <a:lnTo>
                    <a:pt x="114" y="113"/>
                  </a:lnTo>
                  <a:lnTo>
                    <a:pt x="116" y="112"/>
                  </a:lnTo>
                  <a:lnTo>
                    <a:pt x="117" y="110"/>
                  </a:lnTo>
                  <a:lnTo>
                    <a:pt x="118" y="109"/>
                  </a:lnTo>
                  <a:lnTo>
                    <a:pt x="117" y="109"/>
                  </a:lnTo>
                  <a:lnTo>
                    <a:pt x="117" y="109"/>
                  </a:lnTo>
                  <a:lnTo>
                    <a:pt x="117" y="109"/>
                  </a:lnTo>
                  <a:lnTo>
                    <a:pt x="116" y="108"/>
                  </a:lnTo>
                  <a:lnTo>
                    <a:pt x="114" y="108"/>
                  </a:lnTo>
                  <a:lnTo>
                    <a:pt x="116" y="108"/>
                  </a:lnTo>
                  <a:lnTo>
                    <a:pt x="116" y="108"/>
                  </a:lnTo>
                  <a:lnTo>
                    <a:pt x="116" y="107"/>
                  </a:lnTo>
                  <a:close/>
                  <a:moveTo>
                    <a:pt x="78" y="107"/>
                  </a:moveTo>
                  <a:lnTo>
                    <a:pt x="77" y="110"/>
                  </a:lnTo>
                  <a:lnTo>
                    <a:pt x="76" y="112"/>
                  </a:lnTo>
                  <a:lnTo>
                    <a:pt x="74" y="114"/>
                  </a:lnTo>
                  <a:lnTo>
                    <a:pt x="73" y="117"/>
                  </a:lnTo>
                  <a:lnTo>
                    <a:pt x="77" y="112"/>
                  </a:lnTo>
                  <a:lnTo>
                    <a:pt x="82" y="107"/>
                  </a:lnTo>
                  <a:lnTo>
                    <a:pt x="81" y="107"/>
                  </a:lnTo>
                  <a:lnTo>
                    <a:pt x="78" y="107"/>
                  </a:lnTo>
                  <a:close/>
                  <a:moveTo>
                    <a:pt x="56" y="107"/>
                  </a:moveTo>
                  <a:lnTo>
                    <a:pt x="56" y="107"/>
                  </a:lnTo>
                  <a:lnTo>
                    <a:pt x="54" y="107"/>
                  </a:lnTo>
                  <a:lnTo>
                    <a:pt x="54" y="108"/>
                  </a:lnTo>
                  <a:lnTo>
                    <a:pt x="53" y="109"/>
                  </a:lnTo>
                  <a:lnTo>
                    <a:pt x="53" y="109"/>
                  </a:lnTo>
                  <a:lnTo>
                    <a:pt x="52" y="108"/>
                  </a:lnTo>
                  <a:lnTo>
                    <a:pt x="52" y="108"/>
                  </a:lnTo>
                  <a:lnTo>
                    <a:pt x="52" y="108"/>
                  </a:lnTo>
                  <a:lnTo>
                    <a:pt x="51" y="108"/>
                  </a:lnTo>
                  <a:lnTo>
                    <a:pt x="51" y="109"/>
                  </a:lnTo>
                  <a:lnTo>
                    <a:pt x="51" y="110"/>
                  </a:lnTo>
                  <a:lnTo>
                    <a:pt x="50" y="110"/>
                  </a:lnTo>
                  <a:lnTo>
                    <a:pt x="50" y="110"/>
                  </a:lnTo>
                  <a:lnTo>
                    <a:pt x="50" y="109"/>
                  </a:lnTo>
                  <a:lnTo>
                    <a:pt x="49" y="109"/>
                  </a:lnTo>
                  <a:lnTo>
                    <a:pt x="49" y="111"/>
                  </a:lnTo>
                  <a:lnTo>
                    <a:pt x="49" y="112"/>
                  </a:lnTo>
                  <a:lnTo>
                    <a:pt x="50" y="112"/>
                  </a:lnTo>
                  <a:lnTo>
                    <a:pt x="50" y="112"/>
                  </a:lnTo>
                  <a:lnTo>
                    <a:pt x="50" y="111"/>
                  </a:lnTo>
                  <a:lnTo>
                    <a:pt x="51" y="110"/>
                  </a:lnTo>
                  <a:lnTo>
                    <a:pt x="50" y="112"/>
                  </a:lnTo>
                  <a:lnTo>
                    <a:pt x="50" y="113"/>
                  </a:lnTo>
                  <a:lnTo>
                    <a:pt x="50" y="114"/>
                  </a:lnTo>
                  <a:lnTo>
                    <a:pt x="51" y="113"/>
                  </a:lnTo>
                  <a:lnTo>
                    <a:pt x="51" y="112"/>
                  </a:lnTo>
                  <a:lnTo>
                    <a:pt x="52" y="111"/>
                  </a:lnTo>
                  <a:lnTo>
                    <a:pt x="53" y="110"/>
                  </a:lnTo>
                  <a:lnTo>
                    <a:pt x="54" y="111"/>
                  </a:lnTo>
                  <a:lnTo>
                    <a:pt x="56" y="109"/>
                  </a:lnTo>
                  <a:lnTo>
                    <a:pt x="57" y="107"/>
                  </a:lnTo>
                  <a:lnTo>
                    <a:pt x="56" y="107"/>
                  </a:lnTo>
                  <a:close/>
                  <a:moveTo>
                    <a:pt x="124" y="107"/>
                  </a:moveTo>
                  <a:lnTo>
                    <a:pt x="123" y="107"/>
                  </a:lnTo>
                  <a:lnTo>
                    <a:pt x="123" y="108"/>
                  </a:lnTo>
                  <a:lnTo>
                    <a:pt x="124" y="107"/>
                  </a:lnTo>
                  <a:lnTo>
                    <a:pt x="124" y="107"/>
                  </a:lnTo>
                  <a:close/>
                  <a:moveTo>
                    <a:pt x="120" y="107"/>
                  </a:moveTo>
                  <a:lnTo>
                    <a:pt x="120" y="107"/>
                  </a:lnTo>
                  <a:lnTo>
                    <a:pt x="119" y="107"/>
                  </a:lnTo>
                  <a:lnTo>
                    <a:pt x="119" y="108"/>
                  </a:lnTo>
                  <a:lnTo>
                    <a:pt x="120" y="107"/>
                  </a:lnTo>
                  <a:lnTo>
                    <a:pt x="120" y="107"/>
                  </a:lnTo>
                  <a:close/>
                  <a:moveTo>
                    <a:pt x="74" y="106"/>
                  </a:moveTo>
                  <a:lnTo>
                    <a:pt x="73" y="107"/>
                  </a:lnTo>
                  <a:lnTo>
                    <a:pt x="72" y="108"/>
                  </a:lnTo>
                  <a:lnTo>
                    <a:pt x="71" y="109"/>
                  </a:lnTo>
                  <a:lnTo>
                    <a:pt x="70" y="111"/>
                  </a:lnTo>
                  <a:lnTo>
                    <a:pt x="76" y="107"/>
                  </a:lnTo>
                  <a:lnTo>
                    <a:pt x="74" y="106"/>
                  </a:lnTo>
                  <a:close/>
                  <a:moveTo>
                    <a:pt x="109" y="105"/>
                  </a:moveTo>
                  <a:lnTo>
                    <a:pt x="98" y="106"/>
                  </a:lnTo>
                  <a:lnTo>
                    <a:pt x="86" y="106"/>
                  </a:lnTo>
                  <a:lnTo>
                    <a:pt x="98" y="107"/>
                  </a:lnTo>
                  <a:lnTo>
                    <a:pt x="109" y="105"/>
                  </a:lnTo>
                  <a:close/>
                  <a:moveTo>
                    <a:pt x="69" y="104"/>
                  </a:moveTo>
                  <a:lnTo>
                    <a:pt x="69" y="106"/>
                  </a:lnTo>
                  <a:lnTo>
                    <a:pt x="68" y="107"/>
                  </a:lnTo>
                  <a:lnTo>
                    <a:pt x="68" y="109"/>
                  </a:lnTo>
                  <a:lnTo>
                    <a:pt x="70" y="107"/>
                  </a:lnTo>
                  <a:lnTo>
                    <a:pt x="71" y="105"/>
                  </a:lnTo>
                  <a:lnTo>
                    <a:pt x="70" y="105"/>
                  </a:lnTo>
                  <a:lnTo>
                    <a:pt x="69" y="104"/>
                  </a:lnTo>
                  <a:close/>
                  <a:moveTo>
                    <a:pt x="135" y="104"/>
                  </a:moveTo>
                  <a:lnTo>
                    <a:pt x="135" y="104"/>
                  </a:lnTo>
                  <a:lnTo>
                    <a:pt x="135" y="104"/>
                  </a:lnTo>
                  <a:lnTo>
                    <a:pt x="136" y="104"/>
                  </a:lnTo>
                  <a:lnTo>
                    <a:pt x="136" y="104"/>
                  </a:lnTo>
                  <a:lnTo>
                    <a:pt x="136" y="104"/>
                  </a:lnTo>
                  <a:lnTo>
                    <a:pt x="135" y="104"/>
                  </a:lnTo>
                  <a:lnTo>
                    <a:pt x="135" y="104"/>
                  </a:lnTo>
                  <a:close/>
                  <a:moveTo>
                    <a:pt x="142" y="102"/>
                  </a:moveTo>
                  <a:lnTo>
                    <a:pt x="140" y="102"/>
                  </a:lnTo>
                  <a:lnTo>
                    <a:pt x="143" y="104"/>
                  </a:lnTo>
                  <a:lnTo>
                    <a:pt x="145" y="104"/>
                  </a:lnTo>
                  <a:lnTo>
                    <a:pt x="148" y="104"/>
                  </a:lnTo>
                  <a:lnTo>
                    <a:pt x="150" y="104"/>
                  </a:lnTo>
                  <a:lnTo>
                    <a:pt x="148" y="104"/>
                  </a:lnTo>
                  <a:lnTo>
                    <a:pt x="146" y="102"/>
                  </a:lnTo>
                  <a:lnTo>
                    <a:pt x="144" y="102"/>
                  </a:lnTo>
                  <a:lnTo>
                    <a:pt x="142" y="102"/>
                  </a:lnTo>
                  <a:close/>
                  <a:moveTo>
                    <a:pt x="65" y="102"/>
                  </a:moveTo>
                  <a:lnTo>
                    <a:pt x="64" y="102"/>
                  </a:lnTo>
                  <a:lnTo>
                    <a:pt x="64" y="104"/>
                  </a:lnTo>
                  <a:lnTo>
                    <a:pt x="63" y="105"/>
                  </a:lnTo>
                  <a:lnTo>
                    <a:pt x="63" y="107"/>
                  </a:lnTo>
                  <a:lnTo>
                    <a:pt x="62" y="107"/>
                  </a:lnTo>
                  <a:lnTo>
                    <a:pt x="62" y="108"/>
                  </a:lnTo>
                  <a:lnTo>
                    <a:pt x="62" y="109"/>
                  </a:lnTo>
                  <a:lnTo>
                    <a:pt x="61" y="110"/>
                  </a:lnTo>
                  <a:lnTo>
                    <a:pt x="61" y="111"/>
                  </a:lnTo>
                  <a:lnTo>
                    <a:pt x="60" y="112"/>
                  </a:lnTo>
                  <a:lnTo>
                    <a:pt x="61" y="113"/>
                  </a:lnTo>
                  <a:lnTo>
                    <a:pt x="61" y="114"/>
                  </a:lnTo>
                  <a:lnTo>
                    <a:pt x="60" y="116"/>
                  </a:lnTo>
                  <a:lnTo>
                    <a:pt x="60" y="117"/>
                  </a:lnTo>
                  <a:lnTo>
                    <a:pt x="62" y="114"/>
                  </a:lnTo>
                  <a:lnTo>
                    <a:pt x="64" y="111"/>
                  </a:lnTo>
                  <a:lnTo>
                    <a:pt x="65" y="109"/>
                  </a:lnTo>
                  <a:lnTo>
                    <a:pt x="65" y="106"/>
                  </a:lnTo>
                  <a:lnTo>
                    <a:pt x="66" y="102"/>
                  </a:lnTo>
                  <a:lnTo>
                    <a:pt x="65" y="102"/>
                  </a:lnTo>
                  <a:close/>
                  <a:moveTo>
                    <a:pt x="229" y="102"/>
                  </a:moveTo>
                  <a:lnTo>
                    <a:pt x="227" y="105"/>
                  </a:lnTo>
                  <a:lnTo>
                    <a:pt x="224" y="108"/>
                  </a:lnTo>
                  <a:lnTo>
                    <a:pt x="220" y="111"/>
                  </a:lnTo>
                  <a:lnTo>
                    <a:pt x="224" y="109"/>
                  </a:lnTo>
                  <a:lnTo>
                    <a:pt x="225" y="108"/>
                  </a:lnTo>
                  <a:lnTo>
                    <a:pt x="227" y="106"/>
                  </a:lnTo>
                  <a:lnTo>
                    <a:pt x="229" y="104"/>
                  </a:lnTo>
                  <a:lnTo>
                    <a:pt x="229" y="104"/>
                  </a:lnTo>
                  <a:lnTo>
                    <a:pt x="230" y="102"/>
                  </a:lnTo>
                  <a:lnTo>
                    <a:pt x="229" y="102"/>
                  </a:lnTo>
                  <a:close/>
                  <a:moveTo>
                    <a:pt x="123" y="101"/>
                  </a:moveTo>
                  <a:lnTo>
                    <a:pt x="120" y="102"/>
                  </a:lnTo>
                  <a:lnTo>
                    <a:pt x="117" y="104"/>
                  </a:lnTo>
                  <a:lnTo>
                    <a:pt x="119" y="104"/>
                  </a:lnTo>
                  <a:lnTo>
                    <a:pt x="122" y="102"/>
                  </a:lnTo>
                  <a:lnTo>
                    <a:pt x="123" y="102"/>
                  </a:lnTo>
                  <a:lnTo>
                    <a:pt x="125" y="102"/>
                  </a:lnTo>
                  <a:lnTo>
                    <a:pt x="124" y="105"/>
                  </a:lnTo>
                  <a:lnTo>
                    <a:pt x="123" y="106"/>
                  </a:lnTo>
                  <a:lnTo>
                    <a:pt x="122" y="107"/>
                  </a:lnTo>
                  <a:lnTo>
                    <a:pt x="121" y="109"/>
                  </a:lnTo>
                  <a:lnTo>
                    <a:pt x="120" y="110"/>
                  </a:lnTo>
                  <a:lnTo>
                    <a:pt x="121" y="112"/>
                  </a:lnTo>
                  <a:lnTo>
                    <a:pt x="121" y="113"/>
                  </a:lnTo>
                  <a:lnTo>
                    <a:pt x="122" y="116"/>
                  </a:lnTo>
                  <a:lnTo>
                    <a:pt x="123" y="117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2"/>
                  </a:lnTo>
                  <a:lnTo>
                    <a:pt x="124" y="111"/>
                  </a:lnTo>
                  <a:lnTo>
                    <a:pt x="124" y="109"/>
                  </a:lnTo>
                  <a:lnTo>
                    <a:pt x="124" y="110"/>
                  </a:lnTo>
                  <a:lnTo>
                    <a:pt x="124" y="112"/>
                  </a:lnTo>
                  <a:lnTo>
                    <a:pt x="124" y="113"/>
                  </a:lnTo>
                  <a:lnTo>
                    <a:pt x="123" y="113"/>
                  </a:lnTo>
                  <a:lnTo>
                    <a:pt x="122" y="112"/>
                  </a:lnTo>
                  <a:lnTo>
                    <a:pt x="122" y="110"/>
                  </a:lnTo>
                  <a:lnTo>
                    <a:pt x="122" y="108"/>
                  </a:lnTo>
                  <a:lnTo>
                    <a:pt x="123" y="107"/>
                  </a:lnTo>
                  <a:lnTo>
                    <a:pt x="125" y="106"/>
                  </a:lnTo>
                  <a:lnTo>
                    <a:pt x="126" y="106"/>
                  </a:lnTo>
                  <a:lnTo>
                    <a:pt x="129" y="107"/>
                  </a:lnTo>
                  <a:lnTo>
                    <a:pt x="130" y="109"/>
                  </a:lnTo>
                  <a:lnTo>
                    <a:pt x="132" y="108"/>
                  </a:lnTo>
                  <a:lnTo>
                    <a:pt x="133" y="106"/>
                  </a:lnTo>
                  <a:lnTo>
                    <a:pt x="132" y="106"/>
                  </a:lnTo>
                  <a:lnTo>
                    <a:pt x="131" y="105"/>
                  </a:lnTo>
                  <a:lnTo>
                    <a:pt x="130" y="105"/>
                  </a:lnTo>
                  <a:lnTo>
                    <a:pt x="131" y="102"/>
                  </a:lnTo>
                  <a:lnTo>
                    <a:pt x="126" y="101"/>
                  </a:lnTo>
                  <a:lnTo>
                    <a:pt x="123" y="101"/>
                  </a:lnTo>
                  <a:close/>
                  <a:moveTo>
                    <a:pt x="59" y="101"/>
                  </a:moveTo>
                  <a:lnTo>
                    <a:pt x="59" y="102"/>
                  </a:lnTo>
                  <a:lnTo>
                    <a:pt x="58" y="102"/>
                  </a:lnTo>
                  <a:lnTo>
                    <a:pt x="57" y="104"/>
                  </a:lnTo>
                  <a:lnTo>
                    <a:pt x="58" y="104"/>
                  </a:lnTo>
                  <a:lnTo>
                    <a:pt x="58" y="104"/>
                  </a:lnTo>
                  <a:lnTo>
                    <a:pt x="59" y="104"/>
                  </a:lnTo>
                  <a:lnTo>
                    <a:pt x="59" y="102"/>
                  </a:lnTo>
                  <a:lnTo>
                    <a:pt x="60" y="101"/>
                  </a:lnTo>
                  <a:lnTo>
                    <a:pt x="59" y="101"/>
                  </a:lnTo>
                  <a:close/>
                  <a:moveTo>
                    <a:pt x="246" y="80"/>
                  </a:moveTo>
                  <a:lnTo>
                    <a:pt x="244" y="84"/>
                  </a:lnTo>
                  <a:lnTo>
                    <a:pt x="242" y="87"/>
                  </a:lnTo>
                  <a:lnTo>
                    <a:pt x="242" y="87"/>
                  </a:lnTo>
                  <a:lnTo>
                    <a:pt x="243" y="87"/>
                  </a:lnTo>
                  <a:lnTo>
                    <a:pt x="243" y="86"/>
                  </a:lnTo>
                  <a:lnTo>
                    <a:pt x="244" y="84"/>
                  </a:lnTo>
                  <a:lnTo>
                    <a:pt x="246" y="82"/>
                  </a:lnTo>
                  <a:lnTo>
                    <a:pt x="246" y="80"/>
                  </a:lnTo>
                  <a:close/>
                  <a:moveTo>
                    <a:pt x="267" y="54"/>
                  </a:moveTo>
                  <a:lnTo>
                    <a:pt x="263" y="59"/>
                  </a:lnTo>
                  <a:lnTo>
                    <a:pt x="261" y="63"/>
                  </a:lnTo>
                  <a:lnTo>
                    <a:pt x="257" y="68"/>
                  </a:lnTo>
                  <a:lnTo>
                    <a:pt x="261" y="63"/>
                  </a:lnTo>
                  <a:lnTo>
                    <a:pt x="264" y="59"/>
                  </a:lnTo>
                  <a:lnTo>
                    <a:pt x="267" y="54"/>
                  </a:lnTo>
                  <a:close/>
                  <a:moveTo>
                    <a:pt x="285" y="33"/>
                  </a:moveTo>
                  <a:lnTo>
                    <a:pt x="284" y="34"/>
                  </a:lnTo>
                  <a:lnTo>
                    <a:pt x="282" y="35"/>
                  </a:lnTo>
                  <a:lnTo>
                    <a:pt x="281" y="36"/>
                  </a:lnTo>
                  <a:lnTo>
                    <a:pt x="284" y="35"/>
                  </a:lnTo>
                  <a:lnTo>
                    <a:pt x="285" y="34"/>
                  </a:lnTo>
                  <a:lnTo>
                    <a:pt x="285" y="33"/>
                  </a:lnTo>
                  <a:close/>
                  <a:moveTo>
                    <a:pt x="290" y="26"/>
                  </a:moveTo>
                  <a:lnTo>
                    <a:pt x="290" y="26"/>
                  </a:lnTo>
                  <a:lnTo>
                    <a:pt x="289" y="28"/>
                  </a:lnTo>
                  <a:lnTo>
                    <a:pt x="289" y="29"/>
                  </a:lnTo>
                  <a:lnTo>
                    <a:pt x="290" y="29"/>
                  </a:lnTo>
                  <a:lnTo>
                    <a:pt x="290" y="29"/>
                  </a:lnTo>
                  <a:lnTo>
                    <a:pt x="291" y="30"/>
                  </a:lnTo>
                  <a:lnTo>
                    <a:pt x="290" y="28"/>
                  </a:lnTo>
                  <a:lnTo>
                    <a:pt x="290" y="27"/>
                  </a:lnTo>
                  <a:lnTo>
                    <a:pt x="290" y="26"/>
                  </a:lnTo>
                  <a:close/>
                  <a:moveTo>
                    <a:pt x="287" y="26"/>
                  </a:moveTo>
                  <a:lnTo>
                    <a:pt x="287" y="27"/>
                  </a:lnTo>
                  <a:lnTo>
                    <a:pt x="286" y="27"/>
                  </a:lnTo>
                  <a:lnTo>
                    <a:pt x="286" y="28"/>
                  </a:lnTo>
                  <a:lnTo>
                    <a:pt x="286" y="28"/>
                  </a:lnTo>
                  <a:lnTo>
                    <a:pt x="287" y="28"/>
                  </a:lnTo>
                  <a:lnTo>
                    <a:pt x="287" y="27"/>
                  </a:lnTo>
                  <a:lnTo>
                    <a:pt x="287" y="26"/>
                  </a:lnTo>
                  <a:close/>
                  <a:moveTo>
                    <a:pt x="303" y="0"/>
                  </a:moveTo>
                  <a:lnTo>
                    <a:pt x="303" y="0"/>
                  </a:lnTo>
                  <a:lnTo>
                    <a:pt x="302" y="3"/>
                  </a:lnTo>
                  <a:lnTo>
                    <a:pt x="301" y="5"/>
                  </a:lnTo>
                  <a:lnTo>
                    <a:pt x="299" y="8"/>
                  </a:lnTo>
                  <a:lnTo>
                    <a:pt x="299" y="9"/>
                  </a:lnTo>
                  <a:lnTo>
                    <a:pt x="299" y="9"/>
                  </a:lnTo>
                  <a:lnTo>
                    <a:pt x="298" y="10"/>
                  </a:lnTo>
                  <a:lnTo>
                    <a:pt x="297" y="12"/>
                  </a:lnTo>
                  <a:lnTo>
                    <a:pt x="296" y="13"/>
                  </a:lnTo>
                  <a:lnTo>
                    <a:pt x="296" y="14"/>
                  </a:lnTo>
                  <a:lnTo>
                    <a:pt x="296" y="15"/>
                  </a:lnTo>
                  <a:lnTo>
                    <a:pt x="294" y="17"/>
                  </a:lnTo>
                  <a:lnTo>
                    <a:pt x="293" y="21"/>
                  </a:lnTo>
                  <a:lnTo>
                    <a:pt x="292" y="23"/>
                  </a:lnTo>
                  <a:lnTo>
                    <a:pt x="293" y="26"/>
                  </a:lnTo>
                  <a:lnTo>
                    <a:pt x="292" y="29"/>
                  </a:lnTo>
                  <a:lnTo>
                    <a:pt x="293" y="32"/>
                  </a:lnTo>
                  <a:lnTo>
                    <a:pt x="294" y="35"/>
                  </a:lnTo>
                  <a:lnTo>
                    <a:pt x="296" y="37"/>
                  </a:lnTo>
                  <a:lnTo>
                    <a:pt x="292" y="38"/>
                  </a:lnTo>
                  <a:lnTo>
                    <a:pt x="290" y="40"/>
                  </a:lnTo>
                  <a:lnTo>
                    <a:pt x="287" y="41"/>
                  </a:lnTo>
                  <a:lnTo>
                    <a:pt x="287" y="42"/>
                  </a:lnTo>
                  <a:lnTo>
                    <a:pt x="286" y="42"/>
                  </a:lnTo>
                  <a:lnTo>
                    <a:pt x="286" y="44"/>
                  </a:lnTo>
                  <a:lnTo>
                    <a:pt x="284" y="46"/>
                  </a:lnTo>
                  <a:lnTo>
                    <a:pt x="280" y="48"/>
                  </a:lnTo>
                  <a:lnTo>
                    <a:pt x="277" y="50"/>
                  </a:lnTo>
                  <a:lnTo>
                    <a:pt x="275" y="53"/>
                  </a:lnTo>
                  <a:lnTo>
                    <a:pt x="273" y="57"/>
                  </a:lnTo>
                  <a:lnTo>
                    <a:pt x="273" y="57"/>
                  </a:lnTo>
                  <a:lnTo>
                    <a:pt x="272" y="57"/>
                  </a:lnTo>
                  <a:lnTo>
                    <a:pt x="272" y="57"/>
                  </a:lnTo>
                  <a:lnTo>
                    <a:pt x="270" y="57"/>
                  </a:lnTo>
                  <a:lnTo>
                    <a:pt x="267" y="59"/>
                  </a:lnTo>
                  <a:lnTo>
                    <a:pt x="265" y="62"/>
                  </a:lnTo>
                  <a:lnTo>
                    <a:pt x="263" y="66"/>
                  </a:lnTo>
                  <a:lnTo>
                    <a:pt x="261" y="70"/>
                  </a:lnTo>
                  <a:lnTo>
                    <a:pt x="257" y="72"/>
                  </a:lnTo>
                  <a:lnTo>
                    <a:pt x="257" y="73"/>
                  </a:lnTo>
                  <a:lnTo>
                    <a:pt x="256" y="74"/>
                  </a:lnTo>
                  <a:lnTo>
                    <a:pt x="255" y="75"/>
                  </a:lnTo>
                  <a:lnTo>
                    <a:pt x="255" y="75"/>
                  </a:lnTo>
                  <a:lnTo>
                    <a:pt x="255" y="76"/>
                  </a:lnTo>
                  <a:lnTo>
                    <a:pt x="253" y="78"/>
                  </a:lnTo>
                  <a:lnTo>
                    <a:pt x="252" y="82"/>
                  </a:lnTo>
                  <a:lnTo>
                    <a:pt x="250" y="84"/>
                  </a:lnTo>
                  <a:lnTo>
                    <a:pt x="249" y="84"/>
                  </a:lnTo>
                  <a:lnTo>
                    <a:pt x="249" y="84"/>
                  </a:lnTo>
                  <a:lnTo>
                    <a:pt x="249" y="86"/>
                  </a:lnTo>
                  <a:lnTo>
                    <a:pt x="246" y="89"/>
                  </a:lnTo>
                  <a:lnTo>
                    <a:pt x="244" y="93"/>
                  </a:lnTo>
                  <a:lnTo>
                    <a:pt x="242" y="96"/>
                  </a:lnTo>
                  <a:lnTo>
                    <a:pt x="239" y="98"/>
                  </a:lnTo>
                  <a:lnTo>
                    <a:pt x="234" y="106"/>
                  </a:lnTo>
                  <a:lnTo>
                    <a:pt x="229" y="113"/>
                  </a:lnTo>
                  <a:lnTo>
                    <a:pt x="226" y="121"/>
                  </a:lnTo>
                  <a:lnTo>
                    <a:pt x="225" y="121"/>
                  </a:lnTo>
                  <a:lnTo>
                    <a:pt x="225" y="121"/>
                  </a:lnTo>
                  <a:lnTo>
                    <a:pt x="224" y="121"/>
                  </a:lnTo>
                  <a:lnTo>
                    <a:pt x="224" y="121"/>
                  </a:lnTo>
                  <a:lnTo>
                    <a:pt x="224" y="121"/>
                  </a:lnTo>
                  <a:lnTo>
                    <a:pt x="224" y="120"/>
                  </a:lnTo>
                  <a:lnTo>
                    <a:pt x="224" y="120"/>
                  </a:lnTo>
                  <a:lnTo>
                    <a:pt x="221" y="120"/>
                  </a:lnTo>
                  <a:lnTo>
                    <a:pt x="220" y="120"/>
                  </a:lnTo>
                  <a:lnTo>
                    <a:pt x="219" y="120"/>
                  </a:lnTo>
                  <a:lnTo>
                    <a:pt x="218" y="121"/>
                  </a:lnTo>
                  <a:lnTo>
                    <a:pt x="215" y="121"/>
                  </a:lnTo>
                  <a:lnTo>
                    <a:pt x="213" y="120"/>
                  </a:lnTo>
                  <a:lnTo>
                    <a:pt x="209" y="119"/>
                  </a:lnTo>
                  <a:lnTo>
                    <a:pt x="209" y="120"/>
                  </a:lnTo>
                  <a:lnTo>
                    <a:pt x="208" y="120"/>
                  </a:lnTo>
                  <a:lnTo>
                    <a:pt x="208" y="120"/>
                  </a:lnTo>
                  <a:lnTo>
                    <a:pt x="192" y="118"/>
                  </a:lnTo>
                  <a:lnTo>
                    <a:pt x="177" y="117"/>
                  </a:lnTo>
                  <a:lnTo>
                    <a:pt x="169" y="117"/>
                  </a:lnTo>
                  <a:lnTo>
                    <a:pt x="167" y="117"/>
                  </a:lnTo>
                  <a:lnTo>
                    <a:pt x="164" y="117"/>
                  </a:lnTo>
                  <a:lnTo>
                    <a:pt x="160" y="117"/>
                  </a:lnTo>
                  <a:lnTo>
                    <a:pt x="159" y="117"/>
                  </a:lnTo>
                  <a:lnTo>
                    <a:pt x="157" y="118"/>
                  </a:lnTo>
                  <a:lnTo>
                    <a:pt x="156" y="119"/>
                  </a:lnTo>
                  <a:lnTo>
                    <a:pt x="154" y="119"/>
                  </a:lnTo>
                  <a:lnTo>
                    <a:pt x="155" y="118"/>
                  </a:lnTo>
                  <a:lnTo>
                    <a:pt x="156" y="117"/>
                  </a:lnTo>
                  <a:lnTo>
                    <a:pt x="157" y="117"/>
                  </a:lnTo>
                  <a:lnTo>
                    <a:pt x="153" y="117"/>
                  </a:lnTo>
                  <a:lnTo>
                    <a:pt x="148" y="117"/>
                  </a:lnTo>
                  <a:lnTo>
                    <a:pt x="145" y="116"/>
                  </a:lnTo>
                  <a:lnTo>
                    <a:pt x="142" y="116"/>
                  </a:lnTo>
                  <a:lnTo>
                    <a:pt x="141" y="128"/>
                  </a:lnTo>
                  <a:lnTo>
                    <a:pt x="141" y="140"/>
                  </a:lnTo>
                  <a:lnTo>
                    <a:pt x="138" y="150"/>
                  </a:lnTo>
                  <a:lnTo>
                    <a:pt x="138" y="155"/>
                  </a:lnTo>
                  <a:lnTo>
                    <a:pt x="138" y="158"/>
                  </a:lnTo>
                  <a:lnTo>
                    <a:pt x="137" y="161"/>
                  </a:lnTo>
                  <a:lnTo>
                    <a:pt x="137" y="164"/>
                  </a:lnTo>
                  <a:lnTo>
                    <a:pt x="137" y="165"/>
                  </a:lnTo>
                  <a:lnTo>
                    <a:pt x="137" y="167"/>
                  </a:lnTo>
                  <a:lnTo>
                    <a:pt x="136" y="170"/>
                  </a:lnTo>
                  <a:lnTo>
                    <a:pt x="136" y="173"/>
                  </a:lnTo>
                  <a:lnTo>
                    <a:pt x="136" y="176"/>
                  </a:lnTo>
                  <a:lnTo>
                    <a:pt x="136" y="179"/>
                  </a:lnTo>
                  <a:lnTo>
                    <a:pt x="135" y="182"/>
                  </a:lnTo>
                  <a:lnTo>
                    <a:pt x="135" y="185"/>
                  </a:lnTo>
                  <a:lnTo>
                    <a:pt x="135" y="189"/>
                  </a:lnTo>
                  <a:lnTo>
                    <a:pt x="134" y="192"/>
                  </a:lnTo>
                  <a:lnTo>
                    <a:pt x="134" y="195"/>
                  </a:lnTo>
                  <a:lnTo>
                    <a:pt x="133" y="200"/>
                  </a:lnTo>
                  <a:lnTo>
                    <a:pt x="133" y="203"/>
                  </a:lnTo>
                  <a:lnTo>
                    <a:pt x="132" y="209"/>
                  </a:lnTo>
                  <a:lnTo>
                    <a:pt x="132" y="215"/>
                  </a:lnTo>
                  <a:lnTo>
                    <a:pt x="132" y="216"/>
                  </a:lnTo>
                  <a:lnTo>
                    <a:pt x="131" y="219"/>
                  </a:lnTo>
                  <a:lnTo>
                    <a:pt x="131" y="221"/>
                  </a:lnTo>
                  <a:lnTo>
                    <a:pt x="132" y="224"/>
                  </a:lnTo>
                  <a:lnTo>
                    <a:pt x="131" y="226"/>
                  </a:lnTo>
                  <a:lnTo>
                    <a:pt x="131" y="230"/>
                  </a:lnTo>
                  <a:lnTo>
                    <a:pt x="131" y="232"/>
                  </a:lnTo>
                  <a:lnTo>
                    <a:pt x="131" y="236"/>
                  </a:lnTo>
                  <a:lnTo>
                    <a:pt x="131" y="236"/>
                  </a:lnTo>
                  <a:lnTo>
                    <a:pt x="132" y="237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2" y="238"/>
                  </a:lnTo>
                  <a:lnTo>
                    <a:pt x="131" y="239"/>
                  </a:lnTo>
                  <a:lnTo>
                    <a:pt x="131" y="239"/>
                  </a:lnTo>
                  <a:lnTo>
                    <a:pt x="131" y="240"/>
                  </a:lnTo>
                  <a:lnTo>
                    <a:pt x="131" y="242"/>
                  </a:lnTo>
                  <a:lnTo>
                    <a:pt x="131" y="244"/>
                  </a:lnTo>
                  <a:lnTo>
                    <a:pt x="131" y="246"/>
                  </a:lnTo>
                  <a:lnTo>
                    <a:pt x="131" y="249"/>
                  </a:lnTo>
                  <a:lnTo>
                    <a:pt x="130" y="252"/>
                  </a:lnTo>
                  <a:lnTo>
                    <a:pt x="130" y="255"/>
                  </a:lnTo>
                  <a:lnTo>
                    <a:pt x="130" y="258"/>
                  </a:lnTo>
                  <a:lnTo>
                    <a:pt x="130" y="260"/>
                  </a:lnTo>
                  <a:lnTo>
                    <a:pt x="130" y="260"/>
                  </a:lnTo>
                  <a:lnTo>
                    <a:pt x="130" y="263"/>
                  </a:lnTo>
                  <a:lnTo>
                    <a:pt x="130" y="266"/>
                  </a:lnTo>
                  <a:lnTo>
                    <a:pt x="130" y="278"/>
                  </a:lnTo>
                  <a:lnTo>
                    <a:pt x="130" y="292"/>
                  </a:lnTo>
                  <a:lnTo>
                    <a:pt x="130" y="294"/>
                  </a:lnTo>
                  <a:lnTo>
                    <a:pt x="129" y="297"/>
                  </a:lnTo>
                  <a:lnTo>
                    <a:pt x="130" y="309"/>
                  </a:lnTo>
                  <a:lnTo>
                    <a:pt x="130" y="321"/>
                  </a:lnTo>
                  <a:lnTo>
                    <a:pt x="130" y="330"/>
                  </a:lnTo>
                  <a:lnTo>
                    <a:pt x="130" y="339"/>
                  </a:lnTo>
                  <a:lnTo>
                    <a:pt x="130" y="339"/>
                  </a:lnTo>
                  <a:lnTo>
                    <a:pt x="131" y="339"/>
                  </a:lnTo>
                  <a:lnTo>
                    <a:pt x="130" y="341"/>
                  </a:lnTo>
                  <a:lnTo>
                    <a:pt x="130" y="349"/>
                  </a:lnTo>
                  <a:lnTo>
                    <a:pt x="130" y="357"/>
                  </a:lnTo>
                  <a:lnTo>
                    <a:pt x="129" y="358"/>
                  </a:lnTo>
                  <a:lnTo>
                    <a:pt x="129" y="358"/>
                  </a:lnTo>
                  <a:lnTo>
                    <a:pt x="130" y="360"/>
                  </a:lnTo>
                  <a:lnTo>
                    <a:pt x="130" y="361"/>
                  </a:lnTo>
                  <a:lnTo>
                    <a:pt x="130" y="365"/>
                  </a:lnTo>
                  <a:lnTo>
                    <a:pt x="129" y="369"/>
                  </a:lnTo>
                  <a:lnTo>
                    <a:pt x="129" y="372"/>
                  </a:lnTo>
                  <a:lnTo>
                    <a:pt x="129" y="383"/>
                  </a:lnTo>
                  <a:lnTo>
                    <a:pt x="129" y="393"/>
                  </a:lnTo>
                  <a:lnTo>
                    <a:pt x="130" y="402"/>
                  </a:lnTo>
                  <a:lnTo>
                    <a:pt x="130" y="413"/>
                  </a:lnTo>
                  <a:lnTo>
                    <a:pt x="131" y="423"/>
                  </a:lnTo>
                  <a:lnTo>
                    <a:pt x="131" y="424"/>
                  </a:lnTo>
                  <a:lnTo>
                    <a:pt x="131" y="426"/>
                  </a:lnTo>
                  <a:lnTo>
                    <a:pt x="131" y="429"/>
                  </a:lnTo>
                  <a:lnTo>
                    <a:pt x="134" y="430"/>
                  </a:lnTo>
                  <a:lnTo>
                    <a:pt x="137" y="432"/>
                  </a:lnTo>
                  <a:lnTo>
                    <a:pt x="137" y="432"/>
                  </a:lnTo>
                  <a:lnTo>
                    <a:pt x="136" y="433"/>
                  </a:lnTo>
                  <a:lnTo>
                    <a:pt x="136" y="434"/>
                  </a:lnTo>
                  <a:lnTo>
                    <a:pt x="136" y="434"/>
                  </a:lnTo>
                  <a:lnTo>
                    <a:pt x="137" y="436"/>
                  </a:lnTo>
                  <a:lnTo>
                    <a:pt x="140" y="438"/>
                  </a:lnTo>
                  <a:lnTo>
                    <a:pt x="141" y="442"/>
                  </a:lnTo>
                  <a:lnTo>
                    <a:pt x="142" y="445"/>
                  </a:lnTo>
                  <a:lnTo>
                    <a:pt x="142" y="449"/>
                  </a:lnTo>
                  <a:lnTo>
                    <a:pt x="141" y="454"/>
                  </a:lnTo>
                  <a:lnTo>
                    <a:pt x="136" y="455"/>
                  </a:lnTo>
                  <a:lnTo>
                    <a:pt x="133" y="456"/>
                  </a:lnTo>
                  <a:lnTo>
                    <a:pt x="128" y="456"/>
                  </a:lnTo>
                  <a:lnTo>
                    <a:pt x="128" y="457"/>
                  </a:lnTo>
                  <a:lnTo>
                    <a:pt x="128" y="458"/>
                  </a:lnTo>
                  <a:lnTo>
                    <a:pt x="128" y="459"/>
                  </a:lnTo>
                  <a:lnTo>
                    <a:pt x="125" y="459"/>
                  </a:lnTo>
                  <a:lnTo>
                    <a:pt x="124" y="459"/>
                  </a:lnTo>
                  <a:lnTo>
                    <a:pt x="123" y="459"/>
                  </a:lnTo>
                  <a:lnTo>
                    <a:pt x="123" y="458"/>
                  </a:lnTo>
                  <a:lnTo>
                    <a:pt x="123" y="457"/>
                  </a:lnTo>
                  <a:lnTo>
                    <a:pt x="122" y="456"/>
                  </a:lnTo>
                  <a:lnTo>
                    <a:pt x="113" y="457"/>
                  </a:lnTo>
                  <a:lnTo>
                    <a:pt x="104" y="457"/>
                  </a:lnTo>
                  <a:lnTo>
                    <a:pt x="104" y="457"/>
                  </a:lnTo>
                  <a:lnTo>
                    <a:pt x="102" y="456"/>
                  </a:lnTo>
                  <a:lnTo>
                    <a:pt x="102" y="455"/>
                  </a:lnTo>
                  <a:lnTo>
                    <a:pt x="104" y="455"/>
                  </a:lnTo>
                  <a:lnTo>
                    <a:pt x="104" y="454"/>
                  </a:lnTo>
                  <a:lnTo>
                    <a:pt x="105" y="454"/>
                  </a:lnTo>
                  <a:lnTo>
                    <a:pt x="105" y="453"/>
                  </a:lnTo>
                  <a:lnTo>
                    <a:pt x="104" y="453"/>
                  </a:lnTo>
                  <a:lnTo>
                    <a:pt x="102" y="454"/>
                  </a:lnTo>
                  <a:lnTo>
                    <a:pt x="101" y="454"/>
                  </a:lnTo>
                  <a:lnTo>
                    <a:pt x="100" y="455"/>
                  </a:lnTo>
                  <a:lnTo>
                    <a:pt x="100" y="453"/>
                  </a:lnTo>
                  <a:lnTo>
                    <a:pt x="100" y="450"/>
                  </a:lnTo>
                  <a:lnTo>
                    <a:pt x="102" y="449"/>
                  </a:lnTo>
                  <a:lnTo>
                    <a:pt x="104" y="447"/>
                  </a:lnTo>
                  <a:lnTo>
                    <a:pt x="106" y="445"/>
                  </a:lnTo>
                  <a:lnTo>
                    <a:pt x="104" y="445"/>
                  </a:lnTo>
                  <a:lnTo>
                    <a:pt x="102" y="446"/>
                  </a:lnTo>
                  <a:lnTo>
                    <a:pt x="101" y="448"/>
                  </a:lnTo>
                  <a:lnTo>
                    <a:pt x="99" y="449"/>
                  </a:lnTo>
                  <a:lnTo>
                    <a:pt x="98" y="449"/>
                  </a:lnTo>
                  <a:lnTo>
                    <a:pt x="97" y="448"/>
                  </a:lnTo>
                  <a:lnTo>
                    <a:pt x="100" y="445"/>
                  </a:lnTo>
                  <a:lnTo>
                    <a:pt x="104" y="442"/>
                  </a:lnTo>
                  <a:lnTo>
                    <a:pt x="107" y="438"/>
                  </a:lnTo>
                  <a:lnTo>
                    <a:pt x="110" y="435"/>
                  </a:lnTo>
                  <a:lnTo>
                    <a:pt x="110" y="435"/>
                  </a:lnTo>
                  <a:lnTo>
                    <a:pt x="109" y="435"/>
                  </a:lnTo>
                  <a:lnTo>
                    <a:pt x="108" y="435"/>
                  </a:lnTo>
                  <a:lnTo>
                    <a:pt x="108" y="433"/>
                  </a:lnTo>
                  <a:lnTo>
                    <a:pt x="108" y="431"/>
                  </a:lnTo>
                  <a:lnTo>
                    <a:pt x="109" y="429"/>
                  </a:lnTo>
                  <a:lnTo>
                    <a:pt x="110" y="428"/>
                  </a:lnTo>
                  <a:lnTo>
                    <a:pt x="111" y="425"/>
                  </a:lnTo>
                  <a:lnTo>
                    <a:pt x="111" y="423"/>
                  </a:lnTo>
                  <a:lnTo>
                    <a:pt x="113" y="421"/>
                  </a:lnTo>
                  <a:lnTo>
                    <a:pt x="114" y="420"/>
                  </a:lnTo>
                  <a:lnTo>
                    <a:pt x="114" y="418"/>
                  </a:lnTo>
                  <a:lnTo>
                    <a:pt x="116" y="418"/>
                  </a:lnTo>
                  <a:lnTo>
                    <a:pt x="117" y="417"/>
                  </a:lnTo>
                  <a:lnTo>
                    <a:pt x="117" y="417"/>
                  </a:lnTo>
                  <a:lnTo>
                    <a:pt x="118" y="416"/>
                  </a:lnTo>
                  <a:lnTo>
                    <a:pt x="118" y="416"/>
                  </a:lnTo>
                  <a:lnTo>
                    <a:pt x="118" y="414"/>
                  </a:lnTo>
                  <a:lnTo>
                    <a:pt x="118" y="414"/>
                  </a:lnTo>
                  <a:lnTo>
                    <a:pt x="116" y="416"/>
                  </a:lnTo>
                  <a:lnTo>
                    <a:pt x="114" y="417"/>
                  </a:lnTo>
                  <a:lnTo>
                    <a:pt x="113" y="418"/>
                  </a:lnTo>
                  <a:lnTo>
                    <a:pt x="112" y="419"/>
                  </a:lnTo>
                  <a:lnTo>
                    <a:pt x="110" y="419"/>
                  </a:lnTo>
                  <a:lnTo>
                    <a:pt x="110" y="418"/>
                  </a:lnTo>
                  <a:lnTo>
                    <a:pt x="110" y="417"/>
                  </a:lnTo>
                  <a:lnTo>
                    <a:pt x="111" y="414"/>
                  </a:lnTo>
                  <a:lnTo>
                    <a:pt x="111" y="413"/>
                  </a:lnTo>
                  <a:lnTo>
                    <a:pt x="111" y="412"/>
                  </a:lnTo>
                  <a:lnTo>
                    <a:pt x="110" y="410"/>
                  </a:lnTo>
                  <a:lnTo>
                    <a:pt x="111" y="406"/>
                  </a:lnTo>
                  <a:lnTo>
                    <a:pt x="110" y="402"/>
                  </a:lnTo>
                  <a:lnTo>
                    <a:pt x="110" y="397"/>
                  </a:lnTo>
                  <a:lnTo>
                    <a:pt x="109" y="397"/>
                  </a:lnTo>
                  <a:lnTo>
                    <a:pt x="108" y="398"/>
                  </a:lnTo>
                  <a:lnTo>
                    <a:pt x="108" y="397"/>
                  </a:lnTo>
                  <a:lnTo>
                    <a:pt x="108" y="395"/>
                  </a:lnTo>
                  <a:lnTo>
                    <a:pt x="109" y="394"/>
                  </a:lnTo>
                  <a:lnTo>
                    <a:pt x="109" y="392"/>
                  </a:lnTo>
                  <a:lnTo>
                    <a:pt x="110" y="389"/>
                  </a:lnTo>
                  <a:lnTo>
                    <a:pt x="109" y="387"/>
                  </a:lnTo>
                  <a:lnTo>
                    <a:pt x="109" y="385"/>
                  </a:lnTo>
                  <a:lnTo>
                    <a:pt x="109" y="383"/>
                  </a:lnTo>
                  <a:lnTo>
                    <a:pt x="108" y="382"/>
                  </a:lnTo>
                  <a:lnTo>
                    <a:pt x="108" y="380"/>
                  </a:lnTo>
                  <a:lnTo>
                    <a:pt x="108" y="378"/>
                  </a:lnTo>
                  <a:lnTo>
                    <a:pt x="109" y="378"/>
                  </a:lnTo>
                  <a:lnTo>
                    <a:pt x="109" y="378"/>
                  </a:lnTo>
                  <a:lnTo>
                    <a:pt x="109" y="374"/>
                  </a:lnTo>
                  <a:lnTo>
                    <a:pt x="109" y="371"/>
                  </a:lnTo>
                  <a:lnTo>
                    <a:pt x="109" y="366"/>
                  </a:lnTo>
                  <a:lnTo>
                    <a:pt x="109" y="363"/>
                  </a:lnTo>
                  <a:lnTo>
                    <a:pt x="108" y="361"/>
                  </a:lnTo>
                  <a:lnTo>
                    <a:pt x="107" y="359"/>
                  </a:lnTo>
                  <a:lnTo>
                    <a:pt x="107" y="358"/>
                  </a:lnTo>
                  <a:lnTo>
                    <a:pt x="108" y="358"/>
                  </a:lnTo>
                  <a:lnTo>
                    <a:pt x="108" y="357"/>
                  </a:lnTo>
                  <a:lnTo>
                    <a:pt x="108" y="354"/>
                  </a:lnTo>
                  <a:lnTo>
                    <a:pt x="108" y="352"/>
                  </a:lnTo>
                  <a:lnTo>
                    <a:pt x="106" y="329"/>
                  </a:lnTo>
                  <a:lnTo>
                    <a:pt x="102" y="305"/>
                  </a:lnTo>
                  <a:lnTo>
                    <a:pt x="102" y="305"/>
                  </a:lnTo>
                  <a:lnTo>
                    <a:pt x="101" y="305"/>
                  </a:lnTo>
                  <a:lnTo>
                    <a:pt x="101" y="305"/>
                  </a:lnTo>
                  <a:lnTo>
                    <a:pt x="101" y="303"/>
                  </a:lnTo>
                  <a:lnTo>
                    <a:pt x="101" y="301"/>
                  </a:lnTo>
                  <a:lnTo>
                    <a:pt x="101" y="299"/>
                  </a:lnTo>
                  <a:lnTo>
                    <a:pt x="101" y="297"/>
                  </a:lnTo>
                  <a:lnTo>
                    <a:pt x="100" y="297"/>
                  </a:lnTo>
                  <a:lnTo>
                    <a:pt x="100" y="298"/>
                  </a:lnTo>
                  <a:lnTo>
                    <a:pt x="99" y="298"/>
                  </a:lnTo>
                  <a:lnTo>
                    <a:pt x="99" y="297"/>
                  </a:lnTo>
                  <a:lnTo>
                    <a:pt x="99" y="296"/>
                  </a:lnTo>
                  <a:lnTo>
                    <a:pt x="97" y="293"/>
                  </a:lnTo>
                  <a:lnTo>
                    <a:pt x="96" y="291"/>
                  </a:lnTo>
                  <a:lnTo>
                    <a:pt x="96" y="289"/>
                  </a:lnTo>
                  <a:lnTo>
                    <a:pt x="95" y="287"/>
                  </a:lnTo>
                  <a:lnTo>
                    <a:pt x="93" y="286"/>
                  </a:lnTo>
                  <a:lnTo>
                    <a:pt x="93" y="287"/>
                  </a:lnTo>
                  <a:lnTo>
                    <a:pt x="93" y="288"/>
                  </a:lnTo>
                  <a:lnTo>
                    <a:pt x="92" y="290"/>
                  </a:lnTo>
                  <a:lnTo>
                    <a:pt x="92" y="288"/>
                  </a:lnTo>
                  <a:lnTo>
                    <a:pt x="92" y="287"/>
                  </a:lnTo>
                  <a:lnTo>
                    <a:pt x="92" y="285"/>
                  </a:lnTo>
                  <a:lnTo>
                    <a:pt x="89" y="289"/>
                  </a:lnTo>
                  <a:lnTo>
                    <a:pt x="87" y="293"/>
                  </a:lnTo>
                  <a:lnTo>
                    <a:pt x="85" y="297"/>
                  </a:lnTo>
                  <a:lnTo>
                    <a:pt x="85" y="300"/>
                  </a:lnTo>
                  <a:lnTo>
                    <a:pt x="85" y="302"/>
                  </a:lnTo>
                  <a:lnTo>
                    <a:pt x="84" y="304"/>
                  </a:lnTo>
                  <a:lnTo>
                    <a:pt x="84" y="308"/>
                  </a:lnTo>
                  <a:lnTo>
                    <a:pt x="83" y="313"/>
                  </a:lnTo>
                  <a:lnTo>
                    <a:pt x="82" y="320"/>
                  </a:lnTo>
                  <a:lnTo>
                    <a:pt x="82" y="325"/>
                  </a:lnTo>
                  <a:lnTo>
                    <a:pt x="81" y="325"/>
                  </a:lnTo>
                  <a:lnTo>
                    <a:pt x="81" y="324"/>
                  </a:lnTo>
                  <a:lnTo>
                    <a:pt x="80" y="323"/>
                  </a:lnTo>
                  <a:lnTo>
                    <a:pt x="83" y="310"/>
                  </a:lnTo>
                  <a:lnTo>
                    <a:pt x="84" y="297"/>
                  </a:lnTo>
                  <a:lnTo>
                    <a:pt x="83" y="298"/>
                  </a:lnTo>
                  <a:lnTo>
                    <a:pt x="83" y="299"/>
                  </a:lnTo>
                  <a:lnTo>
                    <a:pt x="83" y="301"/>
                  </a:lnTo>
                  <a:lnTo>
                    <a:pt x="82" y="302"/>
                  </a:lnTo>
                  <a:lnTo>
                    <a:pt x="81" y="303"/>
                  </a:lnTo>
                  <a:lnTo>
                    <a:pt x="82" y="305"/>
                  </a:lnTo>
                  <a:lnTo>
                    <a:pt x="81" y="308"/>
                  </a:lnTo>
                  <a:lnTo>
                    <a:pt x="81" y="310"/>
                  </a:lnTo>
                  <a:lnTo>
                    <a:pt x="80" y="314"/>
                  </a:lnTo>
                  <a:lnTo>
                    <a:pt x="80" y="318"/>
                  </a:lnTo>
                  <a:lnTo>
                    <a:pt x="80" y="321"/>
                  </a:lnTo>
                  <a:lnTo>
                    <a:pt x="80" y="322"/>
                  </a:lnTo>
                  <a:lnTo>
                    <a:pt x="78" y="326"/>
                  </a:lnTo>
                  <a:lnTo>
                    <a:pt x="78" y="332"/>
                  </a:lnTo>
                  <a:lnTo>
                    <a:pt x="78" y="336"/>
                  </a:lnTo>
                  <a:lnTo>
                    <a:pt x="78" y="339"/>
                  </a:lnTo>
                  <a:lnTo>
                    <a:pt x="77" y="344"/>
                  </a:lnTo>
                  <a:lnTo>
                    <a:pt x="77" y="347"/>
                  </a:lnTo>
                  <a:lnTo>
                    <a:pt x="77" y="349"/>
                  </a:lnTo>
                  <a:lnTo>
                    <a:pt x="77" y="351"/>
                  </a:lnTo>
                  <a:lnTo>
                    <a:pt x="77" y="356"/>
                  </a:lnTo>
                  <a:lnTo>
                    <a:pt x="76" y="359"/>
                  </a:lnTo>
                  <a:lnTo>
                    <a:pt x="76" y="363"/>
                  </a:lnTo>
                  <a:lnTo>
                    <a:pt x="76" y="369"/>
                  </a:lnTo>
                  <a:lnTo>
                    <a:pt x="75" y="372"/>
                  </a:lnTo>
                  <a:lnTo>
                    <a:pt x="75" y="376"/>
                  </a:lnTo>
                  <a:lnTo>
                    <a:pt x="75" y="380"/>
                  </a:lnTo>
                  <a:lnTo>
                    <a:pt x="75" y="381"/>
                  </a:lnTo>
                  <a:lnTo>
                    <a:pt x="74" y="382"/>
                  </a:lnTo>
                  <a:lnTo>
                    <a:pt x="74" y="383"/>
                  </a:lnTo>
                  <a:lnTo>
                    <a:pt x="75" y="385"/>
                  </a:lnTo>
                  <a:lnTo>
                    <a:pt x="72" y="409"/>
                  </a:lnTo>
                  <a:lnTo>
                    <a:pt x="72" y="412"/>
                  </a:lnTo>
                  <a:lnTo>
                    <a:pt x="71" y="416"/>
                  </a:lnTo>
                  <a:lnTo>
                    <a:pt x="71" y="419"/>
                  </a:lnTo>
                  <a:lnTo>
                    <a:pt x="72" y="420"/>
                  </a:lnTo>
                  <a:lnTo>
                    <a:pt x="73" y="422"/>
                  </a:lnTo>
                  <a:lnTo>
                    <a:pt x="73" y="424"/>
                  </a:lnTo>
                  <a:lnTo>
                    <a:pt x="72" y="425"/>
                  </a:lnTo>
                  <a:lnTo>
                    <a:pt x="72" y="425"/>
                  </a:lnTo>
                  <a:lnTo>
                    <a:pt x="71" y="425"/>
                  </a:lnTo>
                  <a:lnTo>
                    <a:pt x="72" y="426"/>
                  </a:lnTo>
                  <a:lnTo>
                    <a:pt x="71" y="428"/>
                  </a:lnTo>
                  <a:lnTo>
                    <a:pt x="73" y="430"/>
                  </a:lnTo>
                  <a:lnTo>
                    <a:pt x="74" y="432"/>
                  </a:lnTo>
                  <a:lnTo>
                    <a:pt x="75" y="434"/>
                  </a:lnTo>
                  <a:lnTo>
                    <a:pt x="75" y="437"/>
                  </a:lnTo>
                  <a:lnTo>
                    <a:pt x="74" y="437"/>
                  </a:lnTo>
                  <a:lnTo>
                    <a:pt x="75" y="441"/>
                  </a:lnTo>
                  <a:lnTo>
                    <a:pt x="77" y="444"/>
                  </a:lnTo>
                  <a:lnTo>
                    <a:pt x="78" y="446"/>
                  </a:lnTo>
                  <a:lnTo>
                    <a:pt x="80" y="447"/>
                  </a:lnTo>
                  <a:lnTo>
                    <a:pt x="81" y="447"/>
                  </a:lnTo>
                  <a:lnTo>
                    <a:pt x="81" y="447"/>
                  </a:lnTo>
                  <a:lnTo>
                    <a:pt x="81" y="448"/>
                  </a:lnTo>
                  <a:lnTo>
                    <a:pt x="80" y="448"/>
                  </a:lnTo>
                  <a:lnTo>
                    <a:pt x="78" y="448"/>
                  </a:lnTo>
                  <a:lnTo>
                    <a:pt x="77" y="447"/>
                  </a:lnTo>
                  <a:lnTo>
                    <a:pt x="77" y="449"/>
                  </a:lnTo>
                  <a:lnTo>
                    <a:pt x="77" y="450"/>
                  </a:lnTo>
                  <a:lnTo>
                    <a:pt x="75" y="452"/>
                  </a:lnTo>
                  <a:lnTo>
                    <a:pt x="74" y="450"/>
                  </a:lnTo>
                  <a:lnTo>
                    <a:pt x="72" y="449"/>
                  </a:lnTo>
                  <a:lnTo>
                    <a:pt x="71" y="448"/>
                  </a:lnTo>
                  <a:lnTo>
                    <a:pt x="72" y="450"/>
                  </a:lnTo>
                  <a:lnTo>
                    <a:pt x="73" y="453"/>
                  </a:lnTo>
                  <a:lnTo>
                    <a:pt x="74" y="455"/>
                  </a:lnTo>
                  <a:lnTo>
                    <a:pt x="75" y="455"/>
                  </a:lnTo>
                  <a:lnTo>
                    <a:pt x="76" y="454"/>
                  </a:lnTo>
                  <a:lnTo>
                    <a:pt x="77" y="454"/>
                  </a:lnTo>
                  <a:lnTo>
                    <a:pt x="78" y="453"/>
                  </a:lnTo>
                  <a:lnTo>
                    <a:pt x="78" y="452"/>
                  </a:lnTo>
                  <a:lnTo>
                    <a:pt x="80" y="450"/>
                  </a:lnTo>
                  <a:lnTo>
                    <a:pt x="80" y="450"/>
                  </a:lnTo>
                  <a:lnTo>
                    <a:pt x="81" y="450"/>
                  </a:lnTo>
                  <a:lnTo>
                    <a:pt x="81" y="453"/>
                  </a:lnTo>
                  <a:lnTo>
                    <a:pt x="81" y="455"/>
                  </a:lnTo>
                  <a:lnTo>
                    <a:pt x="80" y="456"/>
                  </a:lnTo>
                  <a:lnTo>
                    <a:pt x="77" y="456"/>
                  </a:lnTo>
                  <a:lnTo>
                    <a:pt x="74" y="457"/>
                  </a:lnTo>
                  <a:lnTo>
                    <a:pt x="71" y="458"/>
                  </a:lnTo>
                  <a:lnTo>
                    <a:pt x="66" y="459"/>
                  </a:lnTo>
                  <a:lnTo>
                    <a:pt x="63" y="459"/>
                  </a:lnTo>
                  <a:lnTo>
                    <a:pt x="62" y="459"/>
                  </a:lnTo>
                  <a:lnTo>
                    <a:pt x="62" y="459"/>
                  </a:lnTo>
                  <a:lnTo>
                    <a:pt x="62" y="460"/>
                  </a:lnTo>
                  <a:lnTo>
                    <a:pt x="60" y="459"/>
                  </a:lnTo>
                  <a:lnTo>
                    <a:pt x="59" y="458"/>
                  </a:lnTo>
                  <a:lnTo>
                    <a:pt x="57" y="458"/>
                  </a:lnTo>
                  <a:lnTo>
                    <a:pt x="54" y="458"/>
                  </a:lnTo>
                  <a:lnTo>
                    <a:pt x="53" y="457"/>
                  </a:lnTo>
                  <a:lnTo>
                    <a:pt x="52" y="457"/>
                  </a:lnTo>
                  <a:lnTo>
                    <a:pt x="50" y="456"/>
                  </a:lnTo>
                  <a:lnTo>
                    <a:pt x="49" y="455"/>
                  </a:lnTo>
                  <a:lnTo>
                    <a:pt x="47" y="455"/>
                  </a:lnTo>
                  <a:lnTo>
                    <a:pt x="46" y="455"/>
                  </a:lnTo>
                  <a:lnTo>
                    <a:pt x="45" y="456"/>
                  </a:lnTo>
                  <a:lnTo>
                    <a:pt x="42" y="456"/>
                  </a:lnTo>
                  <a:lnTo>
                    <a:pt x="42" y="455"/>
                  </a:lnTo>
                  <a:lnTo>
                    <a:pt x="42" y="454"/>
                  </a:lnTo>
                  <a:lnTo>
                    <a:pt x="42" y="453"/>
                  </a:lnTo>
                  <a:lnTo>
                    <a:pt x="41" y="453"/>
                  </a:lnTo>
                  <a:lnTo>
                    <a:pt x="40" y="454"/>
                  </a:lnTo>
                  <a:lnTo>
                    <a:pt x="39" y="454"/>
                  </a:lnTo>
                  <a:lnTo>
                    <a:pt x="38" y="455"/>
                  </a:lnTo>
                  <a:lnTo>
                    <a:pt x="38" y="453"/>
                  </a:lnTo>
                  <a:lnTo>
                    <a:pt x="39" y="452"/>
                  </a:lnTo>
                  <a:lnTo>
                    <a:pt x="41" y="450"/>
                  </a:lnTo>
                  <a:lnTo>
                    <a:pt x="45" y="446"/>
                  </a:lnTo>
                  <a:lnTo>
                    <a:pt x="44" y="445"/>
                  </a:lnTo>
                  <a:lnTo>
                    <a:pt x="44" y="444"/>
                  </a:lnTo>
                  <a:lnTo>
                    <a:pt x="45" y="443"/>
                  </a:lnTo>
                  <a:lnTo>
                    <a:pt x="45" y="442"/>
                  </a:lnTo>
                  <a:lnTo>
                    <a:pt x="47" y="440"/>
                  </a:lnTo>
                  <a:lnTo>
                    <a:pt x="48" y="437"/>
                  </a:lnTo>
                  <a:lnTo>
                    <a:pt x="49" y="435"/>
                  </a:lnTo>
                  <a:lnTo>
                    <a:pt x="50" y="433"/>
                  </a:lnTo>
                  <a:lnTo>
                    <a:pt x="51" y="431"/>
                  </a:lnTo>
                  <a:lnTo>
                    <a:pt x="52" y="429"/>
                  </a:lnTo>
                  <a:lnTo>
                    <a:pt x="54" y="428"/>
                  </a:lnTo>
                  <a:lnTo>
                    <a:pt x="56" y="419"/>
                  </a:lnTo>
                  <a:lnTo>
                    <a:pt x="56" y="410"/>
                  </a:lnTo>
                  <a:lnTo>
                    <a:pt x="56" y="402"/>
                  </a:lnTo>
                  <a:lnTo>
                    <a:pt x="57" y="389"/>
                  </a:lnTo>
                  <a:lnTo>
                    <a:pt x="57" y="377"/>
                  </a:lnTo>
                  <a:lnTo>
                    <a:pt x="57" y="372"/>
                  </a:lnTo>
                  <a:lnTo>
                    <a:pt x="57" y="366"/>
                  </a:lnTo>
                  <a:lnTo>
                    <a:pt x="56" y="362"/>
                  </a:lnTo>
                  <a:lnTo>
                    <a:pt x="57" y="360"/>
                  </a:lnTo>
                  <a:lnTo>
                    <a:pt x="59" y="325"/>
                  </a:lnTo>
                  <a:lnTo>
                    <a:pt x="61" y="304"/>
                  </a:lnTo>
                  <a:lnTo>
                    <a:pt x="61" y="302"/>
                  </a:lnTo>
                  <a:lnTo>
                    <a:pt x="60" y="301"/>
                  </a:lnTo>
                  <a:lnTo>
                    <a:pt x="61" y="299"/>
                  </a:lnTo>
                  <a:lnTo>
                    <a:pt x="61" y="298"/>
                  </a:lnTo>
                  <a:lnTo>
                    <a:pt x="62" y="292"/>
                  </a:lnTo>
                  <a:lnTo>
                    <a:pt x="62" y="287"/>
                  </a:lnTo>
                  <a:lnTo>
                    <a:pt x="61" y="281"/>
                  </a:lnTo>
                  <a:lnTo>
                    <a:pt x="61" y="282"/>
                  </a:lnTo>
                  <a:lnTo>
                    <a:pt x="61" y="285"/>
                  </a:lnTo>
                  <a:lnTo>
                    <a:pt x="61" y="286"/>
                  </a:lnTo>
                  <a:lnTo>
                    <a:pt x="60" y="287"/>
                  </a:lnTo>
                  <a:lnTo>
                    <a:pt x="59" y="287"/>
                  </a:lnTo>
                  <a:lnTo>
                    <a:pt x="59" y="286"/>
                  </a:lnTo>
                  <a:lnTo>
                    <a:pt x="59" y="285"/>
                  </a:lnTo>
                  <a:lnTo>
                    <a:pt x="57" y="265"/>
                  </a:lnTo>
                  <a:lnTo>
                    <a:pt x="54" y="244"/>
                  </a:lnTo>
                  <a:lnTo>
                    <a:pt x="53" y="219"/>
                  </a:lnTo>
                  <a:lnTo>
                    <a:pt x="46" y="155"/>
                  </a:lnTo>
                  <a:lnTo>
                    <a:pt x="45" y="157"/>
                  </a:lnTo>
                  <a:lnTo>
                    <a:pt x="42" y="160"/>
                  </a:lnTo>
                  <a:lnTo>
                    <a:pt x="41" y="164"/>
                  </a:lnTo>
                  <a:lnTo>
                    <a:pt x="40" y="166"/>
                  </a:lnTo>
                  <a:lnTo>
                    <a:pt x="38" y="168"/>
                  </a:lnTo>
                  <a:lnTo>
                    <a:pt x="38" y="170"/>
                  </a:lnTo>
                  <a:lnTo>
                    <a:pt x="37" y="172"/>
                  </a:lnTo>
                  <a:lnTo>
                    <a:pt x="36" y="176"/>
                  </a:lnTo>
                  <a:lnTo>
                    <a:pt x="32" y="189"/>
                  </a:lnTo>
                  <a:lnTo>
                    <a:pt x="28" y="202"/>
                  </a:lnTo>
                  <a:lnTo>
                    <a:pt x="27" y="206"/>
                  </a:lnTo>
                  <a:lnTo>
                    <a:pt x="27" y="209"/>
                  </a:lnTo>
                  <a:lnTo>
                    <a:pt x="26" y="214"/>
                  </a:lnTo>
                  <a:lnTo>
                    <a:pt x="25" y="216"/>
                  </a:lnTo>
                  <a:lnTo>
                    <a:pt x="24" y="217"/>
                  </a:lnTo>
                  <a:lnTo>
                    <a:pt x="24" y="218"/>
                  </a:lnTo>
                  <a:lnTo>
                    <a:pt x="23" y="218"/>
                  </a:lnTo>
                  <a:lnTo>
                    <a:pt x="23" y="221"/>
                  </a:lnTo>
                  <a:lnTo>
                    <a:pt x="22" y="225"/>
                  </a:lnTo>
                  <a:lnTo>
                    <a:pt x="21" y="229"/>
                  </a:lnTo>
                  <a:lnTo>
                    <a:pt x="21" y="234"/>
                  </a:lnTo>
                  <a:lnTo>
                    <a:pt x="20" y="239"/>
                  </a:lnTo>
                  <a:lnTo>
                    <a:pt x="20" y="242"/>
                  </a:lnTo>
                  <a:lnTo>
                    <a:pt x="18" y="244"/>
                  </a:lnTo>
                  <a:lnTo>
                    <a:pt x="16" y="255"/>
                  </a:lnTo>
                  <a:lnTo>
                    <a:pt x="15" y="265"/>
                  </a:lnTo>
                  <a:lnTo>
                    <a:pt x="14" y="265"/>
                  </a:lnTo>
                  <a:lnTo>
                    <a:pt x="15" y="266"/>
                  </a:lnTo>
                  <a:lnTo>
                    <a:pt x="15" y="268"/>
                  </a:lnTo>
                  <a:lnTo>
                    <a:pt x="14" y="269"/>
                  </a:lnTo>
                  <a:lnTo>
                    <a:pt x="13" y="272"/>
                  </a:lnTo>
                  <a:lnTo>
                    <a:pt x="14" y="272"/>
                  </a:lnTo>
                  <a:lnTo>
                    <a:pt x="13" y="270"/>
                  </a:lnTo>
                  <a:lnTo>
                    <a:pt x="14" y="270"/>
                  </a:lnTo>
                  <a:lnTo>
                    <a:pt x="14" y="275"/>
                  </a:lnTo>
                  <a:lnTo>
                    <a:pt x="14" y="280"/>
                  </a:lnTo>
                  <a:lnTo>
                    <a:pt x="14" y="285"/>
                  </a:lnTo>
                  <a:lnTo>
                    <a:pt x="14" y="286"/>
                  </a:lnTo>
                  <a:lnTo>
                    <a:pt x="15" y="285"/>
                  </a:lnTo>
                  <a:lnTo>
                    <a:pt x="15" y="285"/>
                  </a:lnTo>
                  <a:lnTo>
                    <a:pt x="15" y="288"/>
                  </a:lnTo>
                  <a:lnTo>
                    <a:pt x="14" y="290"/>
                  </a:lnTo>
                  <a:lnTo>
                    <a:pt x="14" y="293"/>
                  </a:lnTo>
                  <a:lnTo>
                    <a:pt x="15" y="296"/>
                  </a:lnTo>
                  <a:lnTo>
                    <a:pt x="14" y="298"/>
                  </a:lnTo>
                  <a:lnTo>
                    <a:pt x="13" y="299"/>
                  </a:lnTo>
                  <a:lnTo>
                    <a:pt x="13" y="299"/>
                  </a:lnTo>
                  <a:lnTo>
                    <a:pt x="14" y="299"/>
                  </a:lnTo>
                  <a:lnTo>
                    <a:pt x="15" y="300"/>
                  </a:lnTo>
                  <a:lnTo>
                    <a:pt x="11" y="310"/>
                  </a:lnTo>
                  <a:lnTo>
                    <a:pt x="6" y="320"/>
                  </a:lnTo>
                  <a:lnTo>
                    <a:pt x="5" y="323"/>
                  </a:lnTo>
                  <a:lnTo>
                    <a:pt x="5" y="326"/>
                  </a:lnTo>
                  <a:lnTo>
                    <a:pt x="6" y="328"/>
                  </a:lnTo>
                  <a:lnTo>
                    <a:pt x="5" y="332"/>
                  </a:lnTo>
                  <a:lnTo>
                    <a:pt x="5" y="334"/>
                  </a:lnTo>
                  <a:lnTo>
                    <a:pt x="5" y="336"/>
                  </a:lnTo>
                  <a:lnTo>
                    <a:pt x="4" y="337"/>
                  </a:lnTo>
                  <a:lnTo>
                    <a:pt x="3" y="336"/>
                  </a:lnTo>
                  <a:lnTo>
                    <a:pt x="2" y="334"/>
                  </a:lnTo>
                  <a:lnTo>
                    <a:pt x="2" y="332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1" y="330"/>
                  </a:lnTo>
                  <a:lnTo>
                    <a:pt x="1" y="330"/>
                  </a:lnTo>
                  <a:lnTo>
                    <a:pt x="0" y="328"/>
                  </a:lnTo>
                  <a:lnTo>
                    <a:pt x="0" y="326"/>
                  </a:lnTo>
                  <a:lnTo>
                    <a:pt x="1" y="324"/>
                  </a:lnTo>
                  <a:lnTo>
                    <a:pt x="2" y="323"/>
                  </a:lnTo>
                  <a:lnTo>
                    <a:pt x="3" y="322"/>
                  </a:lnTo>
                  <a:lnTo>
                    <a:pt x="6" y="316"/>
                  </a:lnTo>
                  <a:lnTo>
                    <a:pt x="9" y="311"/>
                  </a:lnTo>
                  <a:lnTo>
                    <a:pt x="10" y="304"/>
                  </a:lnTo>
                  <a:lnTo>
                    <a:pt x="10" y="304"/>
                  </a:lnTo>
                  <a:lnTo>
                    <a:pt x="9" y="304"/>
                  </a:lnTo>
                  <a:lnTo>
                    <a:pt x="8" y="306"/>
                  </a:lnTo>
                  <a:lnTo>
                    <a:pt x="6" y="308"/>
                  </a:lnTo>
                  <a:lnTo>
                    <a:pt x="6" y="310"/>
                  </a:lnTo>
                  <a:lnTo>
                    <a:pt x="4" y="311"/>
                  </a:lnTo>
                  <a:lnTo>
                    <a:pt x="4" y="313"/>
                  </a:lnTo>
                  <a:lnTo>
                    <a:pt x="4" y="315"/>
                  </a:lnTo>
                  <a:lnTo>
                    <a:pt x="3" y="318"/>
                  </a:lnTo>
                  <a:lnTo>
                    <a:pt x="2" y="320"/>
                  </a:lnTo>
                  <a:lnTo>
                    <a:pt x="1" y="320"/>
                  </a:lnTo>
                  <a:lnTo>
                    <a:pt x="0" y="317"/>
                  </a:lnTo>
                  <a:lnTo>
                    <a:pt x="0" y="316"/>
                  </a:lnTo>
                  <a:lnTo>
                    <a:pt x="1" y="314"/>
                  </a:lnTo>
                  <a:lnTo>
                    <a:pt x="1" y="313"/>
                  </a:lnTo>
                  <a:lnTo>
                    <a:pt x="3" y="302"/>
                  </a:lnTo>
                  <a:lnTo>
                    <a:pt x="4" y="290"/>
                  </a:lnTo>
                  <a:lnTo>
                    <a:pt x="3" y="290"/>
                  </a:lnTo>
                  <a:lnTo>
                    <a:pt x="3" y="291"/>
                  </a:lnTo>
                  <a:lnTo>
                    <a:pt x="3" y="291"/>
                  </a:lnTo>
                  <a:lnTo>
                    <a:pt x="2" y="291"/>
                  </a:lnTo>
                  <a:lnTo>
                    <a:pt x="1" y="289"/>
                  </a:lnTo>
                  <a:lnTo>
                    <a:pt x="2" y="288"/>
                  </a:lnTo>
                  <a:lnTo>
                    <a:pt x="3" y="286"/>
                  </a:lnTo>
                  <a:lnTo>
                    <a:pt x="3" y="284"/>
                  </a:lnTo>
                  <a:lnTo>
                    <a:pt x="3" y="281"/>
                  </a:lnTo>
                  <a:lnTo>
                    <a:pt x="4" y="281"/>
                  </a:lnTo>
                  <a:lnTo>
                    <a:pt x="5" y="280"/>
                  </a:lnTo>
                  <a:lnTo>
                    <a:pt x="8" y="266"/>
                  </a:lnTo>
                  <a:lnTo>
                    <a:pt x="9" y="253"/>
                  </a:lnTo>
                  <a:lnTo>
                    <a:pt x="12" y="239"/>
                  </a:lnTo>
                  <a:lnTo>
                    <a:pt x="14" y="224"/>
                  </a:lnTo>
                  <a:lnTo>
                    <a:pt x="13" y="222"/>
                  </a:lnTo>
                  <a:lnTo>
                    <a:pt x="12" y="220"/>
                  </a:lnTo>
                  <a:lnTo>
                    <a:pt x="13" y="218"/>
                  </a:lnTo>
                  <a:lnTo>
                    <a:pt x="13" y="218"/>
                  </a:lnTo>
                  <a:lnTo>
                    <a:pt x="14" y="218"/>
                  </a:lnTo>
                  <a:lnTo>
                    <a:pt x="15" y="218"/>
                  </a:lnTo>
                  <a:lnTo>
                    <a:pt x="15" y="216"/>
                  </a:lnTo>
                  <a:lnTo>
                    <a:pt x="15" y="216"/>
                  </a:lnTo>
                  <a:lnTo>
                    <a:pt x="15" y="215"/>
                  </a:lnTo>
                  <a:lnTo>
                    <a:pt x="15" y="213"/>
                  </a:lnTo>
                  <a:lnTo>
                    <a:pt x="15" y="210"/>
                  </a:lnTo>
                  <a:lnTo>
                    <a:pt x="14" y="207"/>
                  </a:lnTo>
                  <a:lnTo>
                    <a:pt x="15" y="205"/>
                  </a:lnTo>
                  <a:lnTo>
                    <a:pt x="16" y="203"/>
                  </a:lnTo>
                  <a:lnTo>
                    <a:pt x="15" y="202"/>
                  </a:lnTo>
                  <a:lnTo>
                    <a:pt x="15" y="201"/>
                  </a:lnTo>
                  <a:lnTo>
                    <a:pt x="16" y="198"/>
                  </a:lnTo>
                  <a:lnTo>
                    <a:pt x="16" y="197"/>
                  </a:lnTo>
                  <a:lnTo>
                    <a:pt x="17" y="200"/>
                  </a:lnTo>
                  <a:lnTo>
                    <a:pt x="16" y="202"/>
                  </a:lnTo>
                  <a:lnTo>
                    <a:pt x="16" y="204"/>
                  </a:lnTo>
                  <a:lnTo>
                    <a:pt x="16" y="206"/>
                  </a:lnTo>
                  <a:lnTo>
                    <a:pt x="16" y="208"/>
                  </a:lnTo>
                  <a:lnTo>
                    <a:pt x="20" y="198"/>
                  </a:lnTo>
                  <a:lnTo>
                    <a:pt x="23" y="188"/>
                  </a:lnTo>
                  <a:lnTo>
                    <a:pt x="26" y="179"/>
                  </a:lnTo>
                  <a:lnTo>
                    <a:pt x="29" y="169"/>
                  </a:lnTo>
                  <a:lnTo>
                    <a:pt x="32" y="162"/>
                  </a:lnTo>
                  <a:lnTo>
                    <a:pt x="33" y="156"/>
                  </a:lnTo>
                  <a:lnTo>
                    <a:pt x="33" y="155"/>
                  </a:lnTo>
                  <a:lnTo>
                    <a:pt x="34" y="153"/>
                  </a:lnTo>
                  <a:lnTo>
                    <a:pt x="34" y="150"/>
                  </a:lnTo>
                  <a:lnTo>
                    <a:pt x="33" y="154"/>
                  </a:lnTo>
                  <a:lnTo>
                    <a:pt x="32" y="158"/>
                  </a:lnTo>
                  <a:lnTo>
                    <a:pt x="35" y="141"/>
                  </a:lnTo>
                  <a:lnTo>
                    <a:pt x="39" y="124"/>
                  </a:lnTo>
                  <a:lnTo>
                    <a:pt x="39" y="123"/>
                  </a:lnTo>
                  <a:lnTo>
                    <a:pt x="39" y="122"/>
                  </a:lnTo>
                  <a:lnTo>
                    <a:pt x="39" y="120"/>
                  </a:lnTo>
                  <a:lnTo>
                    <a:pt x="40" y="118"/>
                  </a:lnTo>
                  <a:lnTo>
                    <a:pt x="40" y="116"/>
                  </a:lnTo>
                  <a:lnTo>
                    <a:pt x="39" y="113"/>
                  </a:lnTo>
                  <a:lnTo>
                    <a:pt x="42" y="111"/>
                  </a:lnTo>
                  <a:lnTo>
                    <a:pt x="46" y="109"/>
                  </a:lnTo>
                  <a:lnTo>
                    <a:pt x="46" y="108"/>
                  </a:lnTo>
                  <a:lnTo>
                    <a:pt x="46" y="107"/>
                  </a:lnTo>
                  <a:lnTo>
                    <a:pt x="48" y="106"/>
                  </a:lnTo>
                  <a:lnTo>
                    <a:pt x="50" y="105"/>
                  </a:lnTo>
                  <a:lnTo>
                    <a:pt x="52" y="104"/>
                  </a:lnTo>
                  <a:lnTo>
                    <a:pt x="53" y="102"/>
                  </a:lnTo>
                  <a:lnTo>
                    <a:pt x="53" y="101"/>
                  </a:lnTo>
                  <a:lnTo>
                    <a:pt x="53" y="100"/>
                  </a:lnTo>
                  <a:lnTo>
                    <a:pt x="54" y="99"/>
                  </a:lnTo>
                  <a:lnTo>
                    <a:pt x="56" y="99"/>
                  </a:lnTo>
                  <a:lnTo>
                    <a:pt x="56" y="100"/>
                  </a:lnTo>
                  <a:lnTo>
                    <a:pt x="54" y="101"/>
                  </a:lnTo>
                  <a:lnTo>
                    <a:pt x="54" y="102"/>
                  </a:lnTo>
                  <a:lnTo>
                    <a:pt x="57" y="101"/>
                  </a:lnTo>
                  <a:lnTo>
                    <a:pt x="60" y="99"/>
                  </a:lnTo>
                  <a:lnTo>
                    <a:pt x="62" y="98"/>
                  </a:lnTo>
                  <a:lnTo>
                    <a:pt x="65" y="97"/>
                  </a:lnTo>
                  <a:lnTo>
                    <a:pt x="69" y="98"/>
                  </a:lnTo>
                  <a:lnTo>
                    <a:pt x="68" y="99"/>
                  </a:lnTo>
                  <a:lnTo>
                    <a:pt x="66" y="99"/>
                  </a:lnTo>
                  <a:lnTo>
                    <a:pt x="71" y="101"/>
                  </a:lnTo>
                  <a:lnTo>
                    <a:pt x="75" y="102"/>
                  </a:lnTo>
                  <a:lnTo>
                    <a:pt x="80" y="104"/>
                  </a:lnTo>
                  <a:lnTo>
                    <a:pt x="84" y="105"/>
                  </a:lnTo>
                  <a:lnTo>
                    <a:pt x="93" y="104"/>
                  </a:lnTo>
                  <a:lnTo>
                    <a:pt x="101" y="104"/>
                  </a:lnTo>
                  <a:lnTo>
                    <a:pt x="105" y="104"/>
                  </a:lnTo>
                  <a:lnTo>
                    <a:pt x="108" y="102"/>
                  </a:lnTo>
                  <a:lnTo>
                    <a:pt x="109" y="102"/>
                  </a:lnTo>
                  <a:lnTo>
                    <a:pt x="111" y="102"/>
                  </a:lnTo>
                  <a:lnTo>
                    <a:pt x="114" y="102"/>
                  </a:lnTo>
                  <a:lnTo>
                    <a:pt x="119" y="100"/>
                  </a:lnTo>
                  <a:lnTo>
                    <a:pt x="122" y="99"/>
                  </a:lnTo>
                  <a:lnTo>
                    <a:pt x="125" y="99"/>
                  </a:lnTo>
                  <a:lnTo>
                    <a:pt x="128" y="99"/>
                  </a:lnTo>
                  <a:lnTo>
                    <a:pt x="130" y="99"/>
                  </a:lnTo>
                  <a:lnTo>
                    <a:pt x="132" y="100"/>
                  </a:lnTo>
                  <a:lnTo>
                    <a:pt x="134" y="102"/>
                  </a:lnTo>
                  <a:lnTo>
                    <a:pt x="134" y="101"/>
                  </a:lnTo>
                  <a:lnTo>
                    <a:pt x="134" y="100"/>
                  </a:lnTo>
                  <a:lnTo>
                    <a:pt x="143" y="100"/>
                  </a:lnTo>
                  <a:lnTo>
                    <a:pt x="153" y="102"/>
                  </a:lnTo>
                  <a:lnTo>
                    <a:pt x="158" y="102"/>
                  </a:lnTo>
                  <a:lnTo>
                    <a:pt x="164" y="104"/>
                  </a:lnTo>
                  <a:lnTo>
                    <a:pt x="177" y="106"/>
                  </a:lnTo>
                  <a:lnTo>
                    <a:pt x="190" y="109"/>
                  </a:lnTo>
                  <a:lnTo>
                    <a:pt x="207" y="110"/>
                  </a:lnTo>
                  <a:lnTo>
                    <a:pt x="209" y="110"/>
                  </a:lnTo>
                  <a:lnTo>
                    <a:pt x="213" y="111"/>
                  </a:lnTo>
                  <a:lnTo>
                    <a:pt x="215" y="111"/>
                  </a:lnTo>
                  <a:lnTo>
                    <a:pt x="217" y="111"/>
                  </a:lnTo>
                  <a:lnTo>
                    <a:pt x="218" y="110"/>
                  </a:lnTo>
                  <a:lnTo>
                    <a:pt x="220" y="109"/>
                  </a:lnTo>
                  <a:lnTo>
                    <a:pt x="221" y="108"/>
                  </a:lnTo>
                  <a:lnTo>
                    <a:pt x="232" y="97"/>
                  </a:lnTo>
                  <a:lnTo>
                    <a:pt x="242" y="85"/>
                  </a:lnTo>
                  <a:lnTo>
                    <a:pt x="265" y="53"/>
                  </a:lnTo>
                  <a:lnTo>
                    <a:pt x="265" y="52"/>
                  </a:lnTo>
                  <a:lnTo>
                    <a:pt x="266" y="50"/>
                  </a:lnTo>
                  <a:lnTo>
                    <a:pt x="266" y="50"/>
                  </a:lnTo>
                  <a:lnTo>
                    <a:pt x="267" y="49"/>
                  </a:lnTo>
                  <a:lnTo>
                    <a:pt x="269" y="47"/>
                  </a:lnTo>
                  <a:lnTo>
                    <a:pt x="272" y="45"/>
                  </a:lnTo>
                  <a:lnTo>
                    <a:pt x="274" y="42"/>
                  </a:lnTo>
                  <a:lnTo>
                    <a:pt x="274" y="41"/>
                  </a:lnTo>
                  <a:lnTo>
                    <a:pt x="273" y="41"/>
                  </a:lnTo>
                  <a:lnTo>
                    <a:pt x="273" y="40"/>
                  </a:lnTo>
                  <a:lnTo>
                    <a:pt x="274" y="39"/>
                  </a:lnTo>
                  <a:lnTo>
                    <a:pt x="275" y="38"/>
                  </a:lnTo>
                  <a:lnTo>
                    <a:pt x="276" y="38"/>
                  </a:lnTo>
                  <a:lnTo>
                    <a:pt x="275" y="37"/>
                  </a:lnTo>
                  <a:lnTo>
                    <a:pt x="275" y="36"/>
                  </a:lnTo>
                  <a:lnTo>
                    <a:pt x="276" y="34"/>
                  </a:lnTo>
                  <a:lnTo>
                    <a:pt x="277" y="33"/>
                  </a:lnTo>
                  <a:lnTo>
                    <a:pt x="278" y="32"/>
                  </a:lnTo>
                  <a:lnTo>
                    <a:pt x="279" y="29"/>
                  </a:lnTo>
                  <a:lnTo>
                    <a:pt x="279" y="29"/>
                  </a:lnTo>
                  <a:lnTo>
                    <a:pt x="279" y="28"/>
                  </a:lnTo>
                  <a:lnTo>
                    <a:pt x="279" y="28"/>
                  </a:lnTo>
                  <a:lnTo>
                    <a:pt x="281" y="25"/>
                  </a:lnTo>
                  <a:lnTo>
                    <a:pt x="284" y="22"/>
                  </a:lnTo>
                  <a:lnTo>
                    <a:pt x="287" y="18"/>
                  </a:lnTo>
                  <a:lnTo>
                    <a:pt x="290" y="15"/>
                  </a:lnTo>
                  <a:lnTo>
                    <a:pt x="291" y="15"/>
                  </a:lnTo>
                  <a:lnTo>
                    <a:pt x="291" y="16"/>
                  </a:lnTo>
                  <a:lnTo>
                    <a:pt x="292" y="16"/>
                  </a:lnTo>
                  <a:lnTo>
                    <a:pt x="293" y="14"/>
                  </a:lnTo>
                  <a:lnTo>
                    <a:pt x="294" y="12"/>
                  </a:lnTo>
                  <a:lnTo>
                    <a:pt x="294" y="10"/>
                  </a:lnTo>
                  <a:lnTo>
                    <a:pt x="297" y="8"/>
                  </a:lnTo>
                  <a:lnTo>
                    <a:pt x="298" y="4"/>
                  </a:lnTo>
                  <a:lnTo>
                    <a:pt x="300" y="2"/>
                  </a:lnTo>
                  <a:lnTo>
                    <a:pt x="301" y="1"/>
                  </a:lnTo>
                  <a:lnTo>
                    <a:pt x="301" y="0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1" name="Freeform 124"/>
            <p:cNvSpPr>
              <a:spLocks noEditPoints="1"/>
            </p:cNvSpPr>
            <p:nvPr/>
          </p:nvSpPr>
          <p:spPr bwMode="auto">
            <a:xfrm>
              <a:off x="9914669" y="2432611"/>
              <a:ext cx="402031" cy="549253"/>
            </a:xfrm>
            <a:custGeom>
              <a:avLst/>
              <a:gdLst>
                <a:gd name="T0" fmla="*/ 25 w 71"/>
                <a:gd name="T1" fmla="*/ 87 h 97"/>
                <a:gd name="T2" fmla="*/ 23 w 71"/>
                <a:gd name="T3" fmla="*/ 84 h 97"/>
                <a:gd name="T4" fmla="*/ 47 w 71"/>
                <a:gd name="T5" fmla="*/ 81 h 97"/>
                <a:gd name="T6" fmla="*/ 60 w 71"/>
                <a:gd name="T7" fmla="*/ 75 h 97"/>
                <a:gd name="T8" fmla="*/ 32 w 71"/>
                <a:gd name="T9" fmla="*/ 75 h 97"/>
                <a:gd name="T10" fmla="*/ 9 w 71"/>
                <a:gd name="T11" fmla="*/ 72 h 97"/>
                <a:gd name="T12" fmla="*/ 15 w 71"/>
                <a:gd name="T13" fmla="*/ 73 h 97"/>
                <a:gd name="T14" fmla="*/ 34 w 71"/>
                <a:gd name="T15" fmla="*/ 70 h 97"/>
                <a:gd name="T16" fmla="*/ 60 w 71"/>
                <a:gd name="T17" fmla="*/ 70 h 97"/>
                <a:gd name="T18" fmla="*/ 13 w 71"/>
                <a:gd name="T19" fmla="*/ 68 h 97"/>
                <a:gd name="T20" fmla="*/ 30 w 71"/>
                <a:gd name="T21" fmla="*/ 67 h 97"/>
                <a:gd name="T22" fmla="*/ 37 w 71"/>
                <a:gd name="T23" fmla="*/ 68 h 97"/>
                <a:gd name="T24" fmla="*/ 45 w 71"/>
                <a:gd name="T25" fmla="*/ 63 h 97"/>
                <a:gd name="T26" fmla="*/ 52 w 71"/>
                <a:gd name="T27" fmla="*/ 63 h 97"/>
                <a:gd name="T28" fmla="*/ 28 w 71"/>
                <a:gd name="T29" fmla="*/ 60 h 97"/>
                <a:gd name="T30" fmla="*/ 16 w 71"/>
                <a:gd name="T31" fmla="*/ 61 h 97"/>
                <a:gd name="T32" fmla="*/ 53 w 71"/>
                <a:gd name="T33" fmla="*/ 58 h 97"/>
                <a:gd name="T34" fmla="*/ 21 w 71"/>
                <a:gd name="T35" fmla="*/ 60 h 97"/>
                <a:gd name="T36" fmla="*/ 54 w 71"/>
                <a:gd name="T37" fmla="*/ 57 h 97"/>
                <a:gd name="T38" fmla="*/ 16 w 71"/>
                <a:gd name="T39" fmla="*/ 55 h 97"/>
                <a:gd name="T40" fmla="*/ 62 w 71"/>
                <a:gd name="T41" fmla="*/ 66 h 97"/>
                <a:gd name="T42" fmla="*/ 6 w 71"/>
                <a:gd name="T43" fmla="*/ 57 h 97"/>
                <a:gd name="T44" fmla="*/ 23 w 71"/>
                <a:gd name="T45" fmla="*/ 52 h 97"/>
                <a:gd name="T46" fmla="*/ 29 w 71"/>
                <a:gd name="T47" fmla="*/ 51 h 97"/>
                <a:gd name="T48" fmla="*/ 25 w 71"/>
                <a:gd name="T49" fmla="*/ 54 h 97"/>
                <a:gd name="T50" fmla="*/ 52 w 71"/>
                <a:gd name="T51" fmla="*/ 52 h 97"/>
                <a:gd name="T52" fmla="*/ 61 w 71"/>
                <a:gd name="T53" fmla="*/ 51 h 97"/>
                <a:gd name="T54" fmla="*/ 28 w 71"/>
                <a:gd name="T55" fmla="*/ 50 h 97"/>
                <a:gd name="T56" fmla="*/ 17 w 71"/>
                <a:gd name="T57" fmla="*/ 46 h 97"/>
                <a:gd name="T58" fmla="*/ 27 w 71"/>
                <a:gd name="T59" fmla="*/ 44 h 97"/>
                <a:gd name="T60" fmla="*/ 6 w 71"/>
                <a:gd name="T61" fmla="*/ 45 h 97"/>
                <a:gd name="T62" fmla="*/ 50 w 71"/>
                <a:gd name="T63" fmla="*/ 47 h 97"/>
                <a:gd name="T64" fmla="*/ 58 w 71"/>
                <a:gd name="T65" fmla="*/ 45 h 97"/>
                <a:gd name="T66" fmla="*/ 59 w 71"/>
                <a:gd name="T67" fmla="*/ 39 h 97"/>
                <a:gd name="T68" fmla="*/ 64 w 71"/>
                <a:gd name="T69" fmla="*/ 43 h 97"/>
                <a:gd name="T70" fmla="*/ 47 w 71"/>
                <a:gd name="T71" fmla="*/ 37 h 97"/>
                <a:gd name="T72" fmla="*/ 39 w 71"/>
                <a:gd name="T73" fmla="*/ 39 h 97"/>
                <a:gd name="T74" fmla="*/ 34 w 71"/>
                <a:gd name="T75" fmla="*/ 38 h 97"/>
                <a:gd name="T76" fmla="*/ 58 w 71"/>
                <a:gd name="T77" fmla="*/ 35 h 97"/>
                <a:gd name="T78" fmla="*/ 37 w 71"/>
                <a:gd name="T79" fmla="*/ 36 h 97"/>
                <a:gd name="T80" fmla="*/ 50 w 71"/>
                <a:gd name="T81" fmla="*/ 32 h 97"/>
                <a:gd name="T82" fmla="*/ 22 w 71"/>
                <a:gd name="T83" fmla="*/ 36 h 97"/>
                <a:gd name="T84" fmla="*/ 56 w 71"/>
                <a:gd name="T85" fmla="*/ 33 h 97"/>
                <a:gd name="T86" fmla="*/ 13 w 71"/>
                <a:gd name="T87" fmla="*/ 32 h 97"/>
                <a:gd name="T88" fmla="*/ 13 w 71"/>
                <a:gd name="T89" fmla="*/ 28 h 97"/>
                <a:gd name="T90" fmla="*/ 22 w 71"/>
                <a:gd name="T91" fmla="*/ 32 h 97"/>
                <a:gd name="T92" fmla="*/ 40 w 71"/>
                <a:gd name="T93" fmla="*/ 26 h 97"/>
                <a:gd name="T94" fmla="*/ 29 w 71"/>
                <a:gd name="T95" fmla="*/ 27 h 97"/>
                <a:gd name="T96" fmla="*/ 56 w 71"/>
                <a:gd name="T97" fmla="*/ 22 h 97"/>
                <a:gd name="T98" fmla="*/ 6 w 71"/>
                <a:gd name="T99" fmla="*/ 27 h 97"/>
                <a:gd name="T100" fmla="*/ 37 w 71"/>
                <a:gd name="T101" fmla="*/ 23 h 97"/>
                <a:gd name="T102" fmla="*/ 22 w 71"/>
                <a:gd name="T103" fmla="*/ 16 h 97"/>
                <a:gd name="T104" fmla="*/ 30 w 71"/>
                <a:gd name="T105" fmla="*/ 25 h 97"/>
                <a:gd name="T106" fmla="*/ 61 w 71"/>
                <a:gd name="T107" fmla="*/ 24 h 97"/>
                <a:gd name="T108" fmla="*/ 17 w 71"/>
                <a:gd name="T109" fmla="*/ 15 h 97"/>
                <a:gd name="T110" fmla="*/ 48 w 71"/>
                <a:gd name="T111" fmla="*/ 19 h 97"/>
                <a:gd name="T112" fmla="*/ 27 w 71"/>
                <a:gd name="T113" fmla="*/ 9 h 97"/>
                <a:gd name="T114" fmla="*/ 40 w 71"/>
                <a:gd name="T115" fmla="*/ 10 h 97"/>
                <a:gd name="T116" fmla="*/ 37 w 71"/>
                <a:gd name="T117" fmla="*/ 7 h 97"/>
                <a:gd name="T118" fmla="*/ 34 w 71"/>
                <a:gd name="T119" fmla="*/ 7 h 97"/>
                <a:gd name="T120" fmla="*/ 59 w 71"/>
                <a:gd name="T121" fmla="*/ 9 h 97"/>
                <a:gd name="T122" fmla="*/ 45 w 71"/>
                <a:gd name="T123" fmla="*/ 94 h 97"/>
                <a:gd name="T124" fmla="*/ 35 w 71"/>
                <a:gd name="T125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" h="97">
                  <a:moveTo>
                    <a:pt x="38" y="90"/>
                  </a:moveTo>
                  <a:lnTo>
                    <a:pt x="38" y="91"/>
                  </a:lnTo>
                  <a:lnTo>
                    <a:pt x="37" y="91"/>
                  </a:lnTo>
                  <a:lnTo>
                    <a:pt x="37" y="92"/>
                  </a:lnTo>
                  <a:lnTo>
                    <a:pt x="40" y="91"/>
                  </a:lnTo>
                  <a:lnTo>
                    <a:pt x="42" y="91"/>
                  </a:lnTo>
                  <a:lnTo>
                    <a:pt x="40" y="91"/>
                  </a:lnTo>
                  <a:lnTo>
                    <a:pt x="38" y="90"/>
                  </a:lnTo>
                  <a:close/>
                  <a:moveTo>
                    <a:pt x="30" y="88"/>
                  </a:moveTo>
                  <a:lnTo>
                    <a:pt x="30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8" y="90"/>
                  </a:lnTo>
                  <a:lnTo>
                    <a:pt x="28" y="90"/>
                  </a:lnTo>
                  <a:lnTo>
                    <a:pt x="29" y="91"/>
                  </a:lnTo>
                  <a:lnTo>
                    <a:pt x="30" y="92"/>
                  </a:lnTo>
                  <a:lnTo>
                    <a:pt x="33" y="92"/>
                  </a:lnTo>
                  <a:lnTo>
                    <a:pt x="35" y="91"/>
                  </a:lnTo>
                  <a:lnTo>
                    <a:pt x="33" y="90"/>
                  </a:lnTo>
                  <a:lnTo>
                    <a:pt x="30" y="88"/>
                  </a:lnTo>
                  <a:close/>
                  <a:moveTo>
                    <a:pt x="45" y="87"/>
                  </a:moveTo>
                  <a:lnTo>
                    <a:pt x="44" y="87"/>
                  </a:lnTo>
                  <a:lnTo>
                    <a:pt x="42" y="88"/>
                  </a:lnTo>
                  <a:lnTo>
                    <a:pt x="44" y="87"/>
                  </a:lnTo>
                  <a:lnTo>
                    <a:pt x="45" y="87"/>
                  </a:lnTo>
                  <a:close/>
                  <a:moveTo>
                    <a:pt x="25" y="86"/>
                  </a:moveTo>
                  <a:lnTo>
                    <a:pt x="25" y="86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26" y="87"/>
                  </a:lnTo>
                  <a:lnTo>
                    <a:pt x="26" y="88"/>
                  </a:lnTo>
                  <a:lnTo>
                    <a:pt x="26" y="90"/>
                  </a:lnTo>
                  <a:lnTo>
                    <a:pt x="27" y="90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87"/>
                  </a:lnTo>
                  <a:lnTo>
                    <a:pt x="27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5" y="86"/>
                  </a:lnTo>
                  <a:close/>
                  <a:moveTo>
                    <a:pt x="24" y="83"/>
                  </a:moveTo>
                  <a:lnTo>
                    <a:pt x="24" y="83"/>
                  </a:lnTo>
                  <a:lnTo>
                    <a:pt x="24" y="84"/>
                  </a:lnTo>
                  <a:lnTo>
                    <a:pt x="25" y="84"/>
                  </a:lnTo>
                  <a:lnTo>
                    <a:pt x="25" y="84"/>
                  </a:lnTo>
                  <a:lnTo>
                    <a:pt x="25" y="84"/>
                  </a:lnTo>
                  <a:lnTo>
                    <a:pt x="25" y="84"/>
                  </a:lnTo>
                  <a:lnTo>
                    <a:pt x="25" y="83"/>
                  </a:lnTo>
                  <a:lnTo>
                    <a:pt x="25" y="83"/>
                  </a:lnTo>
                  <a:lnTo>
                    <a:pt x="24" y="83"/>
                  </a:lnTo>
                  <a:close/>
                  <a:moveTo>
                    <a:pt x="22" y="82"/>
                  </a:moveTo>
                  <a:lnTo>
                    <a:pt x="22" y="82"/>
                  </a:lnTo>
                  <a:lnTo>
                    <a:pt x="21" y="82"/>
                  </a:lnTo>
                  <a:lnTo>
                    <a:pt x="22" y="83"/>
                  </a:lnTo>
                  <a:lnTo>
                    <a:pt x="23" y="84"/>
                  </a:lnTo>
                  <a:lnTo>
                    <a:pt x="23" y="83"/>
                  </a:lnTo>
                  <a:lnTo>
                    <a:pt x="22" y="82"/>
                  </a:lnTo>
                  <a:lnTo>
                    <a:pt x="22" y="82"/>
                  </a:lnTo>
                  <a:close/>
                  <a:moveTo>
                    <a:pt x="35" y="81"/>
                  </a:moveTo>
                  <a:lnTo>
                    <a:pt x="35" y="82"/>
                  </a:lnTo>
                  <a:lnTo>
                    <a:pt x="34" y="83"/>
                  </a:lnTo>
                  <a:lnTo>
                    <a:pt x="34" y="84"/>
                  </a:lnTo>
                  <a:lnTo>
                    <a:pt x="35" y="84"/>
                  </a:lnTo>
                  <a:lnTo>
                    <a:pt x="36" y="85"/>
                  </a:lnTo>
                  <a:lnTo>
                    <a:pt x="36" y="85"/>
                  </a:lnTo>
                  <a:lnTo>
                    <a:pt x="37" y="83"/>
                  </a:lnTo>
                  <a:lnTo>
                    <a:pt x="36" y="82"/>
                  </a:lnTo>
                  <a:lnTo>
                    <a:pt x="35" y="81"/>
                  </a:lnTo>
                  <a:close/>
                  <a:moveTo>
                    <a:pt x="41" y="81"/>
                  </a:moveTo>
                  <a:lnTo>
                    <a:pt x="40" y="82"/>
                  </a:lnTo>
                  <a:lnTo>
                    <a:pt x="40" y="84"/>
                  </a:lnTo>
                  <a:lnTo>
                    <a:pt x="41" y="83"/>
                  </a:lnTo>
                  <a:lnTo>
                    <a:pt x="41" y="82"/>
                  </a:lnTo>
                  <a:lnTo>
                    <a:pt x="42" y="81"/>
                  </a:lnTo>
                  <a:lnTo>
                    <a:pt x="42" y="81"/>
                  </a:lnTo>
                  <a:lnTo>
                    <a:pt x="41" y="81"/>
                  </a:lnTo>
                  <a:lnTo>
                    <a:pt x="41" y="81"/>
                  </a:lnTo>
                  <a:close/>
                  <a:moveTo>
                    <a:pt x="47" y="80"/>
                  </a:moveTo>
                  <a:lnTo>
                    <a:pt x="47" y="80"/>
                  </a:lnTo>
                  <a:lnTo>
                    <a:pt x="46" y="81"/>
                  </a:lnTo>
                  <a:lnTo>
                    <a:pt x="46" y="82"/>
                  </a:lnTo>
                  <a:lnTo>
                    <a:pt x="46" y="81"/>
                  </a:lnTo>
                  <a:lnTo>
                    <a:pt x="47" y="81"/>
                  </a:lnTo>
                  <a:lnTo>
                    <a:pt x="47" y="80"/>
                  </a:lnTo>
                  <a:lnTo>
                    <a:pt x="47" y="80"/>
                  </a:lnTo>
                  <a:close/>
                  <a:moveTo>
                    <a:pt x="20" y="79"/>
                  </a:moveTo>
                  <a:lnTo>
                    <a:pt x="20" y="80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0" y="81"/>
                  </a:lnTo>
                  <a:lnTo>
                    <a:pt x="21" y="80"/>
                  </a:lnTo>
                  <a:lnTo>
                    <a:pt x="21" y="79"/>
                  </a:lnTo>
                  <a:lnTo>
                    <a:pt x="20" y="79"/>
                  </a:lnTo>
                  <a:lnTo>
                    <a:pt x="20" y="79"/>
                  </a:lnTo>
                  <a:close/>
                  <a:moveTo>
                    <a:pt x="25" y="76"/>
                  </a:moveTo>
                  <a:lnTo>
                    <a:pt x="25" y="79"/>
                  </a:lnTo>
                  <a:lnTo>
                    <a:pt x="25" y="80"/>
                  </a:lnTo>
                  <a:lnTo>
                    <a:pt x="26" y="81"/>
                  </a:lnTo>
                  <a:lnTo>
                    <a:pt x="26" y="79"/>
                  </a:lnTo>
                  <a:lnTo>
                    <a:pt x="26" y="78"/>
                  </a:lnTo>
                  <a:lnTo>
                    <a:pt x="25" y="76"/>
                  </a:lnTo>
                  <a:close/>
                  <a:moveTo>
                    <a:pt x="59" y="75"/>
                  </a:moveTo>
                  <a:lnTo>
                    <a:pt x="58" y="78"/>
                  </a:lnTo>
                  <a:lnTo>
                    <a:pt x="54" y="80"/>
                  </a:lnTo>
                  <a:lnTo>
                    <a:pt x="52" y="82"/>
                  </a:lnTo>
                  <a:lnTo>
                    <a:pt x="50" y="84"/>
                  </a:lnTo>
                  <a:lnTo>
                    <a:pt x="51" y="84"/>
                  </a:lnTo>
                  <a:lnTo>
                    <a:pt x="52" y="84"/>
                  </a:lnTo>
                  <a:lnTo>
                    <a:pt x="53" y="85"/>
                  </a:lnTo>
                  <a:lnTo>
                    <a:pt x="60" y="76"/>
                  </a:lnTo>
                  <a:lnTo>
                    <a:pt x="60" y="75"/>
                  </a:lnTo>
                  <a:lnTo>
                    <a:pt x="59" y="75"/>
                  </a:lnTo>
                  <a:close/>
                  <a:moveTo>
                    <a:pt x="52" y="75"/>
                  </a:moveTo>
                  <a:lnTo>
                    <a:pt x="50" y="79"/>
                  </a:lnTo>
                  <a:lnTo>
                    <a:pt x="48" y="82"/>
                  </a:lnTo>
                  <a:lnTo>
                    <a:pt x="49" y="82"/>
                  </a:lnTo>
                  <a:lnTo>
                    <a:pt x="49" y="82"/>
                  </a:lnTo>
                  <a:lnTo>
                    <a:pt x="50" y="82"/>
                  </a:lnTo>
                  <a:lnTo>
                    <a:pt x="50" y="80"/>
                  </a:lnTo>
                  <a:lnTo>
                    <a:pt x="51" y="79"/>
                  </a:lnTo>
                  <a:lnTo>
                    <a:pt x="52" y="76"/>
                  </a:lnTo>
                  <a:lnTo>
                    <a:pt x="52" y="75"/>
                  </a:lnTo>
                  <a:close/>
                  <a:moveTo>
                    <a:pt x="44" y="75"/>
                  </a:moveTo>
                  <a:lnTo>
                    <a:pt x="44" y="76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79"/>
                  </a:lnTo>
                  <a:lnTo>
                    <a:pt x="45" y="78"/>
                  </a:lnTo>
                  <a:lnTo>
                    <a:pt x="45" y="75"/>
                  </a:lnTo>
                  <a:lnTo>
                    <a:pt x="45" y="75"/>
                  </a:lnTo>
                  <a:lnTo>
                    <a:pt x="44" y="75"/>
                  </a:lnTo>
                  <a:close/>
                  <a:moveTo>
                    <a:pt x="32" y="75"/>
                  </a:moveTo>
                  <a:lnTo>
                    <a:pt x="30" y="76"/>
                  </a:lnTo>
                  <a:lnTo>
                    <a:pt x="30" y="79"/>
                  </a:lnTo>
                  <a:lnTo>
                    <a:pt x="30" y="80"/>
                  </a:lnTo>
                  <a:lnTo>
                    <a:pt x="32" y="81"/>
                  </a:lnTo>
                  <a:lnTo>
                    <a:pt x="33" y="80"/>
                  </a:lnTo>
                  <a:lnTo>
                    <a:pt x="34" y="79"/>
                  </a:lnTo>
                  <a:lnTo>
                    <a:pt x="32" y="75"/>
                  </a:lnTo>
                  <a:close/>
                  <a:moveTo>
                    <a:pt x="38" y="75"/>
                  </a:moveTo>
                  <a:lnTo>
                    <a:pt x="37" y="79"/>
                  </a:lnTo>
                  <a:lnTo>
                    <a:pt x="37" y="80"/>
                  </a:lnTo>
                  <a:lnTo>
                    <a:pt x="38" y="81"/>
                  </a:lnTo>
                  <a:lnTo>
                    <a:pt x="39" y="78"/>
                  </a:lnTo>
                  <a:lnTo>
                    <a:pt x="39" y="76"/>
                  </a:lnTo>
                  <a:lnTo>
                    <a:pt x="38" y="75"/>
                  </a:lnTo>
                  <a:close/>
                  <a:moveTo>
                    <a:pt x="26" y="74"/>
                  </a:moveTo>
                  <a:lnTo>
                    <a:pt x="26" y="75"/>
                  </a:lnTo>
                  <a:lnTo>
                    <a:pt x="26" y="75"/>
                  </a:lnTo>
                  <a:lnTo>
                    <a:pt x="26" y="75"/>
                  </a:lnTo>
                  <a:lnTo>
                    <a:pt x="26" y="75"/>
                  </a:lnTo>
                  <a:lnTo>
                    <a:pt x="27" y="76"/>
                  </a:lnTo>
                  <a:lnTo>
                    <a:pt x="27" y="76"/>
                  </a:lnTo>
                  <a:lnTo>
                    <a:pt x="27" y="75"/>
                  </a:lnTo>
                  <a:lnTo>
                    <a:pt x="26" y="74"/>
                  </a:lnTo>
                  <a:lnTo>
                    <a:pt x="26" y="74"/>
                  </a:lnTo>
                  <a:close/>
                  <a:moveTo>
                    <a:pt x="57" y="73"/>
                  </a:moveTo>
                  <a:lnTo>
                    <a:pt x="56" y="74"/>
                  </a:lnTo>
                  <a:lnTo>
                    <a:pt x="54" y="76"/>
                  </a:lnTo>
                  <a:lnTo>
                    <a:pt x="54" y="78"/>
                  </a:lnTo>
                  <a:lnTo>
                    <a:pt x="56" y="76"/>
                  </a:lnTo>
                  <a:lnTo>
                    <a:pt x="57" y="75"/>
                  </a:lnTo>
                  <a:lnTo>
                    <a:pt x="58" y="73"/>
                  </a:lnTo>
                  <a:lnTo>
                    <a:pt x="58" y="73"/>
                  </a:lnTo>
                  <a:lnTo>
                    <a:pt x="58" y="73"/>
                  </a:lnTo>
                  <a:lnTo>
                    <a:pt x="57" y="73"/>
                  </a:lnTo>
                  <a:close/>
                  <a:moveTo>
                    <a:pt x="9" y="72"/>
                  </a:moveTo>
                  <a:lnTo>
                    <a:pt x="10" y="76"/>
                  </a:lnTo>
                  <a:lnTo>
                    <a:pt x="12" y="80"/>
                  </a:lnTo>
                  <a:lnTo>
                    <a:pt x="15" y="83"/>
                  </a:lnTo>
                  <a:lnTo>
                    <a:pt x="15" y="82"/>
                  </a:lnTo>
                  <a:lnTo>
                    <a:pt x="14" y="81"/>
                  </a:lnTo>
                  <a:lnTo>
                    <a:pt x="14" y="80"/>
                  </a:lnTo>
                  <a:lnTo>
                    <a:pt x="13" y="79"/>
                  </a:lnTo>
                  <a:lnTo>
                    <a:pt x="12" y="78"/>
                  </a:lnTo>
                  <a:lnTo>
                    <a:pt x="11" y="75"/>
                  </a:lnTo>
                  <a:lnTo>
                    <a:pt x="10" y="73"/>
                  </a:lnTo>
                  <a:lnTo>
                    <a:pt x="9" y="72"/>
                  </a:lnTo>
                  <a:close/>
                  <a:moveTo>
                    <a:pt x="50" y="72"/>
                  </a:moveTo>
                  <a:lnTo>
                    <a:pt x="50" y="73"/>
                  </a:lnTo>
                  <a:lnTo>
                    <a:pt x="49" y="74"/>
                  </a:lnTo>
                  <a:lnTo>
                    <a:pt x="48" y="76"/>
                  </a:lnTo>
                  <a:lnTo>
                    <a:pt x="49" y="78"/>
                  </a:lnTo>
                  <a:lnTo>
                    <a:pt x="50" y="76"/>
                  </a:lnTo>
                  <a:lnTo>
                    <a:pt x="51" y="74"/>
                  </a:lnTo>
                  <a:lnTo>
                    <a:pt x="51" y="73"/>
                  </a:lnTo>
                  <a:lnTo>
                    <a:pt x="50" y="72"/>
                  </a:lnTo>
                  <a:close/>
                  <a:moveTo>
                    <a:pt x="13" y="71"/>
                  </a:moveTo>
                  <a:lnTo>
                    <a:pt x="13" y="73"/>
                  </a:lnTo>
                  <a:lnTo>
                    <a:pt x="14" y="73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6" y="75"/>
                  </a:lnTo>
                  <a:lnTo>
                    <a:pt x="15" y="74"/>
                  </a:lnTo>
                  <a:lnTo>
                    <a:pt x="15" y="73"/>
                  </a:lnTo>
                  <a:lnTo>
                    <a:pt x="14" y="71"/>
                  </a:lnTo>
                  <a:lnTo>
                    <a:pt x="13" y="71"/>
                  </a:lnTo>
                  <a:close/>
                  <a:moveTo>
                    <a:pt x="28" y="70"/>
                  </a:moveTo>
                  <a:lnTo>
                    <a:pt x="27" y="71"/>
                  </a:lnTo>
                  <a:lnTo>
                    <a:pt x="27" y="72"/>
                  </a:lnTo>
                  <a:lnTo>
                    <a:pt x="27" y="73"/>
                  </a:lnTo>
                  <a:lnTo>
                    <a:pt x="28" y="74"/>
                  </a:lnTo>
                  <a:lnTo>
                    <a:pt x="28" y="76"/>
                  </a:lnTo>
                  <a:lnTo>
                    <a:pt x="29" y="75"/>
                  </a:lnTo>
                  <a:lnTo>
                    <a:pt x="29" y="74"/>
                  </a:lnTo>
                  <a:lnTo>
                    <a:pt x="29" y="72"/>
                  </a:lnTo>
                  <a:lnTo>
                    <a:pt x="29" y="71"/>
                  </a:lnTo>
                  <a:lnTo>
                    <a:pt x="28" y="70"/>
                  </a:lnTo>
                  <a:close/>
                  <a:moveTo>
                    <a:pt x="24" y="70"/>
                  </a:moveTo>
                  <a:lnTo>
                    <a:pt x="24" y="71"/>
                  </a:lnTo>
                  <a:lnTo>
                    <a:pt x="25" y="72"/>
                  </a:lnTo>
                  <a:lnTo>
                    <a:pt x="25" y="71"/>
                  </a:lnTo>
                  <a:lnTo>
                    <a:pt x="24" y="70"/>
                  </a:lnTo>
                  <a:close/>
                  <a:moveTo>
                    <a:pt x="41" y="70"/>
                  </a:moveTo>
                  <a:lnTo>
                    <a:pt x="40" y="71"/>
                  </a:lnTo>
                  <a:lnTo>
                    <a:pt x="40" y="72"/>
                  </a:lnTo>
                  <a:lnTo>
                    <a:pt x="39" y="73"/>
                  </a:lnTo>
                  <a:lnTo>
                    <a:pt x="40" y="74"/>
                  </a:lnTo>
                  <a:lnTo>
                    <a:pt x="41" y="74"/>
                  </a:lnTo>
                  <a:lnTo>
                    <a:pt x="41" y="73"/>
                  </a:lnTo>
                  <a:lnTo>
                    <a:pt x="41" y="71"/>
                  </a:lnTo>
                  <a:lnTo>
                    <a:pt x="41" y="70"/>
                  </a:lnTo>
                  <a:close/>
                  <a:moveTo>
                    <a:pt x="34" y="70"/>
                  </a:moveTo>
                  <a:lnTo>
                    <a:pt x="34" y="71"/>
                  </a:lnTo>
                  <a:lnTo>
                    <a:pt x="34" y="73"/>
                  </a:lnTo>
                  <a:lnTo>
                    <a:pt x="34" y="74"/>
                  </a:lnTo>
                  <a:lnTo>
                    <a:pt x="35" y="75"/>
                  </a:lnTo>
                  <a:lnTo>
                    <a:pt x="37" y="73"/>
                  </a:lnTo>
                  <a:lnTo>
                    <a:pt x="36" y="72"/>
                  </a:lnTo>
                  <a:lnTo>
                    <a:pt x="35" y="70"/>
                  </a:lnTo>
                  <a:lnTo>
                    <a:pt x="34" y="70"/>
                  </a:lnTo>
                  <a:close/>
                  <a:moveTo>
                    <a:pt x="20" y="69"/>
                  </a:moveTo>
                  <a:lnTo>
                    <a:pt x="20" y="70"/>
                  </a:lnTo>
                  <a:lnTo>
                    <a:pt x="20" y="71"/>
                  </a:lnTo>
                  <a:lnTo>
                    <a:pt x="20" y="72"/>
                  </a:lnTo>
                  <a:lnTo>
                    <a:pt x="20" y="72"/>
                  </a:lnTo>
                  <a:lnTo>
                    <a:pt x="20" y="71"/>
                  </a:lnTo>
                  <a:lnTo>
                    <a:pt x="20" y="71"/>
                  </a:lnTo>
                  <a:lnTo>
                    <a:pt x="20" y="71"/>
                  </a:lnTo>
                  <a:lnTo>
                    <a:pt x="21" y="71"/>
                  </a:lnTo>
                  <a:lnTo>
                    <a:pt x="21" y="70"/>
                  </a:lnTo>
                  <a:lnTo>
                    <a:pt x="21" y="69"/>
                  </a:lnTo>
                  <a:lnTo>
                    <a:pt x="20" y="69"/>
                  </a:lnTo>
                  <a:close/>
                  <a:moveTo>
                    <a:pt x="59" y="68"/>
                  </a:moveTo>
                  <a:lnTo>
                    <a:pt x="59" y="69"/>
                  </a:lnTo>
                  <a:lnTo>
                    <a:pt x="59" y="69"/>
                  </a:lnTo>
                  <a:lnTo>
                    <a:pt x="59" y="70"/>
                  </a:lnTo>
                  <a:lnTo>
                    <a:pt x="59" y="71"/>
                  </a:lnTo>
                  <a:lnTo>
                    <a:pt x="59" y="71"/>
                  </a:lnTo>
                  <a:lnTo>
                    <a:pt x="60" y="71"/>
                  </a:lnTo>
                  <a:lnTo>
                    <a:pt x="60" y="70"/>
                  </a:lnTo>
                  <a:lnTo>
                    <a:pt x="60" y="69"/>
                  </a:lnTo>
                  <a:lnTo>
                    <a:pt x="59" y="68"/>
                  </a:lnTo>
                  <a:close/>
                  <a:moveTo>
                    <a:pt x="48" y="68"/>
                  </a:moveTo>
                  <a:lnTo>
                    <a:pt x="47" y="71"/>
                  </a:lnTo>
                  <a:lnTo>
                    <a:pt x="46" y="73"/>
                  </a:lnTo>
                  <a:lnTo>
                    <a:pt x="46" y="73"/>
                  </a:lnTo>
                  <a:lnTo>
                    <a:pt x="47" y="73"/>
                  </a:lnTo>
                  <a:lnTo>
                    <a:pt x="47" y="74"/>
                  </a:lnTo>
                  <a:lnTo>
                    <a:pt x="48" y="73"/>
                  </a:lnTo>
                  <a:lnTo>
                    <a:pt x="48" y="72"/>
                  </a:lnTo>
                  <a:lnTo>
                    <a:pt x="49" y="70"/>
                  </a:lnTo>
                  <a:lnTo>
                    <a:pt x="49" y="69"/>
                  </a:lnTo>
                  <a:lnTo>
                    <a:pt x="48" y="68"/>
                  </a:lnTo>
                  <a:close/>
                  <a:moveTo>
                    <a:pt x="53" y="68"/>
                  </a:moveTo>
                  <a:lnTo>
                    <a:pt x="53" y="69"/>
                  </a:lnTo>
                  <a:lnTo>
                    <a:pt x="53" y="69"/>
                  </a:lnTo>
                  <a:lnTo>
                    <a:pt x="53" y="71"/>
                  </a:lnTo>
                  <a:lnTo>
                    <a:pt x="54" y="70"/>
                  </a:lnTo>
                  <a:lnTo>
                    <a:pt x="54" y="69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53" y="68"/>
                  </a:lnTo>
                  <a:close/>
                  <a:moveTo>
                    <a:pt x="11" y="67"/>
                  </a:moveTo>
                  <a:lnTo>
                    <a:pt x="11" y="68"/>
                  </a:lnTo>
                  <a:lnTo>
                    <a:pt x="11" y="69"/>
                  </a:lnTo>
                  <a:lnTo>
                    <a:pt x="12" y="70"/>
                  </a:lnTo>
                  <a:lnTo>
                    <a:pt x="12" y="69"/>
                  </a:lnTo>
                  <a:lnTo>
                    <a:pt x="13" y="68"/>
                  </a:lnTo>
                  <a:lnTo>
                    <a:pt x="11" y="67"/>
                  </a:lnTo>
                  <a:close/>
                  <a:moveTo>
                    <a:pt x="25" y="67"/>
                  </a:moveTo>
                  <a:lnTo>
                    <a:pt x="25" y="68"/>
                  </a:lnTo>
                  <a:lnTo>
                    <a:pt x="25" y="69"/>
                  </a:lnTo>
                  <a:lnTo>
                    <a:pt x="26" y="70"/>
                  </a:lnTo>
                  <a:lnTo>
                    <a:pt x="26" y="69"/>
                  </a:lnTo>
                  <a:lnTo>
                    <a:pt x="26" y="68"/>
                  </a:lnTo>
                  <a:lnTo>
                    <a:pt x="26" y="67"/>
                  </a:lnTo>
                  <a:lnTo>
                    <a:pt x="25" y="67"/>
                  </a:lnTo>
                  <a:close/>
                  <a:moveTo>
                    <a:pt x="22" y="66"/>
                  </a:moveTo>
                  <a:lnTo>
                    <a:pt x="22" y="66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8"/>
                  </a:lnTo>
                  <a:lnTo>
                    <a:pt x="23" y="67"/>
                  </a:lnTo>
                  <a:lnTo>
                    <a:pt x="23" y="66"/>
                  </a:lnTo>
                  <a:lnTo>
                    <a:pt x="22" y="66"/>
                  </a:lnTo>
                  <a:close/>
                  <a:moveTo>
                    <a:pt x="4" y="66"/>
                  </a:moveTo>
                  <a:lnTo>
                    <a:pt x="5" y="66"/>
                  </a:lnTo>
                  <a:lnTo>
                    <a:pt x="5" y="67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5" y="66"/>
                  </a:lnTo>
                  <a:lnTo>
                    <a:pt x="4" y="66"/>
                  </a:lnTo>
                  <a:close/>
                  <a:moveTo>
                    <a:pt x="32" y="64"/>
                  </a:moveTo>
                  <a:lnTo>
                    <a:pt x="30" y="64"/>
                  </a:lnTo>
                  <a:lnTo>
                    <a:pt x="30" y="66"/>
                  </a:lnTo>
                  <a:lnTo>
                    <a:pt x="30" y="67"/>
                  </a:lnTo>
                  <a:lnTo>
                    <a:pt x="30" y="68"/>
                  </a:lnTo>
                  <a:lnTo>
                    <a:pt x="32" y="69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7"/>
                  </a:lnTo>
                  <a:lnTo>
                    <a:pt x="32" y="66"/>
                  </a:lnTo>
                  <a:lnTo>
                    <a:pt x="32" y="64"/>
                  </a:lnTo>
                  <a:close/>
                  <a:moveTo>
                    <a:pt x="17" y="64"/>
                  </a:moveTo>
                  <a:lnTo>
                    <a:pt x="16" y="67"/>
                  </a:lnTo>
                  <a:lnTo>
                    <a:pt x="16" y="68"/>
                  </a:lnTo>
                  <a:lnTo>
                    <a:pt x="16" y="68"/>
                  </a:lnTo>
                  <a:lnTo>
                    <a:pt x="17" y="68"/>
                  </a:lnTo>
                  <a:lnTo>
                    <a:pt x="17" y="68"/>
                  </a:lnTo>
                  <a:lnTo>
                    <a:pt x="18" y="67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17" y="64"/>
                  </a:lnTo>
                  <a:lnTo>
                    <a:pt x="17" y="64"/>
                  </a:lnTo>
                  <a:close/>
                  <a:moveTo>
                    <a:pt x="66" y="64"/>
                  </a:moveTo>
                  <a:lnTo>
                    <a:pt x="66" y="66"/>
                  </a:lnTo>
                  <a:lnTo>
                    <a:pt x="66" y="67"/>
                  </a:lnTo>
                  <a:lnTo>
                    <a:pt x="66" y="67"/>
                  </a:lnTo>
                  <a:lnTo>
                    <a:pt x="66" y="66"/>
                  </a:lnTo>
                  <a:lnTo>
                    <a:pt x="66" y="64"/>
                  </a:lnTo>
                  <a:close/>
                  <a:moveTo>
                    <a:pt x="37" y="64"/>
                  </a:moveTo>
                  <a:lnTo>
                    <a:pt x="36" y="66"/>
                  </a:lnTo>
                  <a:lnTo>
                    <a:pt x="37" y="67"/>
                  </a:lnTo>
                  <a:lnTo>
                    <a:pt x="37" y="68"/>
                  </a:lnTo>
                  <a:lnTo>
                    <a:pt x="38" y="69"/>
                  </a:lnTo>
                  <a:lnTo>
                    <a:pt x="37" y="69"/>
                  </a:lnTo>
                  <a:lnTo>
                    <a:pt x="38" y="70"/>
                  </a:lnTo>
                  <a:lnTo>
                    <a:pt x="37" y="70"/>
                  </a:lnTo>
                  <a:lnTo>
                    <a:pt x="38" y="70"/>
                  </a:lnTo>
                  <a:lnTo>
                    <a:pt x="39" y="69"/>
                  </a:lnTo>
                  <a:lnTo>
                    <a:pt x="39" y="68"/>
                  </a:lnTo>
                  <a:lnTo>
                    <a:pt x="38" y="66"/>
                  </a:lnTo>
                  <a:lnTo>
                    <a:pt x="37" y="64"/>
                  </a:lnTo>
                  <a:close/>
                  <a:moveTo>
                    <a:pt x="26" y="63"/>
                  </a:moveTo>
                  <a:lnTo>
                    <a:pt x="27" y="63"/>
                  </a:lnTo>
                  <a:lnTo>
                    <a:pt x="27" y="64"/>
                  </a:lnTo>
                  <a:lnTo>
                    <a:pt x="27" y="66"/>
                  </a:lnTo>
                  <a:lnTo>
                    <a:pt x="28" y="66"/>
                  </a:lnTo>
                  <a:lnTo>
                    <a:pt x="28" y="64"/>
                  </a:lnTo>
                  <a:lnTo>
                    <a:pt x="27" y="63"/>
                  </a:lnTo>
                  <a:lnTo>
                    <a:pt x="26" y="63"/>
                  </a:lnTo>
                  <a:close/>
                  <a:moveTo>
                    <a:pt x="57" y="63"/>
                  </a:moveTo>
                  <a:lnTo>
                    <a:pt x="56" y="63"/>
                  </a:lnTo>
                  <a:lnTo>
                    <a:pt x="56" y="64"/>
                  </a:lnTo>
                  <a:lnTo>
                    <a:pt x="56" y="66"/>
                  </a:lnTo>
                  <a:lnTo>
                    <a:pt x="56" y="66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3"/>
                  </a:lnTo>
                  <a:lnTo>
                    <a:pt x="57" y="63"/>
                  </a:lnTo>
                  <a:close/>
                  <a:moveTo>
                    <a:pt x="45" y="63"/>
                  </a:moveTo>
                  <a:lnTo>
                    <a:pt x="44" y="64"/>
                  </a:lnTo>
                  <a:lnTo>
                    <a:pt x="42" y="66"/>
                  </a:lnTo>
                  <a:lnTo>
                    <a:pt x="42" y="68"/>
                  </a:lnTo>
                  <a:lnTo>
                    <a:pt x="44" y="69"/>
                  </a:lnTo>
                  <a:lnTo>
                    <a:pt x="45" y="68"/>
                  </a:lnTo>
                  <a:lnTo>
                    <a:pt x="46" y="67"/>
                  </a:lnTo>
                  <a:lnTo>
                    <a:pt x="46" y="66"/>
                  </a:lnTo>
                  <a:lnTo>
                    <a:pt x="46" y="64"/>
                  </a:lnTo>
                  <a:lnTo>
                    <a:pt x="46" y="63"/>
                  </a:lnTo>
                  <a:lnTo>
                    <a:pt x="45" y="63"/>
                  </a:lnTo>
                  <a:close/>
                  <a:moveTo>
                    <a:pt x="51" y="62"/>
                  </a:moveTo>
                  <a:lnTo>
                    <a:pt x="50" y="62"/>
                  </a:lnTo>
                  <a:lnTo>
                    <a:pt x="50" y="63"/>
                  </a:lnTo>
                  <a:lnTo>
                    <a:pt x="51" y="64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50" y="67"/>
                  </a:lnTo>
                  <a:lnTo>
                    <a:pt x="50" y="68"/>
                  </a:lnTo>
                  <a:lnTo>
                    <a:pt x="51" y="67"/>
                  </a:lnTo>
                  <a:lnTo>
                    <a:pt x="50" y="67"/>
                  </a:lnTo>
                  <a:lnTo>
                    <a:pt x="50" y="66"/>
                  </a:lnTo>
                  <a:lnTo>
                    <a:pt x="51" y="66"/>
                  </a:lnTo>
                  <a:lnTo>
                    <a:pt x="51" y="67"/>
                  </a:lnTo>
                  <a:lnTo>
                    <a:pt x="52" y="66"/>
                  </a:lnTo>
                  <a:lnTo>
                    <a:pt x="52" y="64"/>
                  </a:lnTo>
                  <a:lnTo>
                    <a:pt x="52" y="63"/>
                  </a:lnTo>
                  <a:lnTo>
                    <a:pt x="51" y="62"/>
                  </a:lnTo>
                  <a:close/>
                  <a:moveTo>
                    <a:pt x="33" y="62"/>
                  </a:moveTo>
                  <a:lnTo>
                    <a:pt x="33" y="64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4" y="66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3"/>
                  </a:lnTo>
                  <a:lnTo>
                    <a:pt x="33" y="62"/>
                  </a:lnTo>
                  <a:close/>
                  <a:moveTo>
                    <a:pt x="23" y="62"/>
                  </a:moveTo>
                  <a:lnTo>
                    <a:pt x="23" y="63"/>
                  </a:lnTo>
                  <a:lnTo>
                    <a:pt x="23" y="64"/>
                  </a:lnTo>
                  <a:lnTo>
                    <a:pt x="24" y="66"/>
                  </a:lnTo>
                  <a:lnTo>
                    <a:pt x="24" y="64"/>
                  </a:lnTo>
                  <a:lnTo>
                    <a:pt x="24" y="64"/>
                  </a:lnTo>
                  <a:lnTo>
                    <a:pt x="24" y="63"/>
                  </a:lnTo>
                  <a:lnTo>
                    <a:pt x="24" y="63"/>
                  </a:lnTo>
                  <a:lnTo>
                    <a:pt x="24" y="62"/>
                  </a:lnTo>
                  <a:lnTo>
                    <a:pt x="23" y="62"/>
                  </a:lnTo>
                  <a:close/>
                  <a:moveTo>
                    <a:pt x="28" y="60"/>
                  </a:moveTo>
                  <a:lnTo>
                    <a:pt x="27" y="61"/>
                  </a:lnTo>
                  <a:lnTo>
                    <a:pt x="27" y="62"/>
                  </a:lnTo>
                  <a:lnTo>
                    <a:pt x="28" y="63"/>
                  </a:lnTo>
                  <a:lnTo>
                    <a:pt x="29" y="64"/>
                  </a:lnTo>
                  <a:lnTo>
                    <a:pt x="29" y="62"/>
                  </a:lnTo>
                  <a:lnTo>
                    <a:pt x="29" y="61"/>
                  </a:lnTo>
                  <a:lnTo>
                    <a:pt x="28" y="60"/>
                  </a:lnTo>
                  <a:close/>
                  <a:moveTo>
                    <a:pt x="34" y="59"/>
                  </a:moveTo>
                  <a:lnTo>
                    <a:pt x="34" y="60"/>
                  </a:lnTo>
                  <a:lnTo>
                    <a:pt x="34" y="60"/>
                  </a:lnTo>
                  <a:lnTo>
                    <a:pt x="34" y="61"/>
                  </a:lnTo>
                  <a:lnTo>
                    <a:pt x="34" y="62"/>
                  </a:lnTo>
                  <a:lnTo>
                    <a:pt x="35" y="63"/>
                  </a:lnTo>
                  <a:lnTo>
                    <a:pt x="35" y="64"/>
                  </a:lnTo>
                  <a:lnTo>
                    <a:pt x="36" y="62"/>
                  </a:lnTo>
                  <a:lnTo>
                    <a:pt x="36" y="61"/>
                  </a:lnTo>
                  <a:lnTo>
                    <a:pt x="35" y="60"/>
                  </a:lnTo>
                  <a:lnTo>
                    <a:pt x="34" y="59"/>
                  </a:lnTo>
                  <a:close/>
                  <a:moveTo>
                    <a:pt x="25" y="59"/>
                  </a:moveTo>
                  <a:lnTo>
                    <a:pt x="25" y="60"/>
                  </a:lnTo>
                  <a:lnTo>
                    <a:pt x="25" y="61"/>
                  </a:lnTo>
                  <a:lnTo>
                    <a:pt x="25" y="61"/>
                  </a:lnTo>
                  <a:lnTo>
                    <a:pt x="25" y="61"/>
                  </a:lnTo>
                  <a:lnTo>
                    <a:pt x="25" y="61"/>
                  </a:lnTo>
                  <a:lnTo>
                    <a:pt x="26" y="61"/>
                  </a:lnTo>
                  <a:lnTo>
                    <a:pt x="26" y="61"/>
                  </a:lnTo>
                  <a:lnTo>
                    <a:pt x="25" y="60"/>
                  </a:lnTo>
                  <a:lnTo>
                    <a:pt x="25" y="59"/>
                  </a:lnTo>
                  <a:close/>
                  <a:moveTo>
                    <a:pt x="15" y="59"/>
                  </a:moveTo>
                  <a:lnTo>
                    <a:pt x="14" y="60"/>
                  </a:lnTo>
                  <a:lnTo>
                    <a:pt x="14" y="62"/>
                  </a:lnTo>
                  <a:lnTo>
                    <a:pt x="14" y="63"/>
                  </a:lnTo>
                  <a:lnTo>
                    <a:pt x="15" y="64"/>
                  </a:lnTo>
                  <a:lnTo>
                    <a:pt x="15" y="63"/>
                  </a:lnTo>
                  <a:lnTo>
                    <a:pt x="16" y="61"/>
                  </a:lnTo>
                  <a:lnTo>
                    <a:pt x="15" y="61"/>
                  </a:lnTo>
                  <a:lnTo>
                    <a:pt x="15" y="60"/>
                  </a:lnTo>
                  <a:lnTo>
                    <a:pt x="15" y="59"/>
                  </a:lnTo>
                  <a:close/>
                  <a:moveTo>
                    <a:pt x="9" y="59"/>
                  </a:moveTo>
                  <a:lnTo>
                    <a:pt x="9" y="61"/>
                  </a:lnTo>
                  <a:lnTo>
                    <a:pt x="8" y="62"/>
                  </a:lnTo>
                  <a:lnTo>
                    <a:pt x="9" y="63"/>
                  </a:lnTo>
                  <a:lnTo>
                    <a:pt x="10" y="64"/>
                  </a:lnTo>
                  <a:lnTo>
                    <a:pt x="11" y="66"/>
                  </a:lnTo>
                  <a:lnTo>
                    <a:pt x="12" y="66"/>
                  </a:lnTo>
                  <a:lnTo>
                    <a:pt x="11" y="64"/>
                  </a:lnTo>
                  <a:lnTo>
                    <a:pt x="10" y="64"/>
                  </a:lnTo>
                  <a:lnTo>
                    <a:pt x="10" y="63"/>
                  </a:lnTo>
                  <a:lnTo>
                    <a:pt x="11" y="62"/>
                  </a:lnTo>
                  <a:lnTo>
                    <a:pt x="11" y="61"/>
                  </a:lnTo>
                  <a:lnTo>
                    <a:pt x="10" y="60"/>
                  </a:lnTo>
                  <a:lnTo>
                    <a:pt x="9" y="59"/>
                  </a:lnTo>
                  <a:close/>
                  <a:moveTo>
                    <a:pt x="59" y="59"/>
                  </a:moveTo>
                  <a:lnTo>
                    <a:pt x="59" y="59"/>
                  </a:lnTo>
                  <a:lnTo>
                    <a:pt x="59" y="59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60" y="60"/>
                  </a:lnTo>
                  <a:lnTo>
                    <a:pt x="60" y="60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59" y="59"/>
                  </a:lnTo>
                  <a:close/>
                  <a:moveTo>
                    <a:pt x="53" y="58"/>
                  </a:moveTo>
                  <a:lnTo>
                    <a:pt x="52" y="59"/>
                  </a:lnTo>
                  <a:lnTo>
                    <a:pt x="53" y="61"/>
                  </a:lnTo>
                  <a:lnTo>
                    <a:pt x="53" y="62"/>
                  </a:lnTo>
                  <a:lnTo>
                    <a:pt x="54" y="61"/>
                  </a:lnTo>
                  <a:lnTo>
                    <a:pt x="54" y="60"/>
                  </a:lnTo>
                  <a:lnTo>
                    <a:pt x="54" y="59"/>
                  </a:lnTo>
                  <a:lnTo>
                    <a:pt x="53" y="58"/>
                  </a:lnTo>
                  <a:close/>
                  <a:moveTo>
                    <a:pt x="48" y="58"/>
                  </a:moveTo>
                  <a:lnTo>
                    <a:pt x="47" y="59"/>
                  </a:lnTo>
                  <a:lnTo>
                    <a:pt x="46" y="61"/>
                  </a:lnTo>
                  <a:lnTo>
                    <a:pt x="47" y="62"/>
                  </a:lnTo>
                  <a:lnTo>
                    <a:pt x="48" y="63"/>
                  </a:lnTo>
                  <a:lnTo>
                    <a:pt x="49" y="61"/>
                  </a:lnTo>
                  <a:lnTo>
                    <a:pt x="49" y="60"/>
                  </a:lnTo>
                  <a:lnTo>
                    <a:pt x="49" y="59"/>
                  </a:lnTo>
                  <a:lnTo>
                    <a:pt x="48" y="58"/>
                  </a:lnTo>
                  <a:close/>
                  <a:moveTo>
                    <a:pt x="29" y="58"/>
                  </a:moveTo>
                  <a:lnTo>
                    <a:pt x="29" y="59"/>
                  </a:lnTo>
                  <a:lnTo>
                    <a:pt x="30" y="59"/>
                  </a:lnTo>
                  <a:lnTo>
                    <a:pt x="30" y="60"/>
                  </a:lnTo>
                  <a:lnTo>
                    <a:pt x="32" y="60"/>
                  </a:lnTo>
                  <a:lnTo>
                    <a:pt x="32" y="59"/>
                  </a:lnTo>
                  <a:lnTo>
                    <a:pt x="30" y="58"/>
                  </a:lnTo>
                  <a:lnTo>
                    <a:pt x="29" y="58"/>
                  </a:lnTo>
                  <a:close/>
                  <a:moveTo>
                    <a:pt x="21" y="58"/>
                  </a:moveTo>
                  <a:lnTo>
                    <a:pt x="21" y="59"/>
                  </a:lnTo>
                  <a:lnTo>
                    <a:pt x="21" y="59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20" y="60"/>
                  </a:lnTo>
                  <a:lnTo>
                    <a:pt x="20" y="60"/>
                  </a:lnTo>
                  <a:lnTo>
                    <a:pt x="18" y="61"/>
                  </a:lnTo>
                  <a:lnTo>
                    <a:pt x="20" y="63"/>
                  </a:lnTo>
                  <a:lnTo>
                    <a:pt x="21" y="62"/>
                  </a:lnTo>
                  <a:lnTo>
                    <a:pt x="21" y="61"/>
                  </a:lnTo>
                  <a:lnTo>
                    <a:pt x="22" y="60"/>
                  </a:lnTo>
                  <a:lnTo>
                    <a:pt x="22" y="59"/>
                  </a:lnTo>
                  <a:lnTo>
                    <a:pt x="21" y="58"/>
                  </a:lnTo>
                  <a:close/>
                  <a:moveTo>
                    <a:pt x="41" y="57"/>
                  </a:moveTo>
                  <a:lnTo>
                    <a:pt x="39" y="60"/>
                  </a:lnTo>
                  <a:lnTo>
                    <a:pt x="38" y="62"/>
                  </a:lnTo>
                  <a:lnTo>
                    <a:pt x="39" y="64"/>
                  </a:lnTo>
                  <a:lnTo>
                    <a:pt x="41" y="66"/>
                  </a:lnTo>
                  <a:lnTo>
                    <a:pt x="42" y="63"/>
                  </a:lnTo>
                  <a:lnTo>
                    <a:pt x="44" y="61"/>
                  </a:lnTo>
                  <a:lnTo>
                    <a:pt x="41" y="57"/>
                  </a:lnTo>
                  <a:close/>
                  <a:moveTo>
                    <a:pt x="26" y="57"/>
                  </a:moveTo>
                  <a:lnTo>
                    <a:pt x="25" y="58"/>
                  </a:lnTo>
                  <a:lnTo>
                    <a:pt x="26" y="59"/>
                  </a:lnTo>
                  <a:lnTo>
                    <a:pt x="26" y="60"/>
                  </a:lnTo>
                  <a:lnTo>
                    <a:pt x="27" y="59"/>
                  </a:lnTo>
                  <a:lnTo>
                    <a:pt x="26" y="58"/>
                  </a:lnTo>
                  <a:lnTo>
                    <a:pt x="26" y="57"/>
                  </a:lnTo>
                  <a:close/>
                  <a:moveTo>
                    <a:pt x="56" y="55"/>
                  </a:moveTo>
                  <a:lnTo>
                    <a:pt x="54" y="56"/>
                  </a:lnTo>
                  <a:lnTo>
                    <a:pt x="54" y="57"/>
                  </a:lnTo>
                  <a:lnTo>
                    <a:pt x="56" y="58"/>
                  </a:lnTo>
                  <a:lnTo>
                    <a:pt x="57" y="58"/>
                  </a:lnTo>
                  <a:lnTo>
                    <a:pt x="57" y="58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56" y="55"/>
                  </a:lnTo>
                  <a:close/>
                  <a:moveTo>
                    <a:pt x="30" y="55"/>
                  </a:moveTo>
                  <a:lnTo>
                    <a:pt x="30" y="57"/>
                  </a:lnTo>
                  <a:lnTo>
                    <a:pt x="32" y="58"/>
                  </a:lnTo>
                  <a:lnTo>
                    <a:pt x="33" y="59"/>
                  </a:lnTo>
                  <a:lnTo>
                    <a:pt x="33" y="58"/>
                  </a:lnTo>
                  <a:lnTo>
                    <a:pt x="33" y="58"/>
                  </a:lnTo>
                  <a:lnTo>
                    <a:pt x="33" y="57"/>
                  </a:lnTo>
                  <a:lnTo>
                    <a:pt x="33" y="57"/>
                  </a:lnTo>
                  <a:lnTo>
                    <a:pt x="32" y="56"/>
                  </a:lnTo>
                  <a:lnTo>
                    <a:pt x="32" y="55"/>
                  </a:lnTo>
                  <a:lnTo>
                    <a:pt x="30" y="55"/>
                  </a:lnTo>
                  <a:close/>
                  <a:moveTo>
                    <a:pt x="16" y="55"/>
                  </a:moveTo>
                  <a:lnTo>
                    <a:pt x="16" y="57"/>
                  </a:lnTo>
                  <a:lnTo>
                    <a:pt x="16" y="58"/>
                  </a:lnTo>
                  <a:lnTo>
                    <a:pt x="16" y="59"/>
                  </a:lnTo>
                  <a:lnTo>
                    <a:pt x="16" y="59"/>
                  </a:lnTo>
                  <a:lnTo>
                    <a:pt x="18" y="58"/>
                  </a:lnTo>
                  <a:lnTo>
                    <a:pt x="18" y="57"/>
                  </a:lnTo>
                  <a:lnTo>
                    <a:pt x="17" y="56"/>
                  </a:lnTo>
                  <a:lnTo>
                    <a:pt x="16" y="55"/>
                  </a:lnTo>
                  <a:close/>
                  <a:moveTo>
                    <a:pt x="66" y="55"/>
                  </a:moveTo>
                  <a:lnTo>
                    <a:pt x="65" y="57"/>
                  </a:lnTo>
                  <a:lnTo>
                    <a:pt x="65" y="60"/>
                  </a:lnTo>
                  <a:lnTo>
                    <a:pt x="65" y="62"/>
                  </a:lnTo>
                  <a:lnTo>
                    <a:pt x="66" y="60"/>
                  </a:lnTo>
                  <a:lnTo>
                    <a:pt x="66" y="57"/>
                  </a:lnTo>
                  <a:lnTo>
                    <a:pt x="66" y="55"/>
                  </a:lnTo>
                  <a:close/>
                  <a:moveTo>
                    <a:pt x="22" y="55"/>
                  </a:moveTo>
                  <a:lnTo>
                    <a:pt x="22" y="56"/>
                  </a:lnTo>
                  <a:lnTo>
                    <a:pt x="22" y="56"/>
                  </a:lnTo>
                  <a:lnTo>
                    <a:pt x="22" y="57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4" y="57"/>
                  </a:lnTo>
                  <a:lnTo>
                    <a:pt x="23" y="56"/>
                  </a:lnTo>
                  <a:lnTo>
                    <a:pt x="23" y="56"/>
                  </a:lnTo>
                  <a:lnTo>
                    <a:pt x="22" y="55"/>
                  </a:lnTo>
                  <a:close/>
                  <a:moveTo>
                    <a:pt x="64" y="55"/>
                  </a:moveTo>
                  <a:lnTo>
                    <a:pt x="63" y="55"/>
                  </a:lnTo>
                  <a:lnTo>
                    <a:pt x="63" y="57"/>
                  </a:lnTo>
                  <a:lnTo>
                    <a:pt x="63" y="58"/>
                  </a:lnTo>
                  <a:lnTo>
                    <a:pt x="63" y="59"/>
                  </a:lnTo>
                  <a:lnTo>
                    <a:pt x="63" y="60"/>
                  </a:lnTo>
                  <a:lnTo>
                    <a:pt x="62" y="62"/>
                  </a:lnTo>
                  <a:lnTo>
                    <a:pt x="61" y="63"/>
                  </a:lnTo>
                  <a:lnTo>
                    <a:pt x="61" y="64"/>
                  </a:lnTo>
                  <a:lnTo>
                    <a:pt x="62" y="66"/>
                  </a:lnTo>
                  <a:lnTo>
                    <a:pt x="63" y="62"/>
                  </a:lnTo>
                  <a:lnTo>
                    <a:pt x="64" y="58"/>
                  </a:lnTo>
                  <a:lnTo>
                    <a:pt x="64" y="55"/>
                  </a:lnTo>
                  <a:close/>
                  <a:moveTo>
                    <a:pt x="18" y="55"/>
                  </a:moveTo>
                  <a:lnTo>
                    <a:pt x="18" y="55"/>
                  </a:lnTo>
                  <a:lnTo>
                    <a:pt x="18" y="56"/>
                  </a:lnTo>
                  <a:lnTo>
                    <a:pt x="20" y="56"/>
                  </a:lnTo>
                  <a:lnTo>
                    <a:pt x="18" y="55"/>
                  </a:lnTo>
                  <a:lnTo>
                    <a:pt x="18" y="55"/>
                  </a:lnTo>
                  <a:lnTo>
                    <a:pt x="18" y="55"/>
                  </a:lnTo>
                  <a:close/>
                  <a:moveTo>
                    <a:pt x="12" y="54"/>
                  </a:moveTo>
                  <a:lnTo>
                    <a:pt x="12" y="56"/>
                  </a:lnTo>
                  <a:lnTo>
                    <a:pt x="12" y="57"/>
                  </a:lnTo>
                  <a:lnTo>
                    <a:pt x="13" y="58"/>
                  </a:lnTo>
                  <a:lnTo>
                    <a:pt x="13" y="57"/>
                  </a:lnTo>
                  <a:lnTo>
                    <a:pt x="13" y="55"/>
                  </a:lnTo>
                  <a:lnTo>
                    <a:pt x="12" y="54"/>
                  </a:lnTo>
                  <a:close/>
                  <a:moveTo>
                    <a:pt x="27" y="54"/>
                  </a:moveTo>
                  <a:lnTo>
                    <a:pt x="27" y="56"/>
                  </a:lnTo>
                  <a:lnTo>
                    <a:pt x="27" y="56"/>
                  </a:lnTo>
                  <a:lnTo>
                    <a:pt x="27" y="56"/>
                  </a:lnTo>
                  <a:lnTo>
                    <a:pt x="28" y="57"/>
                  </a:lnTo>
                  <a:lnTo>
                    <a:pt x="28" y="56"/>
                  </a:lnTo>
                  <a:lnTo>
                    <a:pt x="28" y="55"/>
                  </a:lnTo>
                  <a:lnTo>
                    <a:pt x="27" y="54"/>
                  </a:lnTo>
                  <a:close/>
                  <a:moveTo>
                    <a:pt x="6" y="54"/>
                  </a:moveTo>
                  <a:lnTo>
                    <a:pt x="6" y="55"/>
                  </a:lnTo>
                  <a:lnTo>
                    <a:pt x="6" y="57"/>
                  </a:lnTo>
                  <a:lnTo>
                    <a:pt x="8" y="59"/>
                  </a:lnTo>
                  <a:lnTo>
                    <a:pt x="8" y="57"/>
                  </a:lnTo>
                  <a:lnTo>
                    <a:pt x="8" y="56"/>
                  </a:lnTo>
                  <a:lnTo>
                    <a:pt x="6" y="55"/>
                  </a:lnTo>
                  <a:lnTo>
                    <a:pt x="6" y="54"/>
                  </a:lnTo>
                  <a:close/>
                  <a:moveTo>
                    <a:pt x="51" y="54"/>
                  </a:moveTo>
                  <a:lnTo>
                    <a:pt x="50" y="54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8"/>
                  </a:lnTo>
                  <a:lnTo>
                    <a:pt x="50" y="57"/>
                  </a:lnTo>
                  <a:lnTo>
                    <a:pt x="50" y="56"/>
                  </a:lnTo>
                  <a:lnTo>
                    <a:pt x="50" y="55"/>
                  </a:lnTo>
                  <a:lnTo>
                    <a:pt x="51" y="57"/>
                  </a:lnTo>
                  <a:lnTo>
                    <a:pt x="51" y="56"/>
                  </a:lnTo>
                  <a:lnTo>
                    <a:pt x="52" y="56"/>
                  </a:lnTo>
                  <a:lnTo>
                    <a:pt x="51" y="54"/>
                  </a:lnTo>
                  <a:close/>
                  <a:moveTo>
                    <a:pt x="23" y="52"/>
                  </a:moveTo>
                  <a:lnTo>
                    <a:pt x="23" y="54"/>
                  </a:lnTo>
                  <a:lnTo>
                    <a:pt x="23" y="54"/>
                  </a:lnTo>
                  <a:lnTo>
                    <a:pt x="23" y="55"/>
                  </a:lnTo>
                  <a:lnTo>
                    <a:pt x="24" y="56"/>
                  </a:lnTo>
                  <a:lnTo>
                    <a:pt x="24" y="56"/>
                  </a:lnTo>
                  <a:lnTo>
                    <a:pt x="24" y="56"/>
                  </a:lnTo>
                  <a:lnTo>
                    <a:pt x="25" y="56"/>
                  </a:lnTo>
                  <a:lnTo>
                    <a:pt x="24" y="55"/>
                  </a:lnTo>
                  <a:lnTo>
                    <a:pt x="24" y="54"/>
                  </a:lnTo>
                  <a:lnTo>
                    <a:pt x="23" y="52"/>
                  </a:lnTo>
                  <a:close/>
                  <a:moveTo>
                    <a:pt x="38" y="52"/>
                  </a:moveTo>
                  <a:lnTo>
                    <a:pt x="37" y="54"/>
                  </a:lnTo>
                  <a:lnTo>
                    <a:pt x="37" y="55"/>
                  </a:lnTo>
                  <a:lnTo>
                    <a:pt x="36" y="57"/>
                  </a:lnTo>
                  <a:lnTo>
                    <a:pt x="37" y="58"/>
                  </a:lnTo>
                  <a:lnTo>
                    <a:pt x="38" y="59"/>
                  </a:lnTo>
                  <a:lnTo>
                    <a:pt x="40" y="56"/>
                  </a:lnTo>
                  <a:lnTo>
                    <a:pt x="39" y="54"/>
                  </a:lnTo>
                  <a:lnTo>
                    <a:pt x="38" y="52"/>
                  </a:lnTo>
                  <a:lnTo>
                    <a:pt x="38" y="52"/>
                  </a:lnTo>
                  <a:close/>
                  <a:moveTo>
                    <a:pt x="33" y="52"/>
                  </a:moveTo>
                  <a:lnTo>
                    <a:pt x="33" y="54"/>
                  </a:lnTo>
                  <a:lnTo>
                    <a:pt x="33" y="54"/>
                  </a:lnTo>
                  <a:lnTo>
                    <a:pt x="34" y="55"/>
                  </a:lnTo>
                  <a:lnTo>
                    <a:pt x="34" y="54"/>
                  </a:lnTo>
                  <a:lnTo>
                    <a:pt x="34" y="52"/>
                  </a:lnTo>
                  <a:lnTo>
                    <a:pt x="33" y="52"/>
                  </a:lnTo>
                  <a:close/>
                  <a:moveTo>
                    <a:pt x="44" y="51"/>
                  </a:moveTo>
                  <a:lnTo>
                    <a:pt x="42" y="54"/>
                  </a:lnTo>
                  <a:lnTo>
                    <a:pt x="42" y="56"/>
                  </a:lnTo>
                  <a:lnTo>
                    <a:pt x="44" y="57"/>
                  </a:lnTo>
                  <a:lnTo>
                    <a:pt x="45" y="58"/>
                  </a:lnTo>
                  <a:lnTo>
                    <a:pt x="46" y="57"/>
                  </a:lnTo>
                  <a:lnTo>
                    <a:pt x="47" y="56"/>
                  </a:lnTo>
                  <a:lnTo>
                    <a:pt x="46" y="55"/>
                  </a:lnTo>
                  <a:lnTo>
                    <a:pt x="45" y="52"/>
                  </a:lnTo>
                  <a:lnTo>
                    <a:pt x="44" y="51"/>
                  </a:lnTo>
                  <a:close/>
                  <a:moveTo>
                    <a:pt x="29" y="51"/>
                  </a:moveTo>
                  <a:lnTo>
                    <a:pt x="28" y="52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29" y="52"/>
                  </a:lnTo>
                  <a:lnTo>
                    <a:pt x="29" y="51"/>
                  </a:lnTo>
                  <a:close/>
                  <a:moveTo>
                    <a:pt x="66" y="50"/>
                  </a:moveTo>
                  <a:lnTo>
                    <a:pt x="66" y="51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8" y="54"/>
                  </a:lnTo>
                  <a:lnTo>
                    <a:pt x="68" y="52"/>
                  </a:lnTo>
                  <a:lnTo>
                    <a:pt x="68" y="51"/>
                  </a:lnTo>
                  <a:lnTo>
                    <a:pt x="66" y="50"/>
                  </a:lnTo>
                  <a:close/>
                  <a:moveTo>
                    <a:pt x="9" y="49"/>
                  </a:moveTo>
                  <a:lnTo>
                    <a:pt x="9" y="50"/>
                  </a:lnTo>
                  <a:lnTo>
                    <a:pt x="8" y="50"/>
                  </a:lnTo>
                  <a:lnTo>
                    <a:pt x="8" y="51"/>
                  </a:lnTo>
                  <a:lnTo>
                    <a:pt x="8" y="52"/>
                  </a:lnTo>
                  <a:lnTo>
                    <a:pt x="9" y="54"/>
                  </a:lnTo>
                  <a:lnTo>
                    <a:pt x="10" y="55"/>
                  </a:lnTo>
                  <a:lnTo>
                    <a:pt x="10" y="52"/>
                  </a:lnTo>
                  <a:lnTo>
                    <a:pt x="9" y="50"/>
                  </a:lnTo>
                  <a:lnTo>
                    <a:pt x="9" y="49"/>
                  </a:lnTo>
                  <a:close/>
                  <a:moveTo>
                    <a:pt x="25" y="49"/>
                  </a:moveTo>
                  <a:lnTo>
                    <a:pt x="25" y="49"/>
                  </a:lnTo>
                  <a:lnTo>
                    <a:pt x="24" y="50"/>
                  </a:lnTo>
                  <a:lnTo>
                    <a:pt x="25" y="52"/>
                  </a:lnTo>
                  <a:lnTo>
                    <a:pt x="25" y="54"/>
                  </a:lnTo>
                  <a:lnTo>
                    <a:pt x="26" y="52"/>
                  </a:lnTo>
                  <a:lnTo>
                    <a:pt x="27" y="51"/>
                  </a:lnTo>
                  <a:lnTo>
                    <a:pt x="26" y="50"/>
                  </a:lnTo>
                  <a:lnTo>
                    <a:pt x="26" y="49"/>
                  </a:lnTo>
                  <a:lnTo>
                    <a:pt x="25" y="49"/>
                  </a:lnTo>
                  <a:close/>
                  <a:moveTo>
                    <a:pt x="30" y="48"/>
                  </a:moveTo>
                  <a:lnTo>
                    <a:pt x="30" y="49"/>
                  </a:lnTo>
                  <a:lnTo>
                    <a:pt x="30" y="50"/>
                  </a:lnTo>
                  <a:lnTo>
                    <a:pt x="32" y="51"/>
                  </a:lnTo>
                  <a:lnTo>
                    <a:pt x="32" y="50"/>
                  </a:lnTo>
                  <a:lnTo>
                    <a:pt x="32" y="49"/>
                  </a:lnTo>
                  <a:lnTo>
                    <a:pt x="32" y="49"/>
                  </a:lnTo>
                  <a:lnTo>
                    <a:pt x="30" y="48"/>
                  </a:lnTo>
                  <a:close/>
                  <a:moveTo>
                    <a:pt x="14" y="48"/>
                  </a:moveTo>
                  <a:lnTo>
                    <a:pt x="13" y="50"/>
                  </a:lnTo>
                  <a:lnTo>
                    <a:pt x="13" y="51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5" y="52"/>
                  </a:lnTo>
                  <a:lnTo>
                    <a:pt x="15" y="51"/>
                  </a:lnTo>
                  <a:lnTo>
                    <a:pt x="15" y="50"/>
                  </a:lnTo>
                  <a:lnTo>
                    <a:pt x="14" y="48"/>
                  </a:lnTo>
                  <a:close/>
                  <a:moveTo>
                    <a:pt x="53" y="48"/>
                  </a:moveTo>
                  <a:lnTo>
                    <a:pt x="52" y="49"/>
                  </a:lnTo>
                  <a:lnTo>
                    <a:pt x="52" y="49"/>
                  </a:lnTo>
                  <a:lnTo>
                    <a:pt x="51" y="50"/>
                  </a:lnTo>
                  <a:lnTo>
                    <a:pt x="52" y="51"/>
                  </a:lnTo>
                  <a:lnTo>
                    <a:pt x="52" y="52"/>
                  </a:lnTo>
                  <a:lnTo>
                    <a:pt x="53" y="54"/>
                  </a:lnTo>
                  <a:lnTo>
                    <a:pt x="53" y="52"/>
                  </a:lnTo>
                  <a:lnTo>
                    <a:pt x="54" y="52"/>
                  </a:lnTo>
                  <a:lnTo>
                    <a:pt x="54" y="51"/>
                  </a:lnTo>
                  <a:lnTo>
                    <a:pt x="53" y="50"/>
                  </a:lnTo>
                  <a:lnTo>
                    <a:pt x="53" y="49"/>
                  </a:lnTo>
                  <a:lnTo>
                    <a:pt x="53" y="48"/>
                  </a:lnTo>
                  <a:close/>
                  <a:moveTo>
                    <a:pt x="20" y="48"/>
                  </a:moveTo>
                  <a:lnTo>
                    <a:pt x="20" y="49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0" y="50"/>
                  </a:lnTo>
                  <a:lnTo>
                    <a:pt x="20" y="50"/>
                  </a:lnTo>
                  <a:lnTo>
                    <a:pt x="18" y="50"/>
                  </a:lnTo>
                  <a:lnTo>
                    <a:pt x="20" y="51"/>
                  </a:lnTo>
                  <a:lnTo>
                    <a:pt x="20" y="52"/>
                  </a:lnTo>
                  <a:lnTo>
                    <a:pt x="21" y="54"/>
                  </a:lnTo>
                  <a:lnTo>
                    <a:pt x="21" y="52"/>
                  </a:lnTo>
                  <a:lnTo>
                    <a:pt x="21" y="51"/>
                  </a:lnTo>
                  <a:lnTo>
                    <a:pt x="21" y="51"/>
                  </a:lnTo>
                  <a:lnTo>
                    <a:pt x="21" y="51"/>
                  </a:lnTo>
                  <a:lnTo>
                    <a:pt x="22" y="51"/>
                  </a:lnTo>
                  <a:lnTo>
                    <a:pt x="21" y="49"/>
                  </a:lnTo>
                  <a:lnTo>
                    <a:pt x="20" y="48"/>
                  </a:lnTo>
                  <a:close/>
                  <a:moveTo>
                    <a:pt x="60" y="48"/>
                  </a:moveTo>
                  <a:lnTo>
                    <a:pt x="60" y="49"/>
                  </a:lnTo>
                  <a:lnTo>
                    <a:pt x="60" y="50"/>
                  </a:lnTo>
                  <a:lnTo>
                    <a:pt x="61" y="51"/>
                  </a:lnTo>
                  <a:lnTo>
                    <a:pt x="61" y="50"/>
                  </a:lnTo>
                  <a:lnTo>
                    <a:pt x="61" y="49"/>
                  </a:lnTo>
                  <a:lnTo>
                    <a:pt x="60" y="48"/>
                  </a:lnTo>
                  <a:close/>
                  <a:moveTo>
                    <a:pt x="41" y="47"/>
                  </a:moveTo>
                  <a:lnTo>
                    <a:pt x="40" y="48"/>
                  </a:lnTo>
                  <a:lnTo>
                    <a:pt x="40" y="49"/>
                  </a:lnTo>
                  <a:lnTo>
                    <a:pt x="39" y="50"/>
                  </a:lnTo>
                  <a:lnTo>
                    <a:pt x="40" y="51"/>
                  </a:lnTo>
                  <a:lnTo>
                    <a:pt x="41" y="52"/>
                  </a:lnTo>
                  <a:lnTo>
                    <a:pt x="42" y="51"/>
                  </a:lnTo>
                  <a:lnTo>
                    <a:pt x="42" y="49"/>
                  </a:lnTo>
                  <a:lnTo>
                    <a:pt x="41" y="47"/>
                  </a:lnTo>
                  <a:close/>
                  <a:moveTo>
                    <a:pt x="35" y="47"/>
                  </a:moveTo>
                  <a:lnTo>
                    <a:pt x="34" y="49"/>
                  </a:lnTo>
                  <a:lnTo>
                    <a:pt x="34" y="50"/>
                  </a:lnTo>
                  <a:lnTo>
                    <a:pt x="34" y="51"/>
                  </a:lnTo>
                  <a:lnTo>
                    <a:pt x="35" y="54"/>
                  </a:lnTo>
                  <a:lnTo>
                    <a:pt x="36" y="51"/>
                  </a:lnTo>
                  <a:lnTo>
                    <a:pt x="37" y="49"/>
                  </a:lnTo>
                  <a:lnTo>
                    <a:pt x="36" y="49"/>
                  </a:lnTo>
                  <a:lnTo>
                    <a:pt x="36" y="48"/>
                  </a:lnTo>
                  <a:lnTo>
                    <a:pt x="35" y="47"/>
                  </a:lnTo>
                  <a:close/>
                  <a:moveTo>
                    <a:pt x="26" y="47"/>
                  </a:moveTo>
                  <a:lnTo>
                    <a:pt x="26" y="48"/>
                  </a:lnTo>
                  <a:lnTo>
                    <a:pt x="26" y="48"/>
                  </a:lnTo>
                  <a:lnTo>
                    <a:pt x="27" y="49"/>
                  </a:lnTo>
                  <a:lnTo>
                    <a:pt x="27" y="50"/>
                  </a:lnTo>
                  <a:lnTo>
                    <a:pt x="28" y="50"/>
                  </a:lnTo>
                  <a:lnTo>
                    <a:pt x="28" y="49"/>
                  </a:lnTo>
                  <a:lnTo>
                    <a:pt x="27" y="48"/>
                  </a:lnTo>
                  <a:lnTo>
                    <a:pt x="27" y="47"/>
                  </a:lnTo>
                  <a:lnTo>
                    <a:pt x="26" y="47"/>
                  </a:lnTo>
                  <a:close/>
                  <a:moveTo>
                    <a:pt x="47" y="46"/>
                  </a:moveTo>
                  <a:lnTo>
                    <a:pt x="46" y="48"/>
                  </a:lnTo>
                  <a:lnTo>
                    <a:pt x="46" y="50"/>
                  </a:lnTo>
                  <a:lnTo>
                    <a:pt x="46" y="51"/>
                  </a:lnTo>
                  <a:lnTo>
                    <a:pt x="48" y="54"/>
                  </a:lnTo>
                  <a:lnTo>
                    <a:pt x="49" y="52"/>
                  </a:lnTo>
                  <a:lnTo>
                    <a:pt x="49" y="50"/>
                  </a:lnTo>
                  <a:lnTo>
                    <a:pt x="49" y="49"/>
                  </a:lnTo>
                  <a:lnTo>
                    <a:pt x="48" y="47"/>
                  </a:lnTo>
                  <a:lnTo>
                    <a:pt x="47" y="46"/>
                  </a:lnTo>
                  <a:close/>
                  <a:moveTo>
                    <a:pt x="16" y="45"/>
                  </a:moveTo>
                  <a:lnTo>
                    <a:pt x="16" y="46"/>
                  </a:lnTo>
                  <a:lnTo>
                    <a:pt x="16" y="47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8" y="46"/>
                  </a:lnTo>
                  <a:lnTo>
                    <a:pt x="18" y="46"/>
                  </a:lnTo>
                  <a:lnTo>
                    <a:pt x="18" y="46"/>
                  </a:lnTo>
                  <a:lnTo>
                    <a:pt x="18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7" y="46"/>
                  </a:lnTo>
                  <a:lnTo>
                    <a:pt x="16" y="45"/>
                  </a:lnTo>
                  <a:close/>
                  <a:moveTo>
                    <a:pt x="34" y="45"/>
                  </a:moveTo>
                  <a:lnTo>
                    <a:pt x="33" y="46"/>
                  </a:lnTo>
                  <a:lnTo>
                    <a:pt x="32" y="47"/>
                  </a:lnTo>
                  <a:lnTo>
                    <a:pt x="32" y="48"/>
                  </a:lnTo>
                  <a:lnTo>
                    <a:pt x="33" y="47"/>
                  </a:lnTo>
                  <a:lnTo>
                    <a:pt x="34" y="46"/>
                  </a:lnTo>
                  <a:lnTo>
                    <a:pt x="34" y="45"/>
                  </a:lnTo>
                  <a:lnTo>
                    <a:pt x="34" y="45"/>
                  </a:lnTo>
                  <a:lnTo>
                    <a:pt x="34" y="45"/>
                  </a:lnTo>
                  <a:close/>
                  <a:moveTo>
                    <a:pt x="23" y="44"/>
                  </a:moveTo>
                  <a:lnTo>
                    <a:pt x="22" y="45"/>
                  </a:lnTo>
                  <a:lnTo>
                    <a:pt x="22" y="46"/>
                  </a:lnTo>
                  <a:lnTo>
                    <a:pt x="22" y="47"/>
                  </a:lnTo>
                  <a:lnTo>
                    <a:pt x="23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3" y="44"/>
                  </a:lnTo>
                  <a:close/>
                  <a:moveTo>
                    <a:pt x="12" y="44"/>
                  </a:moveTo>
                  <a:lnTo>
                    <a:pt x="11" y="45"/>
                  </a:lnTo>
                  <a:lnTo>
                    <a:pt x="11" y="47"/>
                  </a:lnTo>
                  <a:lnTo>
                    <a:pt x="11" y="49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3" y="45"/>
                  </a:lnTo>
                  <a:lnTo>
                    <a:pt x="12" y="44"/>
                  </a:lnTo>
                  <a:close/>
                  <a:moveTo>
                    <a:pt x="28" y="44"/>
                  </a:moveTo>
                  <a:lnTo>
                    <a:pt x="27" y="44"/>
                  </a:lnTo>
                  <a:lnTo>
                    <a:pt x="27" y="45"/>
                  </a:lnTo>
                  <a:lnTo>
                    <a:pt x="28" y="46"/>
                  </a:lnTo>
                  <a:lnTo>
                    <a:pt x="28" y="47"/>
                  </a:lnTo>
                  <a:lnTo>
                    <a:pt x="29" y="47"/>
                  </a:lnTo>
                  <a:lnTo>
                    <a:pt x="29" y="46"/>
                  </a:lnTo>
                  <a:lnTo>
                    <a:pt x="29" y="45"/>
                  </a:lnTo>
                  <a:lnTo>
                    <a:pt x="28" y="44"/>
                  </a:lnTo>
                  <a:close/>
                  <a:moveTo>
                    <a:pt x="37" y="43"/>
                  </a:moveTo>
                  <a:lnTo>
                    <a:pt x="37" y="44"/>
                  </a:lnTo>
                  <a:lnTo>
                    <a:pt x="36" y="45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8" y="47"/>
                  </a:lnTo>
                  <a:lnTo>
                    <a:pt x="38" y="46"/>
                  </a:lnTo>
                  <a:lnTo>
                    <a:pt x="39" y="45"/>
                  </a:lnTo>
                  <a:lnTo>
                    <a:pt x="38" y="44"/>
                  </a:lnTo>
                  <a:lnTo>
                    <a:pt x="37" y="43"/>
                  </a:lnTo>
                  <a:close/>
                  <a:moveTo>
                    <a:pt x="5" y="43"/>
                  </a:moveTo>
                  <a:lnTo>
                    <a:pt x="5" y="44"/>
                  </a:lnTo>
                  <a:lnTo>
                    <a:pt x="5" y="43"/>
                  </a:lnTo>
                  <a:lnTo>
                    <a:pt x="4" y="43"/>
                  </a:lnTo>
                  <a:lnTo>
                    <a:pt x="4" y="46"/>
                  </a:lnTo>
                  <a:lnTo>
                    <a:pt x="5" y="48"/>
                  </a:lnTo>
                  <a:lnTo>
                    <a:pt x="6" y="49"/>
                  </a:lnTo>
                  <a:lnTo>
                    <a:pt x="8" y="48"/>
                  </a:lnTo>
                  <a:lnTo>
                    <a:pt x="8" y="46"/>
                  </a:lnTo>
                  <a:lnTo>
                    <a:pt x="6" y="46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5" y="43"/>
                  </a:lnTo>
                  <a:close/>
                  <a:moveTo>
                    <a:pt x="2" y="43"/>
                  </a:moveTo>
                  <a:lnTo>
                    <a:pt x="1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2" y="56"/>
                  </a:lnTo>
                  <a:lnTo>
                    <a:pt x="3" y="58"/>
                  </a:lnTo>
                  <a:lnTo>
                    <a:pt x="3" y="60"/>
                  </a:lnTo>
                  <a:lnTo>
                    <a:pt x="4" y="62"/>
                  </a:lnTo>
                  <a:lnTo>
                    <a:pt x="4" y="64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3" y="58"/>
                  </a:lnTo>
                  <a:lnTo>
                    <a:pt x="3" y="57"/>
                  </a:lnTo>
                  <a:lnTo>
                    <a:pt x="3" y="52"/>
                  </a:lnTo>
                  <a:lnTo>
                    <a:pt x="3" y="47"/>
                  </a:lnTo>
                  <a:lnTo>
                    <a:pt x="2" y="43"/>
                  </a:lnTo>
                  <a:close/>
                  <a:moveTo>
                    <a:pt x="49" y="43"/>
                  </a:moveTo>
                  <a:lnTo>
                    <a:pt x="48" y="43"/>
                  </a:lnTo>
                  <a:lnTo>
                    <a:pt x="48" y="44"/>
                  </a:lnTo>
                  <a:lnTo>
                    <a:pt x="49" y="45"/>
                  </a:lnTo>
                  <a:lnTo>
                    <a:pt x="49" y="46"/>
                  </a:lnTo>
                  <a:lnTo>
                    <a:pt x="50" y="47"/>
                  </a:lnTo>
                  <a:lnTo>
                    <a:pt x="50" y="48"/>
                  </a:lnTo>
                  <a:lnTo>
                    <a:pt x="51" y="48"/>
                  </a:lnTo>
                  <a:lnTo>
                    <a:pt x="51" y="47"/>
                  </a:lnTo>
                  <a:lnTo>
                    <a:pt x="51" y="46"/>
                  </a:lnTo>
                  <a:lnTo>
                    <a:pt x="51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49" y="43"/>
                  </a:lnTo>
                  <a:close/>
                  <a:moveTo>
                    <a:pt x="24" y="43"/>
                  </a:moveTo>
                  <a:lnTo>
                    <a:pt x="24" y="44"/>
                  </a:lnTo>
                  <a:lnTo>
                    <a:pt x="24" y="45"/>
                  </a:lnTo>
                  <a:lnTo>
                    <a:pt x="25" y="46"/>
                  </a:lnTo>
                  <a:lnTo>
                    <a:pt x="25" y="45"/>
                  </a:lnTo>
                  <a:lnTo>
                    <a:pt x="24" y="43"/>
                  </a:lnTo>
                  <a:lnTo>
                    <a:pt x="24" y="43"/>
                  </a:lnTo>
                  <a:close/>
                  <a:moveTo>
                    <a:pt x="11" y="43"/>
                  </a:moveTo>
                  <a:lnTo>
                    <a:pt x="11" y="43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2" y="43"/>
                  </a:lnTo>
                  <a:lnTo>
                    <a:pt x="11" y="43"/>
                  </a:lnTo>
                  <a:lnTo>
                    <a:pt x="11" y="43"/>
                  </a:lnTo>
                  <a:close/>
                  <a:moveTo>
                    <a:pt x="57" y="42"/>
                  </a:moveTo>
                  <a:lnTo>
                    <a:pt x="56" y="44"/>
                  </a:lnTo>
                  <a:lnTo>
                    <a:pt x="57" y="45"/>
                  </a:lnTo>
                  <a:lnTo>
                    <a:pt x="58" y="47"/>
                  </a:lnTo>
                  <a:lnTo>
                    <a:pt x="58" y="45"/>
                  </a:lnTo>
                  <a:lnTo>
                    <a:pt x="58" y="44"/>
                  </a:lnTo>
                  <a:lnTo>
                    <a:pt x="58" y="43"/>
                  </a:lnTo>
                  <a:lnTo>
                    <a:pt x="57" y="42"/>
                  </a:lnTo>
                  <a:close/>
                  <a:moveTo>
                    <a:pt x="45" y="42"/>
                  </a:moveTo>
                  <a:lnTo>
                    <a:pt x="44" y="44"/>
                  </a:lnTo>
                  <a:lnTo>
                    <a:pt x="42" y="46"/>
                  </a:lnTo>
                  <a:lnTo>
                    <a:pt x="42" y="46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45" y="45"/>
                  </a:lnTo>
                  <a:lnTo>
                    <a:pt x="46" y="44"/>
                  </a:lnTo>
                  <a:lnTo>
                    <a:pt x="46" y="43"/>
                  </a:lnTo>
                  <a:lnTo>
                    <a:pt x="45" y="43"/>
                  </a:lnTo>
                  <a:lnTo>
                    <a:pt x="45" y="42"/>
                  </a:lnTo>
                  <a:close/>
                  <a:moveTo>
                    <a:pt x="13" y="39"/>
                  </a:moveTo>
                  <a:lnTo>
                    <a:pt x="13" y="42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5" y="43"/>
                  </a:lnTo>
                  <a:lnTo>
                    <a:pt x="15" y="42"/>
                  </a:lnTo>
                  <a:lnTo>
                    <a:pt x="14" y="40"/>
                  </a:lnTo>
                  <a:lnTo>
                    <a:pt x="13" y="39"/>
                  </a:lnTo>
                  <a:close/>
                  <a:moveTo>
                    <a:pt x="59" y="39"/>
                  </a:moveTo>
                  <a:lnTo>
                    <a:pt x="59" y="40"/>
                  </a:lnTo>
                  <a:lnTo>
                    <a:pt x="59" y="42"/>
                  </a:lnTo>
                  <a:lnTo>
                    <a:pt x="60" y="42"/>
                  </a:lnTo>
                  <a:lnTo>
                    <a:pt x="59" y="40"/>
                  </a:lnTo>
                  <a:lnTo>
                    <a:pt x="59" y="39"/>
                  </a:lnTo>
                  <a:close/>
                  <a:moveTo>
                    <a:pt x="36" y="39"/>
                  </a:moveTo>
                  <a:lnTo>
                    <a:pt x="36" y="40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5" y="43"/>
                  </a:lnTo>
                  <a:lnTo>
                    <a:pt x="36" y="42"/>
                  </a:lnTo>
                  <a:lnTo>
                    <a:pt x="36" y="40"/>
                  </a:lnTo>
                  <a:lnTo>
                    <a:pt x="36" y="39"/>
                  </a:lnTo>
                  <a:close/>
                  <a:moveTo>
                    <a:pt x="30" y="39"/>
                  </a:moveTo>
                  <a:lnTo>
                    <a:pt x="29" y="40"/>
                  </a:lnTo>
                  <a:lnTo>
                    <a:pt x="28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4"/>
                  </a:lnTo>
                  <a:lnTo>
                    <a:pt x="33" y="42"/>
                  </a:lnTo>
                  <a:lnTo>
                    <a:pt x="32" y="40"/>
                  </a:lnTo>
                  <a:lnTo>
                    <a:pt x="30" y="39"/>
                  </a:lnTo>
                  <a:close/>
                  <a:moveTo>
                    <a:pt x="22" y="38"/>
                  </a:moveTo>
                  <a:lnTo>
                    <a:pt x="22" y="39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2" y="39"/>
                  </a:lnTo>
                  <a:lnTo>
                    <a:pt x="22" y="38"/>
                  </a:lnTo>
                  <a:close/>
                  <a:moveTo>
                    <a:pt x="63" y="38"/>
                  </a:moveTo>
                  <a:lnTo>
                    <a:pt x="63" y="39"/>
                  </a:lnTo>
                  <a:lnTo>
                    <a:pt x="63" y="40"/>
                  </a:lnTo>
                  <a:lnTo>
                    <a:pt x="63" y="42"/>
                  </a:lnTo>
                  <a:lnTo>
                    <a:pt x="64" y="43"/>
                  </a:lnTo>
                  <a:lnTo>
                    <a:pt x="64" y="42"/>
                  </a:lnTo>
                  <a:lnTo>
                    <a:pt x="64" y="39"/>
                  </a:lnTo>
                  <a:lnTo>
                    <a:pt x="63" y="38"/>
                  </a:lnTo>
                  <a:close/>
                  <a:moveTo>
                    <a:pt x="13" y="38"/>
                  </a:moveTo>
                  <a:lnTo>
                    <a:pt x="12" y="39"/>
                  </a:lnTo>
                  <a:lnTo>
                    <a:pt x="12" y="39"/>
                  </a:lnTo>
                  <a:lnTo>
                    <a:pt x="13" y="39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8"/>
                  </a:lnTo>
                  <a:close/>
                  <a:moveTo>
                    <a:pt x="20" y="38"/>
                  </a:moveTo>
                  <a:lnTo>
                    <a:pt x="18" y="39"/>
                  </a:lnTo>
                  <a:lnTo>
                    <a:pt x="18" y="40"/>
                  </a:lnTo>
                  <a:lnTo>
                    <a:pt x="18" y="42"/>
                  </a:lnTo>
                  <a:lnTo>
                    <a:pt x="18" y="44"/>
                  </a:lnTo>
                  <a:lnTo>
                    <a:pt x="21" y="44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2" y="42"/>
                  </a:lnTo>
                  <a:lnTo>
                    <a:pt x="21" y="39"/>
                  </a:lnTo>
                  <a:lnTo>
                    <a:pt x="21" y="38"/>
                  </a:lnTo>
                  <a:lnTo>
                    <a:pt x="20" y="38"/>
                  </a:lnTo>
                  <a:close/>
                  <a:moveTo>
                    <a:pt x="52" y="38"/>
                  </a:moveTo>
                  <a:lnTo>
                    <a:pt x="52" y="39"/>
                  </a:lnTo>
                  <a:lnTo>
                    <a:pt x="53" y="39"/>
                  </a:lnTo>
                  <a:lnTo>
                    <a:pt x="53" y="38"/>
                  </a:lnTo>
                  <a:lnTo>
                    <a:pt x="52" y="38"/>
                  </a:lnTo>
                  <a:close/>
                  <a:moveTo>
                    <a:pt x="47" y="37"/>
                  </a:moveTo>
                  <a:lnTo>
                    <a:pt x="46" y="38"/>
                  </a:lnTo>
                  <a:lnTo>
                    <a:pt x="46" y="39"/>
                  </a:lnTo>
                  <a:lnTo>
                    <a:pt x="46" y="40"/>
                  </a:lnTo>
                  <a:lnTo>
                    <a:pt x="47" y="40"/>
                  </a:lnTo>
                  <a:lnTo>
                    <a:pt x="48" y="39"/>
                  </a:lnTo>
                  <a:lnTo>
                    <a:pt x="48" y="38"/>
                  </a:lnTo>
                  <a:lnTo>
                    <a:pt x="47" y="37"/>
                  </a:lnTo>
                  <a:close/>
                  <a:moveTo>
                    <a:pt x="62" y="36"/>
                  </a:moveTo>
                  <a:lnTo>
                    <a:pt x="61" y="36"/>
                  </a:lnTo>
                  <a:lnTo>
                    <a:pt x="61" y="37"/>
                  </a:lnTo>
                  <a:lnTo>
                    <a:pt x="61" y="38"/>
                  </a:lnTo>
                  <a:lnTo>
                    <a:pt x="62" y="37"/>
                  </a:lnTo>
                  <a:lnTo>
                    <a:pt x="62" y="37"/>
                  </a:lnTo>
                  <a:lnTo>
                    <a:pt x="62" y="36"/>
                  </a:lnTo>
                  <a:close/>
                  <a:moveTo>
                    <a:pt x="53" y="36"/>
                  </a:moveTo>
                  <a:lnTo>
                    <a:pt x="54" y="38"/>
                  </a:lnTo>
                  <a:lnTo>
                    <a:pt x="56" y="40"/>
                  </a:lnTo>
                  <a:lnTo>
                    <a:pt x="56" y="38"/>
                  </a:lnTo>
                  <a:lnTo>
                    <a:pt x="54" y="37"/>
                  </a:lnTo>
                  <a:lnTo>
                    <a:pt x="53" y="36"/>
                  </a:lnTo>
                  <a:close/>
                  <a:moveTo>
                    <a:pt x="41" y="36"/>
                  </a:moveTo>
                  <a:lnTo>
                    <a:pt x="40" y="37"/>
                  </a:lnTo>
                  <a:lnTo>
                    <a:pt x="39" y="38"/>
                  </a:lnTo>
                  <a:lnTo>
                    <a:pt x="40" y="39"/>
                  </a:lnTo>
                  <a:lnTo>
                    <a:pt x="40" y="38"/>
                  </a:lnTo>
                  <a:lnTo>
                    <a:pt x="40" y="39"/>
                  </a:lnTo>
                  <a:lnTo>
                    <a:pt x="40" y="39"/>
                  </a:lnTo>
                  <a:lnTo>
                    <a:pt x="39" y="39"/>
                  </a:lnTo>
                  <a:lnTo>
                    <a:pt x="39" y="39"/>
                  </a:lnTo>
                  <a:lnTo>
                    <a:pt x="39" y="40"/>
                  </a:lnTo>
                  <a:lnTo>
                    <a:pt x="39" y="42"/>
                  </a:lnTo>
                  <a:lnTo>
                    <a:pt x="40" y="43"/>
                  </a:lnTo>
                  <a:lnTo>
                    <a:pt x="41" y="42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8"/>
                  </a:lnTo>
                  <a:lnTo>
                    <a:pt x="41" y="37"/>
                  </a:lnTo>
                  <a:lnTo>
                    <a:pt x="41" y="36"/>
                  </a:lnTo>
                  <a:lnTo>
                    <a:pt x="41" y="36"/>
                  </a:lnTo>
                  <a:lnTo>
                    <a:pt x="41" y="36"/>
                  </a:lnTo>
                  <a:close/>
                  <a:moveTo>
                    <a:pt x="11" y="36"/>
                  </a:moveTo>
                  <a:lnTo>
                    <a:pt x="11" y="36"/>
                  </a:lnTo>
                  <a:lnTo>
                    <a:pt x="11" y="37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2" y="36"/>
                  </a:lnTo>
                  <a:lnTo>
                    <a:pt x="11" y="36"/>
                  </a:lnTo>
                  <a:close/>
                  <a:moveTo>
                    <a:pt x="33" y="34"/>
                  </a:moveTo>
                  <a:lnTo>
                    <a:pt x="33" y="36"/>
                  </a:lnTo>
                  <a:lnTo>
                    <a:pt x="32" y="37"/>
                  </a:lnTo>
                  <a:lnTo>
                    <a:pt x="32" y="38"/>
                  </a:lnTo>
                  <a:lnTo>
                    <a:pt x="33" y="38"/>
                  </a:lnTo>
                  <a:lnTo>
                    <a:pt x="33" y="39"/>
                  </a:lnTo>
                  <a:lnTo>
                    <a:pt x="34" y="39"/>
                  </a:lnTo>
                  <a:lnTo>
                    <a:pt x="34" y="38"/>
                  </a:lnTo>
                  <a:lnTo>
                    <a:pt x="34" y="38"/>
                  </a:lnTo>
                  <a:lnTo>
                    <a:pt x="35" y="37"/>
                  </a:lnTo>
                  <a:lnTo>
                    <a:pt x="34" y="36"/>
                  </a:lnTo>
                  <a:lnTo>
                    <a:pt x="34" y="35"/>
                  </a:lnTo>
                  <a:lnTo>
                    <a:pt x="33" y="34"/>
                  </a:lnTo>
                  <a:close/>
                  <a:moveTo>
                    <a:pt x="27" y="34"/>
                  </a:moveTo>
                  <a:lnTo>
                    <a:pt x="26" y="35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6" y="37"/>
                  </a:lnTo>
                  <a:lnTo>
                    <a:pt x="27" y="38"/>
                  </a:lnTo>
                  <a:lnTo>
                    <a:pt x="26" y="38"/>
                  </a:lnTo>
                  <a:lnTo>
                    <a:pt x="26" y="38"/>
                  </a:lnTo>
                  <a:lnTo>
                    <a:pt x="25" y="37"/>
                  </a:lnTo>
                  <a:lnTo>
                    <a:pt x="25" y="39"/>
                  </a:lnTo>
                  <a:lnTo>
                    <a:pt x="25" y="42"/>
                  </a:lnTo>
                  <a:lnTo>
                    <a:pt x="26" y="43"/>
                  </a:lnTo>
                  <a:lnTo>
                    <a:pt x="28" y="40"/>
                  </a:lnTo>
                  <a:lnTo>
                    <a:pt x="29" y="37"/>
                  </a:lnTo>
                  <a:lnTo>
                    <a:pt x="28" y="36"/>
                  </a:lnTo>
                  <a:lnTo>
                    <a:pt x="28" y="36"/>
                  </a:lnTo>
                  <a:lnTo>
                    <a:pt x="27" y="35"/>
                  </a:lnTo>
                  <a:lnTo>
                    <a:pt x="27" y="34"/>
                  </a:lnTo>
                  <a:close/>
                  <a:moveTo>
                    <a:pt x="56" y="34"/>
                  </a:moveTo>
                  <a:lnTo>
                    <a:pt x="56" y="35"/>
                  </a:lnTo>
                  <a:lnTo>
                    <a:pt x="56" y="36"/>
                  </a:lnTo>
                  <a:lnTo>
                    <a:pt x="57" y="37"/>
                  </a:lnTo>
                  <a:lnTo>
                    <a:pt x="58" y="36"/>
                  </a:lnTo>
                  <a:lnTo>
                    <a:pt x="58" y="35"/>
                  </a:lnTo>
                  <a:lnTo>
                    <a:pt x="57" y="34"/>
                  </a:lnTo>
                  <a:lnTo>
                    <a:pt x="56" y="34"/>
                  </a:lnTo>
                  <a:close/>
                  <a:moveTo>
                    <a:pt x="52" y="34"/>
                  </a:moveTo>
                  <a:lnTo>
                    <a:pt x="52" y="35"/>
                  </a:lnTo>
                  <a:lnTo>
                    <a:pt x="52" y="35"/>
                  </a:lnTo>
                  <a:lnTo>
                    <a:pt x="51" y="36"/>
                  </a:lnTo>
                  <a:lnTo>
                    <a:pt x="51" y="37"/>
                  </a:lnTo>
                  <a:lnTo>
                    <a:pt x="52" y="36"/>
                  </a:lnTo>
                  <a:lnTo>
                    <a:pt x="52" y="35"/>
                  </a:lnTo>
                  <a:lnTo>
                    <a:pt x="53" y="35"/>
                  </a:lnTo>
                  <a:lnTo>
                    <a:pt x="53" y="35"/>
                  </a:lnTo>
                  <a:lnTo>
                    <a:pt x="52" y="34"/>
                  </a:lnTo>
                  <a:lnTo>
                    <a:pt x="52" y="34"/>
                  </a:lnTo>
                  <a:close/>
                  <a:moveTo>
                    <a:pt x="45" y="33"/>
                  </a:moveTo>
                  <a:lnTo>
                    <a:pt x="44" y="34"/>
                  </a:lnTo>
                  <a:lnTo>
                    <a:pt x="44" y="35"/>
                  </a:lnTo>
                  <a:lnTo>
                    <a:pt x="42" y="36"/>
                  </a:lnTo>
                  <a:lnTo>
                    <a:pt x="44" y="36"/>
                  </a:lnTo>
                  <a:lnTo>
                    <a:pt x="45" y="37"/>
                  </a:lnTo>
                  <a:lnTo>
                    <a:pt x="45" y="36"/>
                  </a:lnTo>
                  <a:lnTo>
                    <a:pt x="46" y="35"/>
                  </a:lnTo>
                  <a:lnTo>
                    <a:pt x="46" y="34"/>
                  </a:lnTo>
                  <a:lnTo>
                    <a:pt x="45" y="34"/>
                  </a:lnTo>
                  <a:lnTo>
                    <a:pt x="45" y="34"/>
                  </a:lnTo>
                  <a:lnTo>
                    <a:pt x="45" y="33"/>
                  </a:lnTo>
                  <a:close/>
                  <a:moveTo>
                    <a:pt x="39" y="33"/>
                  </a:moveTo>
                  <a:lnTo>
                    <a:pt x="38" y="35"/>
                  </a:lnTo>
                  <a:lnTo>
                    <a:pt x="37" y="36"/>
                  </a:lnTo>
                  <a:lnTo>
                    <a:pt x="37" y="38"/>
                  </a:lnTo>
                  <a:lnTo>
                    <a:pt x="38" y="37"/>
                  </a:lnTo>
                  <a:lnTo>
                    <a:pt x="39" y="36"/>
                  </a:lnTo>
                  <a:lnTo>
                    <a:pt x="39" y="34"/>
                  </a:lnTo>
                  <a:lnTo>
                    <a:pt x="39" y="33"/>
                  </a:lnTo>
                  <a:close/>
                  <a:moveTo>
                    <a:pt x="61" y="32"/>
                  </a:moveTo>
                  <a:lnTo>
                    <a:pt x="61" y="33"/>
                  </a:lnTo>
                  <a:lnTo>
                    <a:pt x="60" y="34"/>
                  </a:lnTo>
                  <a:lnTo>
                    <a:pt x="60" y="35"/>
                  </a:lnTo>
                  <a:lnTo>
                    <a:pt x="61" y="36"/>
                  </a:lnTo>
                  <a:lnTo>
                    <a:pt x="62" y="35"/>
                  </a:lnTo>
                  <a:lnTo>
                    <a:pt x="63" y="35"/>
                  </a:lnTo>
                  <a:lnTo>
                    <a:pt x="62" y="33"/>
                  </a:lnTo>
                  <a:lnTo>
                    <a:pt x="61" y="32"/>
                  </a:lnTo>
                  <a:close/>
                  <a:moveTo>
                    <a:pt x="16" y="32"/>
                  </a:moveTo>
                  <a:lnTo>
                    <a:pt x="16" y="33"/>
                  </a:lnTo>
                  <a:lnTo>
                    <a:pt x="15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6" y="39"/>
                  </a:lnTo>
                  <a:lnTo>
                    <a:pt x="17" y="38"/>
                  </a:lnTo>
                  <a:lnTo>
                    <a:pt x="18" y="37"/>
                  </a:lnTo>
                  <a:lnTo>
                    <a:pt x="20" y="36"/>
                  </a:lnTo>
                  <a:lnTo>
                    <a:pt x="18" y="34"/>
                  </a:lnTo>
                  <a:lnTo>
                    <a:pt x="17" y="33"/>
                  </a:lnTo>
                  <a:lnTo>
                    <a:pt x="16" y="32"/>
                  </a:lnTo>
                  <a:close/>
                  <a:moveTo>
                    <a:pt x="50" y="32"/>
                  </a:moveTo>
                  <a:lnTo>
                    <a:pt x="50" y="32"/>
                  </a:lnTo>
                  <a:lnTo>
                    <a:pt x="50" y="33"/>
                  </a:lnTo>
                  <a:lnTo>
                    <a:pt x="50" y="33"/>
                  </a:lnTo>
                  <a:lnTo>
                    <a:pt x="50" y="34"/>
                  </a:lnTo>
                  <a:lnTo>
                    <a:pt x="50" y="33"/>
                  </a:lnTo>
                  <a:lnTo>
                    <a:pt x="51" y="33"/>
                  </a:lnTo>
                  <a:lnTo>
                    <a:pt x="51" y="32"/>
                  </a:lnTo>
                  <a:lnTo>
                    <a:pt x="50" y="32"/>
                  </a:lnTo>
                  <a:close/>
                  <a:moveTo>
                    <a:pt x="47" y="32"/>
                  </a:moveTo>
                  <a:lnTo>
                    <a:pt x="47" y="32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7" y="32"/>
                  </a:lnTo>
                  <a:lnTo>
                    <a:pt x="47" y="32"/>
                  </a:lnTo>
                  <a:close/>
                  <a:moveTo>
                    <a:pt x="44" y="32"/>
                  </a:moveTo>
                  <a:lnTo>
                    <a:pt x="42" y="33"/>
                  </a:lnTo>
                  <a:lnTo>
                    <a:pt x="42" y="34"/>
                  </a:lnTo>
                  <a:lnTo>
                    <a:pt x="42" y="34"/>
                  </a:lnTo>
                  <a:lnTo>
                    <a:pt x="44" y="33"/>
                  </a:lnTo>
                  <a:lnTo>
                    <a:pt x="44" y="32"/>
                  </a:lnTo>
                  <a:lnTo>
                    <a:pt x="44" y="32"/>
                  </a:lnTo>
                  <a:lnTo>
                    <a:pt x="44" y="32"/>
                  </a:lnTo>
                  <a:lnTo>
                    <a:pt x="44" y="32"/>
                  </a:lnTo>
                  <a:close/>
                  <a:moveTo>
                    <a:pt x="24" y="30"/>
                  </a:moveTo>
                  <a:lnTo>
                    <a:pt x="24" y="31"/>
                  </a:lnTo>
                  <a:lnTo>
                    <a:pt x="23" y="33"/>
                  </a:lnTo>
                  <a:lnTo>
                    <a:pt x="22" y="34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24" y="35"/>
                  </a:lnTo>
                  <a:lnTo>
                    <a:pt x="24" y="34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5" y="33"/>
                  </a:lnTo>
                  <a:lnTo>
                    <a:pt x="25" y="34"/>
                  </a:lnTo>
                  <a:lnTo>
                    <a:pt x="25" y="34"/>
                  </a:lnTo>
                  <a:lnTo>
                    <a:pt x="26" y="33"/>
                  </a:lnTo>
                  <a:lnTo>
                    <a:pt x="26" y="32"/>
                  </a:lnTo>
                  <a:lnTo>
                    <a:pt x="25" y="31"/>
                  </a:lnTo>
                  <a:lnTo>
                    <a:pt x="24" y="30"/>
                  </a:lnTo>
                  <a:close/>
                  <a:moveTo>
                    <a:pt x="5" y="30"/>
                  </a:moveTo>
                  <a:lnTo>
                    <a:pt x="5" y="32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4"/>
                  </a:lnTo>
                  <a:lnTo>
                    <a:pt x="6" y="31"/>
                  </a:lnTo>
                  <a:lnTo>
                    <a:pt x="5" y="30"/>
                  </a:lnTo>
                  <a:close/>
                  <a:moveTo>
                    <a:pt x="56" y="28"/>
                  </a:moveTo>
                  <a:lnTo>
                    <a:pt x="54" y="30"/>
                  </a:lnTo>
                  <a:lnTo>
                    <a:pt x="53" y="31"/>
                  </a:lnTo>
                  <a:lnTo>
                    <a:pt x="54" y="32"/>
                  </a:lnTo>
                  <a:lnTo>
                    <a:pt x="54" y="33"/>
                  </a:lnTo>
                  <a:lnTo>
                    <a:pt x="56" y="33"/>
                  </a:lnTo>
                  <a:lnTo>
                    <a:pt x="57" y="32"/>
                  </a:lnTo>
                  <a:lnTo>
                    <a:pt x="56" y="31"/>
                  </a:lnTo>
                  <a:lnTo>
                    <a:pt x="56" y="30"/>
                  </a:lnTo>
                  <a:lnTo>
                    <a:pt x="56" y="28"/>
                  </a:lnTo>
                  <a:close/>
                  <a:moveTo>
                    <a:pt x="29" y="28"/>
                  </a:moveTo>
                  <a:lnTo>
                    <a:pt x="29" y="31"/>
                  </a:lnTo>
                  <a:lnTo>
                    <a:pt x="28" y="32"/>
                  </a:lnTo>
                  <a:lnTo>
                    <a:pt x="29" y="34"/>
                  </a:lnTo>
                  <a:lnTo>
                    <a:pt x="30" y="35"/>
                  </a:lnTo>
                  <a:lnTo>
                    <a:pt x="32" y="34"/>
                  </a:lnTo>
                  <a:lnTo>
                    <a:pt x="32" y="33"/>
                  </a:lnTo>
                  <a:lnTo>
                    <a:pt x="32" y="32"/>
                  </a:lnTo>
                  <a:lnTo>
                    <a:pt x="30" y="30"/>
                  </a:lnTo>
                  <a:lnTo>
                    <a:pt x="29" y="28"/>
                  </a:lnTo>
                  <a:close/>
                  <a:moveTo>
                    <a:pt x="41" y="28"/>
                  </a:moveTo>
                  <a:lnTo>
                    <a:pt x="41" y="30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1" y="31"/>
                  </a:lnTo>
                  <a:lnTo>
                    <a:pt x="42" y="30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41" y="28"/>
                  </a:lnTo>
                  <a:close/>
                  <a:moveTo>
                    <a:pt x="15" y="28"/>
                  </a:moveTo>
                  <a:lnTo>
                    <a:pt x="14" y="30"/>
                  </a:lnTo>
                  <a:lnTo>
                    <a:pt x="14" y="31"/>
                  </a:lnTo>
                  <a:lnTo>
                    <a:pt x="13" y="32"/>
                  </a:lnTo>
                  <a:lnTo>
                    <a:pt x="13" y="33"/>
                  </a:lnTo>
                  <a:lnTo>
                    <a:pt x="13" y="34"/>
                  </a:lnTo>
                  <a:lnTo>
                    <a:pt x="14" y="33"/>
                  </a:lnTo>
                  <a:lnTo>
                    <a:pt x="15" y="32"/>
                  </a:lnTo>
                  <a:lnTo>
                    <a:pt x="15" y="31"/>
                  </a:lnTo>
                  <a:lnTo>
                    <a:pt x="15" y="28"/>
                  </a:lnTo>
                  <a:lnTo>
                    <a:pt x="15" y="28"/>
                  </a:lnTo>
                  <a:close/>
                  <a:moveTo>
                    <a:pt x="45" y="28"/>
                  </a:moveTo>
                  <a:lnTo>
                    <a:pt x="45" y="30"/>
                  </a:lnTo>
                  <a:lnTo>
                    <a:pt x="46" y="30"/>
                  </a:lnTo>
                  <a:lnTo>
                    <a:pt x="46" y="28"/>
                  </a:lnTo>
                  <a:lnTo>
                    <a:pt x="45" y="28"/>
                  </a:lnTo>
                  <a:close/>
                  <a:moveTo>
                    <a:pt x="36" y="28"/>
                  </a:moveTo>
                  <a:lnTo>
                    <a:pt x="36" y="28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35" y="30"/>
                  </a:lnTo>
                  <a:lnTo>
                    <a:pt x="35" y="31"/>
                  </a:lnTo>
                  <a:lnTo>
                    <a:pt x="35" y="33"/>
                  </a:lnTo>
                  <a:lnTo>
                    <a:pt x="34" y="34"/>
                  </a:lnTo>
                  <a:lnTo>
                    <a:pt x="35" y="34"/>
                  </a:lnTo>
                  <a:lnTo>
                    <a:pt x="35" y="35"/>
                  </a:lnTo>
                  <a:lnTo>
                    <a:pt x="36" y="35"/>
                  </a:lnTo>
                  <a:lnTo>
                    <a:pt x="38" y="32"/>
                  </a:lnTo>
                  <a:lnTo>
                    <a:pt x="37" y="30"/>
                  </a:lnTo>
                  <a:lnTo>
                    <a:pt x="36" y="28"/>
                  </a:lnTo>
                  <a:close/>
                  <a:moveTo>
                    <a:pt x="13" y="28"/>
                  </a:moveTo>
                  <a:lnTo>
                    <a:pt x="13" y="28"/>
                  </a:lnTo>
                  <a:lnTo>
                    <a:pt x="12" y="3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3" y="28"/>
                  </a:lnTo>
                  <a:lnTo>
                    <a:pt x="14" y="28"/>
                  </a:lnTo>
                  <a:lnTo>
                    <a:pt x="13" y="28"/>
                  </a:lnTo>
                  <a:close/>
                  <a:moveTo>
                    <a:pt x="9" y="27"/>
                  </a:moveTo>
                  <a:lnTo>
                    <a:pt x="9" y="28"/>
                  </a:lnTo>
                  <a:lnTo>
                    <a:pt x="9" y="30"/>
                  </a:lnTo>
                  <a:lnTo>
                    <a:pt x="9" y="30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9" y="27"/>
                  </a:lnTo>
                  <a:close/>
                  <a:moveTo>
                    <a:pt x="49" y="27"/>
                  </a:moveTo>
                  <a:lnTo>
                    <a:pt x="48" y="28"/>
                  </a:lnTo>
                  <a:lnTo>
                    <a:pt x="48" y="30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8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9" y="27"/>
                  </a:lnTo>
                  <a:close/>
                  <a:moveTo>
                    <a:pt x="20" y="25"/>
                  </a:moveTo>
                  <a:lnTo>
                    <a:pt x="18" y="27"/>
                  </a:lnTo>
                  <a:lnTo>
                    <a:pt x="18" y="30"/>
                  </a:lnTo>
                  <a:lnTo>
                    <a:pt x="20" y="32"/>
                  </a:lnTo>
                  <a:lnTo>
                    <a:pt x="21" y="33"/>
                  </a:lnTo>
                  <a:lnTo>
                    <a:pt x="22" y="32"/>
                  </a:lnTo>
                  <a:lnTo>
                    <a:pt x="22" y="30"/>
                  </a:lnTo>
                  <a:lnTo>
                    <a:pt x="22" y="28"/>
                  </a:lnTo>
                  <a:lnTo>
                    <a:pt x="21" y="27"/>
                  </a:lnTo>
                  <a:lnTo>
                    <a:pt x="20" y="25"/>
                  </a:lnTo>
                  <a:close/>
                  <a:moveTo>
                    <a:pt x="53" y="25"/>
                  </a:moveTo>
                  <a:lnTo>
                    <a:pt x="53" y="26"/>
                  </a:lnTo>
                  <a:lnTo>
                    <a:pt x="52" y="27"/>
                  </a:lnTo>
                  <a:lnTo>
                    <a:pt x="52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4" y="26"/>
                  </a:lnTo>
                  <a:lnTo>
                    <a:pt x="54" y="26"/>
                  </a:lnTo>
                  <a:lnTo>
                    <a:pt x="54" y="25"/>
                  </a:lnTo>
                  <a:lnTo>
                    <a:pt x="53" y="25"/>
                  </a:lnTo>
                  <a:close/>
                  <a:moveTo>
                    <a:pt x="22" y="25"/>
                  </a:moveTo>
                  <a:lnTo>
                    <a:pt x="22" y="26"/>
                  </a:lnTo>
                  <a:lnTo>
                    <a:pt x="23" y="27"/>
                  </a:lnTo>
                  <a:lnTo>
                    <a:pt x="23" y="28"/>
                  </a:lnTo>
                  <a:lnTo>
                    <a:pt x="23" y="27"/>
                  </a:lnTo>
                  <a:lnTo>
                    <a:pt x="23" y="26"/>
                  </a:lnTo>
                  <a:lnTo>
                    <a:pt x="22" y="25"/>
                  </a:lnTo>
                  <a:close/>
                  <a:moveTo>
                    <a:pt x="39" y="25"/>
                  </a:moveTo>
                  <a:lnTo>
                    <a:pt x="38" y="26"/>
                  </a:lnTo>
                  <a:lnTo>
                    <a:pt x="38" y="27"/>
                  </a:lnTo>
                  <a:lnTo>
                    <a:pt x="38" y="28"/>
                  </a:lnTo>
                  <a:lnTo>
                    <a:pt x="39" y="30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5"/>
                  </a:lnTo>
                  <a:lnTo>
                    <a:pt x="39" y="25"/>
                  </a:lnTo>
                  <a:close/>
                  <a:moveTo>
                    <a:pt x="48" y="24"/>
                  </a:moveTo>
                  <a:lnTo>
                    <a:pt x="47" y="25"/>
                  </a:lnTo>
                  <a:lnTo>
                    <a:pt x="47" y="27"/>
                  </a:lnTo>
                  <a:lnTo>
                    <a:pt x="48" y="28"/>
                  </a:lnTo>
                  <a:lnTo>
                    <a:pt x="48" y="27"/>
                  </a:lnTo>
                  <a:lnTo>
                    <a:pt x="49" y="25"/>
                  </a:lnTo>
                  <a:lnTo>
                    <a:pt x="48" y="24"/>
                  </a:lnTo>
                  <a:close/>
                  <a:moveTo>
                    <a:pt x="33" y="24"/>
                  </a:moveTo>
                  <a:lnTo>
                    <a:pt x="32" y="25"/>
                  </a:lnTo>
                  <a:lnTo>
                    <a:pt x="32" y="27"/>
                  </a:lnTo>
                  <a:lnTo>
                    <a:pt x="32" y="28"/>
                  </a:lnTo>
                  <a:lnTo>
                    <a:pt x="33" y="30"/>
                  </a:lnTo>
                  <a:lnTo>
                    <a:pt x="33" y="31"/>
                  </a:lnTo>
                  <a:lnTo>
                    <a:pt x="34" y="28"/>
                  </a:lnTo>
                  <a:lnTo>
                    <a:pt x="35" y="26"/>
                  </a:lnTo>
                  <a:lnTo>
                    <a:pt x="35" y="26"/>
                  </a:lnTo>
                  <a:lnTo>
                    <a:pt x="34" y="25"/>
                  </a:lnTo>
                  <a:lnTo>
                    <a:pt x="34" y="24"/>
                  </a:lnTo>
                  <a:lnTo>
                    <a:pt x="33" y="24"/>
                  </a:lnTo>
                  <a:close/>
                  <a:moveTo>
                    <a:pt x="27" y="24"/>
                  </a:moveTo>
                  <a:lnTo>
                    <a:pt x="26" y="26"/>
                  </a:lnTo>
                  <a:lnTo>
                    <a:pt x="26" y="28"/>
                  </a:lnTo>
                  <a:lnTo>
                    <a:pt x="27" y="30"/>
                  </a:lnTo>
                  <a:lnTo>
                    <a:pt x="28" y="30"/>
                  </a:lnTo>
                  <a:lnTo>
                    <a:pt x="28" y="28"/>
                  </a:lnTo>
                  <a:lnTo>
                    <a:pt x="29" y="27"/>
                  </a:lnTo>
                  <a:lnTo>
                    <a:pt x="28" y="26"/>
                  </a:lnTo>
                  <a:lnTo>
                    <a:pt x="28" y="24"/>
                  </a:lnTo>
                  <a:lnTo>
                    <a:pt x="27" y="24"/>
                  </a:lnTo>
                  <a:close/>
                  <a:moveTo>
                    <a:pt x="39" y="23"/>
                  </a:moveTo>
                  <a:lnTo>
                    <a:pt x="38" y="23"/>
                  </a:lnTo>
                  <a:lnTo>
                    <a:pt x="38" y="24"/>
                  </a:lnTo>
                  <a:lnTo>
                    <a:pt x="37" y="25"/>
                  </a:lnTo>
                  <a:lnTo>
                    <a:pt x="38" y="26"/>
                  </a:lnTo>
                  <a:lnTo>
                    <a:pt x="38" y="25"/>
                  </a:lnTo>
                  <a:lnTo>
                    <a:pt x="39" y="24"/>
                  </a:lnTo>
                  <a:lnTo>
                    <a:pt x="39" y="23"/>
                  </a:lnTo>
                  <a:close/>
                  <a:moveTo>
                    <a:pt x="41" y="23"/>
                  </a:moveTo>
                  <a:lnTo>
                    <a:pt x="41" y="23"/>
                  </a:lnTo>
                  <a:lnTo>
                    <a:pt x="41" y="24"/>
                  </a:lnTo>
                  <a:lnTo>
                    <a:pt x="42" y="23"/>
                  </a:lnTo>
                  <a:lnTo>
                    <a:pt x="42" y="23"/>
                  </a:lnTo>
                  <a:lnTo>
                    <a:pt x="41" y="23"/>
                  </a:lnTo>
                  <a:close/>
                  <a:moveTo>
                    <a:pt x="56" y="22"/>
                  </a:moveTo>
                  <a:lnTo>
                    <a:pt x="57" y="25"/>
                  </a:lnTo>
                  <a:lnTo>
                    <a:pt x="58" y="27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60" y="30"/>
                  </a:lnTo>
                  <a:lnTo>
                    <a:pt x="61" y="28"/>
                  </a:lnTo>
                  <a:lnTo>
                    <a:pt x="60" y="27"/>
                  </a:lnTo>
                  <a:lnTo>
                    <a:pt x="59" y="25"/>
                  </a:lnTo>
                  <a:lnTo>
                    <a:pt x="58" y="23"/>
                  </a:lnTo>
                  <a:lnTo>
                    <a:pt x="56" y="22"/>
                  </a:lnTo>
                  <a:close/>
                  <a:moveTo>
                    <a:pt x="18" y="22"/>
                  </a:moveTo>
                  <a:lnTo>
                    <a:pt x="18" y="23"/>
                  </a:lnTo>
                  <a:lnTo>
                    <a:pt x="17" y="24"/>
                  </a:lnTo>
                  <a:lnTo>
                    <a:pt x="17" y="25"/>
                  </a:lnTo>
                  <a:lnTo>
                    <a:pt x="17" y="26"/>
                  </a:lnTo>
                  <a:lnTo>
                    <a:pt x="18" y="25"/>
                  </a:lnTo>
                  <a:lnTo>
                    <a:pt x="20" y="24"/>
                  </a:lnTo>
                  <a:lnTo>
                    <a:pt x="20" y="23"/>
                  </a:lnTo>
                  <a:lnTo>
                    <a:pt x="18" y="22"/>
                  </a:lnTo>
                  <a:close/>
                  <a:moveTo>
                    <a:pt x="46" y="21"/>
                  </a:moveTo>
                  <a:lnTo>
                    <a:pt x="46" y="22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46" y="23"/>
                  </a:lnTo>
                  <a:lnTo>
                    <a:pt x="47" y="22"/>
                  </a:lnTo>
                  <a:lnTo>
                    <a:pt x="47" y="21"/>
                  </a:lnTo>
                  <a:lnTo>
                    <a:pt x="46" y="21"/>
                  </a:lnTo>
                  <a:close/>
                  <a:moveTo>
                    <a:pt x="40" y="20"/>
                  </a:moveTo>
                  <a:lnTo>
                    <a:pt x="40" y="20"/>
                  </a:lnTo>
                  <a:lnTo>
                    <a:pt x="40" y="21"/>
                  </a:lnTo>
                  <a:lnTo>
                    <a:pt x="41" y="22"/>
                  </a:lnTo>
                  <a:lnTo>
                    <a:pt x="41" y="21"/>
                  </a:lnTo>
                  <a:lnTo>
                    <a:pt x="41" y="20"/>
                  </a:lnTo>
                  <a:lnTo>
                    <a:pt x="40" y="20"/>
                  </a:lnTo>
                  <a:close/>
                  <a:moveTo>
                    <a:pt x="11" y="19"/>
                  </a:moveTo>
                  <a:lnTo>
                    <a:pt x="9" y="22"/>
                  </a:lnTo>
                  <a:lnTo>
                    <a:pt x="8" y="25"/>
                  </a:lnTo>
                  <a:lnTo>
                    <a:pt x="6" y="27"/>
                  </a:lnTo>
                  <a:lnTo>
                    <a:pt x="8" y="24"/>
                  </a:lnTo>
                  <a:lnTo>
                    <a:pt x="10" y="22"/>
                  </a:lnTo>
                  <a:lnTo>
                    <a:pt x="11" y="19"/>
                  </a:lnTo>
                  <a:close/>
                  <a:moveTo>
                    <a:pt x="15" y="19"/>
                  </a:moveTo>
                  <a:lnTo>
                    <a:pt x="15" y="20"/>
                  </a:lnTo>
                  <a:lnTo>
                    <a:pt x="15" y="21"/>
                  </a:lnTo>
                  <a:lnTo>
                    <a:pt x="16" y="21"/>
                  </a:lnTo>
                  <a:lnTo>
                    <a:pt x="16" y="20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5" y="19"/>
                  </a:lnTo>
                  <a:close/>
                  <a:moveTo>
                    <a:pt x="25" y="18"/>
                  </a:moveTo>
                  <a:lnTo>
                    <a:pt x="23" y="20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5" y="25"/>
                  </a:lnTo>
                  <a:lnTo>
                    <a:pt x="26" y="23"/>
                  </a:lnTo>
                  <a:lnTo>
                    <a:pt x="26" y="21"/>
                  </a:lnTo>
                  <a:lnTo>
                    <a:pt x="26" y="20"/>
                  </a:lnTo>
                  <a:lnTo>
                    <a:pt x="25" y="18"/>
                  </a:lnTo>
                  <a:close/>
                  <a:moveTo>
                    <a:pt x="36" y="18"/>
                  </a:moveTo>
                  <a:lnTo>
                    <a:pt x="36" y="20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6" y="23"/>
                  </a:lnTo>
                  <a:lnTo>
                    <a:pt x="36" y="24"/>
                  </a:lnTo>
                  <a:lnTo>
                    <a:pt x="37" y="24"/>
                  </a:lnTo>
                  <a:lnTo>
                    <a:pt x="37" y="23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8" y="21"/>
                  </a:lnTo>
                  <a:lnTo>
                    <a:pt x="38" y="20"/>
                  </a:lnTo>
                  <a:lnTo>
                    <a:pt x="37" y="19"/>
                  </a:lnTo>
                  <a:lnTo>
                    <a:pt x="37" y="19"/>
                  </a:lnTo>
                  <a:lnTo>
                    <a:pt x="37" y="19"/>
                  </a:lnTo>
                  <a:lnTo>
                    <a:pt x="37" y="19"/>
                  </a:lnTo>
                  <a:lnTo>
                    <a:pt x="37" y="18"/>
                  </a:lnTo>
                  <a:lnTo>
                    <a:pt x="36" y="18"/>
                  </a:lnTo>
                  <a:close/>
                  <a:moveTo>
                    <a:pt x="39" y="16"/>
                  </a:moveTo>
                  <a:lnTo>
                    <a:pt x="38" y="18"/>
                  </a:lnTo>
                  <a:lnTo>
                    <a:pt x="39" y="19"/>
                  </a:lnTo>
                  <a:lnTo>
                    <a:pt x="39" y="19"/>
                  </a:lnTo>
                  <a:lnTo>
                    <a:pt x="40" y="19"/>
                  </a:lnTo>
                  <a:lnTo>
                    <a:pt x="39" y="18"/>
                  </a:lnTo>
                  <a:lnTo>
                    <a:pt x="39" y="16"/>
                  </a:lnTo>
                  <a:close/>
                  <a:moveTo>
                    <a:pt x="44" y="15"/>
                  </a:moveTo>
                  <a:lnTo>
                    <a:pt x="42" y="16"/>
                  </a:lnTo>
                  <a:lnTo>
                    <a:pt x="42" y="19"/>
                  </a:lnTo>
                  <a:lnTo>
                    <a:pt x="42" y="20"/>
                  </a:lnTo>
                  <a:lnTo>
                    <a:pt x="44" y="20"/>
                  </a:lnTo>
                  <a:lnTo>
                    <a:pt x="45" y="18"/>
                  </a:lnTo>
                  <a:lnTo>
                    <a:pt x="45" y="16"/>
                  </a:lnTo>
                  <a:lnTo>
                    <a:pt x="44" y="15"/>
                  </a:lnTo>
                  <a:close/>
                  <a:moveTo>
                    <a:pt x="23" y="14"/>
                  </a:moveTo>
                  <a:lnTo>
                    <a:pt x="22" y="15"/>
                  </a:lnTo>
                  <a:lnTo>
                    <a:pt x="22" y="16"/>
                  </a:lnTo>
                  <a:lnTo>
                    <a:pt x="21" y="19"/>
                  </a:lnTo>
                  <a:lnTo>
                    <a:pt x="22" y="20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4" y="14"/>
                  </a:lnTo>
                  <a:lnTo>
                    <a:pt x="23" y="14"/>
                  </a:lnTo>
                  <a:close/>
                  <a:moveTo>
                    <a:pt x="21" y="14"/>
                  </a:moveTo>
                  <a:lnTo>
                    <a:pt x="21" y="15"/>
                  </a:lnTo>
                  <a:lnTo>
                    <a:pt x="21" y="15"/>
                  </a:lnTo>
                  <a:lnTo>
                    <a:pt x="21" y="16"/>
                  </a:lnTo>
                  <a:lnTo>
                    <a:pt x="21" y="15"/>
                  </a:lnTo>
                  <a:lnTo>
                    <a:pt x="22" y="15"/>
                  </a:lnTo>
                  <a:lnTo>
                    <a:pt x="21" y="14"/>
                  </a:lnTo>
                  <a:close/>
                  <a:moveTo>
                    <a:pt x="35" y="14"/>
                  </a:moveTo>
                  <a:lnTo>
                    <a:pt x="34" y="14"/>
                  </a:lnTo>
                  <a:lnTo>
                    <a:pt x="34" y="15"/>
                  </a:lnTo>
                  <a:lnTo>
                    <a:pt x="33" y="16"/>
                  </a:lnTo>
                  <a:lnTo>
                    <a:pt x="32" y="16"/>
                  </a:lnTo>
                  <a:lnTo>
                    <a:pt x="32" y="15"/>
                  </a:lnTo>
                  <a:lnTo>
                    <a:pt x="32" y="15"/>
                  </a:lnTo>
                  <a:lnTo>
                    <a:pt x="30" y="16"/>
                  </a:lnTo>
                  <a:lnTo>
                    <a:pt x="30" y="19"/>
                  </a:lnTo>
                  <a:lnTo>
                    <a:pt x="30" y="20"/>
                  </a:lnTo>
                  <a:lnTo>
                    <a:pt x="29" y="20"/>
                  </a:lnTo>
                  <a:lnTo>
                    <a:pt x="28" y="22"/>
                  </a:lnTo>
                  <a:lnTo>
                    <a:pt x="29" y="23"/>
                  </a:lnTo>
                  <a:lnTo>
                    <a:pt x="29" y="24"/>
                  </a:lnTo>
                  <a:lnTo>
                    <a:pt x="30" y="25"/>
                  </a:lnTo>
                  <a:lnTo>
                    <a:pt x="32" y="23"/>
                  </a:lnTo>
                  <a:lnTo>
                    <a:pt x="32" y="21"/>
                  </a:lnTo>
                  <a:lnTo>
                    <a:pt x="32" y="20"/>
                  </a:lnTo>
                  <a:lnTo>
                    <a:pt x="33" y="19"/>
                  </a:lnTo>
                  <a:lnTo>
                    <a:pt x="34" y="19"/>
                  </a:lnTo>
                  <a:lnTo>
                    <a:pt x="35" y="18"/>
                  </a:lnTo>
                  <a:lnTo>
                    <a:pt x="36" y="15"/>
                  </a:lnTo>
                  <a:lnTo>
                    <a:pt x="35" y="14"/>
                  </a:lnTo>
                  <a:close/>
                  <a:moveTo>
                    <a:pt x="54" y="14"/>
                  </a:moveTo>
                  <a:lnTo>
                    <a:pt x="54" y="14"/>
                  </a:lnTo>
                  <a:lnTo>
                    <a:pt x="56" y="15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57" y="18"/>
                  </a:lnTo>
                  <a:lnTo>
                    <a:pt x="57" y="18"/>
                  </a:lnTo>
                  <a:lnTo>
                    <a:pt x="57" y="18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8" y="19"/>
                  </a:lnTo>
                  <a:lnTo>
                    <a:pt x="58" y="20"/>
                  </a:lnTo>
                  <a:lnTo>
                    <a:pt x="58" y="19"/>
                  </a:lnTo>
                  <a:lnTo>
                    <a:pt x="59" y="20"/>
                  </a:lnTo>
                  <a:lnTo>
                    <a:pt x="59" y="20"/>
                  </a:lnTo>
                  <a:lnTo>
                    <a:pt x="59" y="21"/>
                  </a:lnTo>
                  <a:lnTo>
                    <a:pt x="59" y="22"/>
                  </a:lnTo>
                  <a:lnTo>
                    <a:pt x="60" y="23"/>
                  </a:lnTo>
                  <a:lnTo>
                    <a:pt x="61" y="23"/>
                  </a:lnTo>
                  <a:lnTo>
                    <a:pt x="61" y="24"/>
                  </a:lnTo>
                  <a:lnTo>
                    <a:pt x="61" y="25"/>
                  </a:lnTo>
                  <a:lnTo>
                    <a:pt x="62" y="26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3" y="27"/>
                  </a:lnTo>
                  <a:lnTo>
                    <a:pt x="62" y="28"/>
                  </a:lnTo>
                  <a:lnTo>
                    <a:pt x="63" y="30"/>
                  </a:lnTo>
                  <a:lnTo>
                    <a:pt x="64" y="30"/>
                  </a:lnTo>
                  <a:lnTo>
                    <a:pt x="64" y="31"/>
                  </a:lnTo>
                  <a:lnTo>
                    <a:pt x="64" y="32"/>
                  </a:lnTo>
                  <a:lnTo>
                    <a:pt x="66" y="35"/>
                  </a:lnTo>
                  <a:lnTo>
                    <a:pt x="68" y="37"/>
                  </a:lnTo>
                  <a:lnTo>
                    <a:pt x="69" y="39"/>
                  </a:lnTo>
                  <a:lnTo>
                    <a:pt x="66" y="28"/>
                  </a:lnTo>
                  <a:lnTo>
                    <a:pt x="61" y="21"/>
                  </a:lnTo>
                  <a:lnTo>
                    <a:pt x="54" y="14"/>
                  </a:lnTo>
                  <a:close/>
                  <a:moveTo>
                    <a:pt x="42" y="13"/>
                  </a:moveTo>
                  <a:lnTo>
                    <a:pt x="41" y="13"/>
                  </a:lnTo>
                  <a:lnTo>
                    <a:pt x="41" y="14"/>
                  </a:lnTo>
                  <a:lnTo>
                    <a:pt x="40" y="15"/>
                  </a:lnTo>
                  <a:lnTo>
                    <a:pt x="41" y="15"/>
                  </a:lnTo>
                  <a:lnTo>
                    <a:pt x="41" y="15"/>
                  </a:lnTo>
                  <a:lnTo>
                    <a:pt x="42" y="15"/>
                  </a:lnTo>
                  <a:lnTo>
                    <a:pt x="42" y="14"/>
                  </a:lnTo>
                  <a:lnTo>
                    <a:pt x="42" y="13"/>
                  </a:lnTo>
                  <a:close/>
                  <a:moveTo>
                    <a:pt x="20" y="13"/>
                  </a:moveTo>
                  <a:lnTo>
                    <a:pt x="18" y="14"/>
                  </a:lnTo>
                  <a:lnTo>
                    <a:pt x="17" y="15"/>
                  </a:lnTo>
                  <a:lnTo>
                    <a:pt x="17" y="18"/>
                  </a:lnTo>
                  <a:lnTo>
                    <a:pt x="18" y="16"/>
                  </a:lnTo>
                  <a:lnTo>
                    <a:pt x="20" y="14"/>
                  </a:lnTo>
                  <a:lnTo>
                    <a:pt x="20" y="13"/>
                  </a:lnTo>
                  <a:close/>
                  <a:moveTo>
                    <a:pt x="34" y="12"/>
                  </a:moveTo>
                  <a:lnTo>
                    <a:pt x="34" y="13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4" y="13"/>
                  </a:lnTo>
                  <a:lnTo>
                    <a:pt x="34" y="12"/>
                  </a:lnTo>
                  <a:close/>
                  <a:moveTo>
                    <a:pt x="23" y="12"/>
                  </a:moveTo>
                  <a:lnTo>
                    <a:pt x="22" y="13"/>
                  </a:lnTo>
                  <a:lnTo>
                    <a:pt x="22" y="13"/>
                  </a:lnTo>
                  <a:lnTo>
                    <a:pt x="22" y="14"/>
                  </a:lnTo>
                  <a:lnTo>
                    <a:pt x="22" y="13"/>
                  </a:lnTo>
                  <a:lnTo>
                    <a:pt x="23" y="13"/>
                  </a:lnTo>
                  <a:lnTo>
                    <a:pt x="23" y="12"/>
                  </a:lnTo>
                  <a:close/>
                  <a:moveTo>
                    <a:pt x="47" y="11"/>
                  </a:moveTo>
                  <a:lnTo>
                    <a:pt x="46" y="12"/>
                  </a:lnTo>
                  <a:lnTo>
                    <a:pt x="46" y="14"/>
                  </a:lnTo>
                  <a:lnTo>
                    <a:pt x="46" y="16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8" y="15"/>
                  </a:lnTo>
                  <a:lnTo>
                    <a:pt x="48" y="15"/>
                  </a:lnTo>
                  <a:lnTo>
                    <a:pt x="49" y="16"/>
                  </a:lnTo>
                  <a:lnTo>
                    <a:pt x="48" y="18"/>
                  </a:lnTo>
                  <a:lnTo>
                    <a:pt x="48" y="19"/>
                  </a:lnTo>
                  <a:lnTo>
                    <a:pt x="48" y="21"/>
                  </a:lnTo>
                  <a:lnTo>
                    <a:pt x="49" y="23"/>
                  </a:lnTo>
                  <a:lnTo>
                    <a:pt x="50" y="25"/>
                  </a:lnTo>
                  <a:lnTo>
                    <a:pt x="51" y="24"/>
                  </a:lnTo>
                  <a:lnTo>
                    <a:pt x="52" y="22"/>
                  </a:lnTo>
                  <a:lnTo>
                    <a:pt x="52" y="20"/>
                  </a:lnTo>
                  <a:lnTo>
                    <a:pt x="51" y="18"/>
                  </a:lnTo>
                  <a:lnTo>
                    <a:pt x="50" y="15"/>
                  </a:lnTo>
                  <a:lnTo>
                    <a:pt x="50" y="13"/>
                  </a:lnTo>
                  <a:lnTo>
                    <a:pt x="49" y="12"/>
                  </a:lnTo>
                  <a:lnTo>
                    <a:pt x="48" y="11"/>
                  </a:lnTo>
                  <a:lnTo>
                    <a:pt x="47" y="11"/>
                  </a:lnTo>
                  <a:close/>
                  <a:moveTo>
                    <a:pt x="33" y="9"/>
                  </a:moveTo>
                  <a:lnTo>
                    <a:pt x="32" y="10"/>
                  </a:lnTo>
                  <a:lnTo>
                    <a:pt x="29" y="11"/>
                  </a:lnTo>
                  <a:lnTo>
                    <a:pt x="28" y="12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7" y="14"/>
                  </a:lnTo>
                  <a:lnTo>
                    <a:pt x="26" y="15"/>
                  </a:lnTo>
                  <a:lnTo>
                    <a:pt x="26" y="16"/>
                  </a:lnTo>
                  <a:lnTo>
                    <a:pt x="27" y="19"/>
                  </a:lnTo>
                  <a:lnTo>
                    <a:pt x="27" y="20"/>
                  </a:lnTo>
                  <a:lnTo>
                    <a:pt x="30" y="14"/>
                  </a:lnTo>
                  <a:lnTo>
                    <a:pt x="33" y="10"/>
                  </a:lnTo>
                  <a:lnTo>
                    <a:pt x="33" y="9"/>
                  </a:lnTo>
                  <a:lnTo>
                    <a:pt x="33" y="9"/>
                  </a:lnTo>
                  <a:close/>
                  <a:moveTo>
                    <a:pt x="27" y="9"/>
                  </a:moveTo>
                  <a:lnTo>
                    <a:pt x="26" y="10"/>
                  </a:lnTo>
                  <a:lnTo>
                    <a:pt x="26" y="10"/>
                  </a:lnTo>
                  <a:lnTo>
                    <a:pt x="25" y="12"/>
                  </a:lnTo>
                  <a:lnTo>
                    <a:pt x="25" y="13"/>
                  </a:lnTo>
                  <a:lnTo>
                    <a:pt x="26" y="12"/>
                  </a:lnTo>
                  <a:lnTo>
                    <a:pt x="27" y="10"/>
                  </a:lnTo>
                  <a:lnTo>
                    <a:pt x="27" y="9"/>
                  </a:lnTo>
                  <a:close/>
                  <a:moveTo>
                    <a:pt x="21" y="9"/>
                  </a:moveTo>
                  <a:lnTo>
                    <a:pt x="21" y="9"/>
                  </a:lnTo>
                  <a:lnTo>
                    <a:pt x="18" y="10"/>
                  </a:lnTo>
                  <a:lnTo>
                    <a:pt x="16" y="11"/>
                  </a:lnTo>
                  <a:lnTo>
                    <a:pt x="14" y="13"/>
                  </a:lnTo>
                  <a:lnTo>
                    <a:pt x="14" y="16"/>
                  </a:lnTo>
                  <a:lnTo>
                    <a:pt x="16" y="14"/>
                  </a:lnTo>
                  <a:lnTo>
                    <a:pt x="17" y="12"/>
                  </a:lnTo>
                  <a:lnTo>
                    <a:pt x="18" y="11"/>
                  </a:lnTo>
                  <a:lnTo>
                    <a:pt x="21" y="9"/>
                  </a:lnTo>
                  <a:lnTo>
                    <a:pt x="21" y="9"/>
                  </a:lnTo>
                  <a:close/>
                  <a:moveTo>
                    <a:pt x="36" y="8"/>
                  </a:moveTo>
                  <a:lnTo>
                    <a:pt x="36" y="9"/>
                  </a:lnTo>
                  <a:lnTo>
                    <a:pt x="36" y="10"/>
                  </a:lnTo>
                  <a:lnTo>
                    <a:pt x="36" y="11"/>
                  </a:lnTo>
                  <a:lnTo>
                    <a:pt x="36" y="10"/>
                  </a:lnTo>
                  <a:lnTo>
                    <a:pt x="36" y="9"/>
                  </a:lnTo>
                  <a:lnTo>
                    <a:pt x="36" y="8"/>
                  </a:lnTo>
                  <a:close/>
                  <a:moveTo>
                    <a:pt x="41" y="8"/>
                  </a:moveTo>
                  <a:lnTo>
                    <a:pt x="41" y="9"/>
                  </a:lnTo>
                  <a:lnTo>
                    <a:pt x="40" y="10"/>
                  </a:lnTo>
                  <a:lnTo>
                    <a:pt x="39" y="11"/>
                  </a:lnTo>
                  <a:lnTo>
                    <a:pt x="40" y="13"/>
                  </a:lnTo>
                  <a:lnTo>
                    <a:pt x="42" y="11"/>
                  </a:lnTo>
                  <a:lnTo>
                    <a:pt x="45" y="9"/>
                  </a:lnTo>
                  <a:lnTo>
                    <a:pt x="44" y="9"/>
                  </a:lnTo>
                  <a:lnTo>
                    <a:pt x="42" y="8"/>
                  </a:lnTo>
                  <a:lnTo>
                    <a:pt x="41" y="8"/>
                  </a:lnTo>
                  <a:close/>
                  <a:moveTo>
                    <a:pt x="26" y="8"/>
                  </a:moveTo>
                  <a:lnTo>
                    <a:pt x="25" y="8"/>
                  </a:lnTo>
                  <a:lnTo>
                    <a:pt x="24" y="9"/>
                  </a:lnTo>
                  <a:lnTo>
                    <a:pt x="24" y="11"/>
                  </a:lnTo>
                  <a:lnTo>
                    <a:pt x="25" y="9"/>
                  </a:lnTo>
                  <a:lnTo>
                    <a:pt x="26" y="8"/>
                  </a:lnTo>
                  <a:close/>
                  <a:moveTo>
                    <a:pt x="44" y="6"/>
                  </a:moveTo>
                  <a:lnTo>
                    <a:pt x="47" y="7"/>
                  </a:lnTo>
                  <a:lnTo>
                    <a:pt x="48" y="9"/>
                  </a:lnTo>
                  <a:lnTo>
                    <a:pt x="50" y="10"/>
                  </a:lnTo>
                  <a:lnTo>
                    <a:pt x="53" y="10"/>
                  </a:lnTo>
                  <a:lnTo>
                    <a:pt x="56" y="12"/>
                  </a:lnTo>
                  <a:lnTo>
                    <a:pt x="58" y="13"/>
                  </a:lnTo>
                  <a:lnTo>
                    <a:pt x="59" y="15"/>
                  </a:lnTo>
                  <a:lnTo>
                    <a:pt x="61" y="18"/>
                  </a:lnTo>
                  <a:lnTo>
                    <a:pt x="63" y="19"/>
                  </a:lnTo>
                  <a:lnTo>
                    <a:pt x="59" y="12"/>
                  </a:lnTo>
                  <a:lnTo>
                    <a:pt x="52" y="8"/>
                  </a:lnTo>
                  <a:lnTo>
                    <a:pt x="44" y="6"/>
                  </a:lnTo>
                  <a:close/>
                  <a:moveTo>
                    <a:pt x="38" y="6"/>
                  </a:moveTo>
                  <a:lnTo>
                    <a:pt x="37" y="7"/>
                  </a:lnTo>
                  <a:lnTo>
                    <a:pt x="36" y="8"/>
                  </a:lnTo>
                  <a:lnTo>
                    <a:pt x="37" y="8"/>
                  </a:lnTo>
                  <a:lnTo>
                    <a:pt x="38" y="8"/>
                  </a:lnTo>
                  <a:lnTo>
                    <a:pt x="39" y="8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8" y="6"/>
                  </a:lnTo>
                  <a:lnTo>
                    <a:pt x="38" y="6"/>
                  </a:lnTo>
                  <a:close/>
                  <a:moveTo>
                    <a:pt x="29" y="4"/>
                  </a:moveTo>
                  <a:lnTo>
                    <a:pt x="28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8" y="6"/>
                  </a:lnTo>
                  <a:lnTo>
                    <a:pt x="28" y="6"/>
                  </a:lnTo>
                  <a:lnTo>
                    <a:pt x="29" y="4"/>
                  </a:lnTo>
                  <a:close/>
                  <a:moveTo>
                    <a:pt x="34" y="4"/>
                  </a:moveTo>
                  <a:lnTo>
                    <a:pt x="33" y="6"/>
                  </a:lnTo>
                  <a:lnTo>
                    <a:pt x="32" y="7"/>
                  </a:lnTo>
                  <a:lnTo>
                    <a:pt x="30" y="8"/>
                  </a:lnTo>
                  <a:lnTo>
                    <a:pt x="29" y="9"/>
                  </a:lnTo>
                  <a:lnTo>
                    <a:pt x="29" y="10"/>
                  </a:lnTo>
                  <a:lnTo>
                    <a:pt x="30" y="9"/>
                  </a:lnTo>
                  <a:lnTo>
                    <a:pt x="32" y="8"/>
                  </a:lnTo>
                  <a:lnTo>
                    <a:pt x="32" y="6"/>
                  </a:lnTo>
                  <a:lnTo>
                    <a:pt x="33" y="6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6" y="6"/>
                  </a:lnTo>
                  <a:lnTo>
                    <a:pt x="34" y="4"/>
                  </a:lnTo>
                  <a:close/>
                  <a:moveTo>
                    <a:pt x="39" y="3"/>
                  </a:moveTo>
                  <a:lnTo>
                    <a:pt x="39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2" y="3"/>
                  </a:lnTo>
                  <a:lnTo>
                    <a:pt x="41" y="3"/>
                  </a:lnTo>
                  <a:lnTo>
                    <a:pt x="40" y="3"/>
                  </a:lnTo>
                  <a:lnTo>
                    <a:pt x="39" y="3"/>
                  </a:lnTo>
                  <a:close/>
                  <a:moveTo>
                    <a:pt x="35" y="0"/>
                  </a:moveTo>
                  <a:lnTo>
                    <a:pt x="44" y="1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44" y="3"/>
                  </a:lnTo>
                  <a:lnTo>
                    <a:pt x="44" y="3"/>
                  </a:lnTo>
                  <a:lnTo>
                    <a:pt x="45" y="2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46" y="3"/>
                  </a:lnTo>
                  <a:lnTo>
                    <a:pt x="47" y="3"/>
                  </a:lnTo>
                  <a:lnTo>
                    <a:pt x="50" y="4"/>
                  </a:lnTo>
                  <a:lnTo>
                    <a:pt x="53" y="6"/>
                  </a:lnTo>
                  <a:lnTo>
                    <a:pt x="56" y="7"/>
                  </a:lnTo>
                  <a:lnTo>
                    <a:pt x="59" y="9"/>
                  </a:lnTo>
                  <a:lnTo>
                    <a:pt x="60" y="11"/>
                  </a:lnTo>
                  <a:lnTo>
                    <a:pt x="65" y="20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1" y="43"/>
                  </a:lnTo>
                  <a:lnTo>
                    <a:pt x="71" y="45"/>
                  </a:lnTo>
                  <a:lnTo>
                    <a:pt x="71" y="48"/>
                  </a:lnTo>
                  <a:lnTo>
                    <a:pt x="71" y="51"/>
                  </a:lnTo>
                  <a:lnTo>
                    <a:pt x="71" y="56"/>
                  </a:lnTo>
                  <a:lnTo>
                    <a:pt x="71" y="59"/>
                  </a:lnTo>
                  <a:lnTo>
                    <a:pt x="70" y="63"/>
                  </a:lnTo>
                  <a:lnTo>
                    <a:pt x="66" y="73"/>
                  </a:lnTo>
                  <a:lnTo>
                    <a:pt x="61" y="82"/>
                  </a:lnTo>
                  <a:lnTo>
                    <a:pt x="58" y="85"/>
                  </a:lnTo>
                  <a:lnTo>
                    <a:pt x="53" y="88"/>
                  </a:lnTo>
                  <a:lnTo>
                    <a:pt x="50" y="91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6" y="96"/>
                  </a:lnTo>
                  <a:lnTo>
                    <a:pt x="45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5" y="94"/>
                  </a:lnTo>
                  <a:lnTo>
                    <a:pt x="38" y="94"/>
                  </a:lnTo>
                  <a:lnTo>
                    <a:pt x="30" y="94"/>
                  </a:lnTo>
                  <a:lnTo>
                    <a:pt x="25" y="92"/>
                  </a:lnTo>
                  <a:lnTo>
                    <a:pt x="25" y="93"/>
                  </a:lnTo>
                  <a:lnTo>
                    <a:pt x="25" y="93"/>
                  </a:lnTo>
                  <a:lnTo>
                    <a:pt x="25" y="93"/>
                  </a:lnTo>
                  <a:lnTo>
                    <a:pt x="25" y="93"/>
                  </a:lnTo>
                  <a:lnTo>
                    <a:pt x="24" y="93"/>
                  </a:lnTo>
                  <a:lnTo>
                    <a:pt x="23" y="92"/>
                  </a:lnTo>
                  <a:lnTo>
                    <a:pt x="22" y="91"/>
                  </a:lnTo>
                  <a:lnTo>
                    <a:pt x="18" y="88"/>
                  </a:lnTo>
                  <a:lnTo>
                    <a:pt x="15" y="86"/>
                  </a:lnTo>
                  <a:lnTo>
                    <a:pt x="8" y="78"/>
                  </a:lnTo>
                  <a:lnTo>
                    <a:pt x="3" y="67"/>
                  </a:lnTo>
                  <a:lnTo>
                    <a:pt x="2" y="66"/>
                  </a:lnTo>
                  <a:lnTo>
                    <a:pt x="2" y="62"/>
                  </a:lnTo>
                  <a:lnTo>
                    <a:pt x="1" y="60"/>
                  </a:lnTo>
                  <a:lnTo>
                    <a:pt x="0" y="57"/>
                  </a:lnTo>
                  <a:lnTo>
                    <a:pt x="0" y="55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2" y="33"/>
                  </a:lnTo>
                  <a:lnTo>
                    <a:pt x="8" y="18"/>
                  </a:lnTo>
                  <a:lnTo>
                    <a:pt x="11" y="12"/>
                  </a:lnTo>
                  <a:lnTo>
                    <a:pt x="15" y="8"/>
                  </a:lnTo>
                  <a:lnTo>
                    <a:pt x="20" y="3"/>
                  </a:lnTo>
                  <a:lnTo>
                    <a:pt x="27" y="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690527" y="1413381"/>
            <a:ext cx="3754162" cy="3691877"/>
            <a:chOff x="5690527" y="1413381"/>
            <a:chExt cx="3754162" cy="3691877"/>
          </a:xfrm>
        </p:grpSpPr>
        <p:sp>
          <p:nvSpPr>
            <p:cNvPr id="5" name="Freeform 113"/>
            <p:cNvSpPr>
              <a:spLocks/>
            </p:cNvSpPr>
            <p:nvPr/>
          </p:nvSpPr>
          <p:spPr bwMode="auto">
            <a:xfrm>
              <a:off x="5690527" y="2947886"/>
              <a:ext cx="11325" cy="22650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1 h 4"/>
                <a:gd name="T4" fmla="*/ 2 w 2"/>
                <a:gd name="T5" fmla="*/ 0 h 4"/>
                <a:gd name="T6" fmla="*/ 1 w 2"/>
                <a:gd name="T7" fmla="*/ 1 h 4"/>
                <a:gd name="T8" fmla="*/ 1 w 2"/>
                <a:gd name="T9" fmla="*/ 2 h 4"/>
                <a:gd name="T10" fmla="*/ 1 w 2"/>
                <a:gd name="T11" fmla="*/ 3 h 4"/>
                <a:gd name="T12" fmla="*/ 1 w 2"/>
                <a:gd name="T13" fmla="*/ 4 h 4"/>
                <a:gd name="T14" fmla="*/ 0 w 2"/>
                <a:gd name="T15" fmla="*/ 3 h 4"/>
                <a:gd name="T16" fmla="*/ 0 w 2"/>
                <a:gd name="T17" fmla="*/ 1 h 4"/>
                <a:gd name="T18" fmla="*/ 1 w 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2" name="Freeform 150"/>
            <p:cNvSpPr>
              <a:spLocks noEditPoints="1"/>
            </p:cNvSpPr>
            <p:nvPr/>
          </p:nvSpPr>
          <p:spPr bwMode="auto">
            <a:xfrm>
              <a:off x="6364349" y="3106433"/>
              <a:ext cx="2525425" cy="1953526"/>
            </a:xfrm>
            <a:custGeom>
              <a:avLst/>
              <a:gdLst>
                <a:gd name="T0" fmla="*/ 71 w 446"/>
                <a:gd name="T1" fmla="*/ 337 h 345"/>
                <a:gd name="T2" fmla="*/ 69 w 446"/>
                <a:gd name="T3" fmla="*/ 324 h 345"/>
                <a:gd name="T4" fmla="*/ 421 w 446"/>
                <a:gd name="T5" fmla="*/ 328 h 345"/>
                <a:gd name="T6" fmla="*/ 441 w 446"/>
                <a:gd name="T7" fmla="*/ 314 h 345"/>
                <a:gd name="T8" fmla="*/ 33 w 446"/>
                <a:gd name="T9" fmla="*/ 338 h 345"/>
                <a:gd name="T10" fmla="*/ 444 w 446"/>
                <a:gd name="T11" fmla="*/ 291 h 345"/>
                <a:gd name="T12" fmla="*/ 280 w 446"/>
                <a:gd name="T13" fmla="*/ 328 h 345"/>
                <a:gd name="T14" fmla="*/ 390 w 446"/>
                <a:gd name="T15" fmla="*/ 345 h 345"/>
                <a:gd name="T16" fmla="*/ 163 w 446"/>
                <a:gd name="T17" fmla="*/ 303 h 345"/>
                <a:gd name="T18" fmla="*/ 187 w 446"/>
                <a:gd name="T19" fmla="*/ 295 h 345"/>
                <a:gd name="T20" fmla="*/ 197 w 446"/>
                <a:gd name="T21" fmla="*/ 280 h 345"/>
                <a:gd name="T22" fmla="*/ 303 w 446"/>
                <a:gd name="T23" fmla="*/ 297 h 345"/>
                <a:gd name="T24" fmla="*/ 192 w 446"/>
                <a:gd name="T25" fmla="*/ 259 h 345"/>
                <a:gd name="T26" fmla="*/ 143 w 446"/>
                <a:gd name="T27" fmla="*/ 317 h 345"/>
                <a:gd name="T28" fmla="*/ 400 w 446"/>
                <a:gd name="T29" fmla="*/ 303 h 345"/>
                <a:gd name="T30" fmla="*/ 8 w 446"/>
                <a:gd name="T31" fmla="*/ 314 h 345"/>
                <a:gd name="T32" fmla="*/ 269 w 446"/>
                <a:gd name="T33" fmla="*/ 322 h 345"/>
                <a:gd name="T34" fmla="*/ 379 w 446"/>
                <a:gd name="T35" fmla="*/ 322 h 345"/>
                <a:gd name="T36" fmla="*/ 49 w 446"/>
                <a:gd name="T37" fmla="*/ 263 h 345"/>
                <a:gd name="T38" fmla="*/ 176 w 446"/>
                <a:gd name="T39" fmla="*/ 237 h 345"/>
                <a:gd name="T40" fmla="*/ 194 w 446"/>
                <a:gd name="T41" fmla="*/ 227 h 345"/>
                <a:gd name="T42" fmla="*/ 410 w 446"/>
                <a:gd name="T43" fmla="*/ 248 h 345"/>
                <a:gd name="T44" fmla="*/ 395 w 446"/>
                <a:gd name="T45" fmla="*/ 288 h 345"/>
                <a:gd name="T46" fmla="*/ 11 w 446"/>
                <a:gd name="T47" fmla="*/ 277 h 345"/>
                <a:gd name="T48" fmla="*/ 66 w 446"/>
                <a:gd name="T49" fmla="*/ 221 h 345"/>
                <a:gd name="T50" fmla="*/ 259 w 446"/>
                <a:gd name="T51" fmla="*/ 310 h 345"/>
                <a:gd name="T52" fmla="*/ 260 w 446"/>
                <a:gd name="T53" fmla="*/ 292 h 345"/>
                <a:gd name="T54" fmla="*/ 67 w 446"/>
                <a:gd name="T55" fmla="*/ 202 h 345"/>
                <a:gd name="T56" fmla="*/ 425 w 446"/>
                <a:gd name="T57" fmla="*/ 208 h 345"/>
                <a:gd name="T58" fmla="*/ 257 w 446"/>
                <a:gd name="T59" fmla="*/ 275 h 345"/>
                <a:gd name="T60" fmla="*/ 57 w 446"/>
                <a:gd name="T61" fmla="*/ 179 h 345"/>
                <a:gd name="T62" fmla="*/ 414 w 446"/>
                <a:gd name="T63" fmla="*/ 196 h 345"/>
                <a:gd name="T64" fmla="*/ 405 w 446"/>
                <a:gd name="T65" fmla="*/ 226 h 345"/>
                <a:gd name="T66" fmla="*/ 284 w 446"/>
                <a:gd name="T67" fmla="*/ 205 h 345"/>
                <a:gd name="T68" fmla="*/ 301 w 446"/>
                <a:gd name="T69" fmla="*/ 200 h 345"/>
                <a:gd name="T70" fmla="*/ 144 w 446"/>
                <a:gd name="T71" fmla="*/ 228 h 345"/>
                <a:gd name="T72" fmla="*/ 440 w 446"/>
                <a:gd name="T73" fmla="*/ 144 h 345"/>
                <a:gd name="T74" fmla="*/ 293 w 446"/>
                <a:gd name="T75" fmla="*/ 170 h 345"/>
                <a:gd name="T76" fmla="*/ 182 w 446"/>
                <a:gd name="T77" fmla="*/ 151 h 345"/>
                <a:gd name="T78" fmla="*/ 195 w 446"/>
                <a:gd name="T79" fmla="*/ 137 h 345"/>
                <a:gd name="T80" fmla="*/ 390 w 446"/>
                <a:gd name="T81" fmla="*/ 179 h 345"/>
                <a:gd name="T82" fmla="*/ 270 w 446"/>
                <a:gd name="T83" fmla="*/ 179 h 345"/>
                <a:gd name="T84" fmla="*/ 151 w 446"/>
                <a:gd name="T85" fmla="*/ 175 h 345"/>
                <a:gd name="T86" fmla="*/ 33 w 446"/>
                <a:gd name="T87" fmla="*/ 151 h 345"/>
                <a:gd name="T88" fmla="*/ 1 w 446"/>
                <a:gd name="T89" fmla="*/ 113 h 345"/>
                <a:gd name="T90" fmla="*/ 16 w 446"/>
                <a:gd name="T91" fmla="*/ 151 h 345"/>
                <a:gd name="T92" fmla="*/ 47 w 446"/>
                <a:gd name="T93" fmla="*/ 105 h 345"/>
                <a:gd name="T94" fmla="*/ 398 w 446"/>
                <a:gd name="T95" fmla="*/ 145 h 345"/>
                <a:gd name="T96" fmla="*/ 137 w 446"/>
                <a:gd name="T97" fmla="*/ 170 h 345"/>
                <a:gd name="T98" fmla="*/ 413 w 446"/>
                <a:gd name="T99" fmla="*/ 111 h 345"/>
                <a:gd name="T100" fmla="*/ 148 w 446"/>
                <a:gd name="T101" fmla="*/ 133 h 345"/>
                <a:gd name="T102" fmla="*/ 281 w 446"/>
                <a:gd name="T103" fmla="*/ 122 h 345"/>
                <a:gd name="T104" fmla="*/ 399 w 446"/>
                <a:gd name="T105" fmla="*/ 108 h 345"/>
                <a:gd name="T106" fmla="*/ 264 w 446"/>
                <a:gd name="T107" fmla="*/ 144 h 345"/>
                <a:gd name="T108" fmla="*/ 134 w 446"/>
                <a:gd name="T109" fmla="*/ 110 h 345"/>
                <a:gd name="T110" fmla="*/ 136 w 446"/>
                <a:gd name="T111" fmla="*/ 135 h 345"/>
                <a:gd name="T112" fmla="*/ 283 w 446"/>
                <a:gd name="T113" fmla="*/ 74 h 345"/>
                <a:gd name="T114" fmla="*/ 373 w 446"/>
                <a:gd name="T115" fmla="*/ 121 h 345"/>
                <a:gd name="T116" fmla="*/ 379 w 446"/>
                <a:gd name="T117" fmla="*/ 122 h 345"/>
                <a:gd name="T118" fmla="*/ 192 w 446"/>
                <a:gd name="T119" fmla="*/ 24 h 345"/>
                <a:gd name="T120" fmla="*/ 271 w 446"/>
                <a:gd name="T121" fmla="*/ 67 h 345"/>
                <a:gd name="T122" fmla="*/ 135 w 446"/>
                <a:gd name="T123" fmla="*/ 1 h 345"/>
                <a:gd name="T124" fmla="*/ 168 w 446"/>
                <a:gd name="T125" fmla="*/ 39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6" h="345">
                  <a:moveTo>
                    <a:pt x="321" y="335"/>
                  </a:moveTo>
                  <a:lnTo>
                    <a:pt x="318" y="337"/>
                  </a:lnTo>
                  <a:lnTo>
                    <a:pt x="316" y="339"/>
                  </a:lnTo>
                  <a:lnTo>
                    <a:pt x="314" y="341"/>
                  </a:lnTo>
                  <a:lnTo>
                    <a:pt x="313" y="344"/>
                  </a:lnTo>
                  <a:lnTo>
                    <a:pt x="315" y="345"/>
                  </a:lnTo>
                  <a:lnTo>
                    <a:pt x="317" y="345"/>
                  </a:lnTo>
                  <a:lnTo>
                    <a:pt x="319" y="345"/>
                  </a:lnTo>
                  <a:lnTo>
                    <a:pt x="321" y="345"/>
                  </a:lnTo>
                  <a:lnTo>
                    <a:pt x="323" y="343"/>
                  </a:lnTo>
                  <a:lnTo>
                    <a:pt x="323" y="340"/>
                  </a:lnTo>
                  <a:lnTo>
                    <a:pt x="321" y="338"/>
                  </a:lnTo>
                  <a:lnTo>
                    <a:pt x="321" y="335"/>
                  </a:lnTo>
                  <a:close/>
                  <a:moveTo>
                    <a:pt x="197" y="333"/>
                  </a:moveTo>
                  <a:lnTo>
                    <a:pt x="195" y="334"/>
                  </a:lnTo>
                  <a:lnTo>
                    <a:pt x="193" y="335"/>
                  </a:lnTo>
                  <a:lnTo>
                    <a:pt x="191" y="337"/>
                  </a:lnTo>
                  <a:lnTo>
                    <a:pt x="188" y="338"/>
                  </a:lnTo>
                  <a:lnTo>
                    <a:pt x="185" y="340"/>
                  </a:lnTo>
                  <a:lnTo>
                    <a:pt x="188" y="339"/>
                  </a:lnTo>
                  <a:lnTo>
                    <a:pt x="191" y="340"/>
                  </a:lnTo>
                  <a:lnTo>
                    <a:pt x="194" y="340"/>
                  </a:lnTo>
                  <a:lnTo>
                    <a:pt x="197" y="340"/>
                  </a:lnTo>
                  <a:lnTo>
                    <a:pt x="197" y="333"/>
                  </a:lnTo>
                  <a:close/>
                  <a:moveTo>
                    <a:pt x="69" y="333"/>
                  </a:moveTo>
                  <a:lnTo>
                    <a:pt x="66" y="334"/>
                  </a:lnTo>
                  <a:lnTo>
                    <a:pt x="64" y="336"/>
                  </a:lnTo>
                  <a:lnTo>
                    <a:pt x="63" y="338"/>
                  </a:lnTo>
                  <a:lnTo>
                    <a:pt x="65" y="339"/>
                  </a:lnTo>
                  <a:lnTo>
                    <a:pt x="67" y="339"/>
                  </a:lnTo>
                  <a:lnTo>
                    <a:pt x="71" y="339"/>
                  </a:lnTo>
                  <a:lnTo>
                    <a:pt x="71" y="337"/>
                  </a:lnTo>
                  <a:lnTo>
                    <a:pt x="71" y="335"/>
                  </a:lnTo>
                  <a:lnTo>
                    <a:pt x="69" y="333"/>
                  </a:lnTo>
                  <a:close/>
                  <a:moveTo>
                    <a:pt x="320" y="319"/>
                  </a:moveTo>
                  <a:lnTo>
                    <a:pt x="311" y="327"/>
                  </a:lnTo>
                  <a:lnTo>
                    <a:pt x="302" y="338"/>
                  </a:lnTo>
                  <a:lnTo>
                    <a:pt x="301" y="338"/>
                  </a:lnTo>
                  <a:lnTo>
                    <a:pt x="300" y="338"/>
                  </a:lnTo>
                  <a:lnTo>
                    <a:pt x="297" y="339"/>
                  </a:lnTo>
                  <a:lnTo>
                    <a:pt x="297" y="341"/>
                  </a:lnTo>
                  <a:lnTo>
                    <a:pt x="297" y="344"/>
                  </a:lnTo>
                  <a:lnTo>
                    <a:pt x="299" y="344"/>
                  </a:lnTo>
                  <a:lnTo>
                    <a:pt x="301" y="344"/>
                  </a:lnTo>
                  <a:lnTo>
                    <a:pt x="303" y="344"/>
                  </a:lnTo>
                  <a:lnTo>
                    <a:pt x="305" y="344"/>
                  </a:lnTo>
                  <a:lnTo>
                    <a:pt x="308" y="339"/>
                  </a:lnTo>
                  <a:lnTo>
                    <a:pt x="313" y="336"/>
                  </a:lnTo>
                  <a:lnTo>
                    <a:pt x="317" y="333"/>
                  </a:lnTo>
                  <a:lnTo>
                    <a:pt x="320" y="329"/>
                  </a:lnTo>
                  <a:lnTo>
                    <a:pt x="323" y="325"/>
                  </a:lnTo>
                  <a:lnTo>
                    <a:pt x="320" y="319"/>
                  </a:lnTo>
                  <a:close/>
                  <a:moveTo>
                    <a:pt x="67" y="316"/>
                  </a:moveTo>
                  <a:lnTo>
                    <a:pt x="61" y="324"/>
                  </a:lnTo>
                  <a:lnTo>
                    <a:pt x="54" y="331"/>
                  </a:lnTo>
                  <a:lnTo>
                    <a:pt x="48" y="337"/>
                  </a:lnTo>
                  <a:lnTo>
                    <a:pt x="53" y="338"/>
                  </a:lnTo>
                  <a:lnTo>
                    <a:pt x="59" y="336"/>
                  </a:lnTo>
                  <a:lnTo>
                    <a:pt x="62" y="333"/>
                  </a:lnTo>
                  <a:lnTo>
                    <a:pt x="66" y="328"/>
                  </a:lnTo>
                  <a:lnTo>
                    <a:pt x="71" y="327"/>
                  </a:lnTo>
                  <a:lnTo>
                    <a:pt x="69" y="326"/>
                  </a:lnTo>
                  <a:lnTo>
                    <a:pt x="69" y="325"/>
                  </a:lnTo>
                  <a:lnTo>
                    <a:pt x="69" y="324"/>
                  </a:lnTo>
                  <a:lnTo>
                    <a:pt x="69" y="322"/>
                  </a:lnTo>
                  <a:lnTo>
                    <a:pt x="71" y="321"/>
                  </a:lnTo>
                  <a:lnTo>
                    <a:pt x="71" y="319"/>
                  </a:lnTo>
                  <a:lnTo>
                    <a:pt x="71" y="316"/>
                  </a:lnTo>
                  <a:lnTo>
                    <a:pt x="67" y="316"/>
                  </a:lnTo>
                  <a:close/>
                  <a:moveTo>
                    <a:pt x="195" y="305"/>
                  </a:moveTo>
                  <a:lnTo>
                    <a:pt x="177" y="321"/>
                  </a:lnTo>
                  <a:lnTo>
                    <a:pt x="161" y="337"/>
                  </a:lnTo>
                  <a:lnTo>
                    <a:pt x="168" y="339"/>
                  </a:lnTo>
                  <a:lnTo>
                    <a:pt x="174" y="339"/>
                  </a:lnTo>
                  <a:lnTo>
                    <a:pt x="181" y="340"/>
                  </a:lnTo>
                  <a:lnTo>
                    <a:pt x="184" y="336"/>
                  </a:lnTo>
                  <a:lnTo>
                    <a:pt x="188" y="333"/>
                  </a:lnTo>
                  <a:lnTo>
                    <a:pt x="193" y="329"/>
                  </a:lnTo>
                  <a:lnTo>
                    <a:pt x="195" y="326"/>
                  </a:lnTo>
                  <a:lnTo>
                    <a:pt x="195" y="322"/>
                  </a:lnTo>
                  <a:lnTo>
                    <a:pt x="186" y="331"/>
                  </a:lnTo>
                  <a:lnTo>
                    <a:pt x="176" y="338"/>
                  </a:lnTo>
                  <a:lnTo>
                    <a:pt x="176" y="337"/>
                  </a:lnTo>
                  <a:lnTo>
                    <a:pt x="175" y="337"/>
                  </a:lnTo>
                  <a:lnTo>
                    <a:pt x="174" y="337"/>
                  </a:lnTo>
                  <a:lnTo>
                    <a:pt x="174" y="336"/>
                  </a:lnTo>
                  <a:lnTo>
                    <a:pt x="174" y="335"/>
                  </a:lnTo>
                  <a:lnTo>
                    <a:pt x="185" y="325"/>
                  </a:lnTo>
                  <a:lnTo>
                    <a:pt x="196" y="313"/>
                  </a:lnTo>
                  <a:lnTo>
                    <a:pt x="196" y="311"/>
                  </a:lnTo>
                  <a:lnTo>
                    <a:pt x="196" y="309"/>
                  </a:lnTo>
                  <a:lnTo>
                    <a:pt x="196" y="307"/>
                  </a:lnTo>
                  <a:lnTo>
                    <a:pt x="195" y="305"/>
                  </a:lnTo>
                  <a:close/>
                  <a:moveTo>
                    <a:pt x="441" y="305"/>
                  </a:moveTo>
                  <a:lnTo>
                    <a:pt x="432" y="317"/>
                  </a:lnTo>
                  <a:lnTo>
                    <a:pt x="421" y="328"/>
                  </a:lnTo>
                  <a:lnTo>
                    <a:pt x="409" y="337"/>
                  </a:lnTo>
                  <a:lnTo>
                    <a:pt x="409" y="338"/>
                  </a:lnTo>
                  <a:lnTo>
                    <a:pt x="408" y="339"/>
                  </a:lnTo>
                  <a:lnTo>
                    <a:pt x="407" y="341"/>
                  </a:lnTo>
                  <a:lnTo>
                    <a:pt x="405" y="343"/>
                  </a:lnTo>
                  <a:lnTo>
                    <a:pt x="404" y="344"/>
                  </a:lnTo>
                  <a:lnTo>
                    <a:pt x="419" y="344"/>
                  </a:lnTo>
                  <a:lnTo>
                    <a:pt x="431" y="344"/>
                  </a:lnTo>
                  <a:lnTo>
                    <a:pt x="444" y="344"/>
                  </a:lnTo>
                  <a:lnTo>
                    <a:pt x="444" y="341"/>
                  </a:lnTo>
                  <a:lnTo>
                    <a:pt x="444" y="338"/>
                  </a:lnTo>
                  <a:lnTo>
                    <a:pt x="445" y="335"/>
                  </a:lnTo>
                  <a:lnTo>
                    <a:pt x="444" y="332"/>
                  </a:lnTo>
                  <a:lnTo>
                    <a:pt x="443" y="329"/>
                  </a:lnTo>
                  <a:lnTo>
                    <a:pt x="441" y="331"/>
                  </a:lnTo>
                  <a:lnTo>
                    <a:pt x="439" y="333"/>
                  </a:lnTo>
                  <a:lnTo>
                    <a:pt x="438" y="336"/>
                  </a:lnTo>
                  <a:lnTo>
                    <a:pt x="436" y="338"/>
                  </a:lnTo>
                  <a:lnTo>
                    <a:pt x="434" y="340"/>
                  </a:lnTo>
                  <a:lnTo>
                    <a:pt x="431" y="341"/>
                  </a:lnTo>
                  <a:lnTo>
                    <a:pt x="428" y="340"/>
                  </a:lnTo>
                  <a:lnTo>
                    <a:pt x="433" y="336"/>
                  </a:lnTo>
                  <a:lnTo>
                    <a:pt x="436" y="333"/>
                  </a:lnTo>
                  <a:lnTo>
                    <a:pt x="439" y="328"/>
                  </a:lnTo>
                  <a:lnTo>
                    <a:pt x="444" y="325"/>
                  </a:lnTo>
                  <a:lnTo>
                    <a:pt x="444" y="319"/>
                  </a:lnTo>
                  <a:lnTo>
                    <a:pt x="431" y="332"/>
                  </a:lnTo>
                  <a:lnTo>
                    <a:pt x="416" y="343"/>
                  </a:lnTo>
                  <a:lnTo>
                    <a:pt x="414" y="341"/>
                  </a:lnTo>
                  <a:lnTo>
                    <a:pt x="414" y="340"/>
                  </a:lnTo>
                  <a:lnTo>
                    <a:pt x="428" y="328"/>
                  </a:lnTo>
                  <a:lnTo>
                    <a:pt x="441" y="314"/>
                  </a:lnTo>
                  <a:lnTo>
                    <a:pt x="443" y="315"/>
                  </a:lnTo>
                  <a:lnTo>
                    <a:pt x="443" y="316"/>
                  </a:lnTo>
                  <a:lnTo>
                    <a:pt x="443" y="317"/>
                  </a:lnTo>
                  <a:lnTo>
                    <a:pt x="444" y="317"/>
                  </a:lnTo>
                  <a:lnTo>
                    <a:pt x="444" y="315"/>
                  </a:lnTo>
                  <a:lnTo>
                    <a:pt x="445" y="313"/>
                  </a:lnTo>
                  <a:lnTo>
                    <a:pt x="445" y="311"/>
                  </a:lnTo>
                  <a:lnTo>
                    <a:pt x="445" y="309"/>
                  </a:lnTo>
                  <a:lnTo>
                    <a:pt x="444" y="307"/>
                  </a:lnTo>
                  <a:lnTo>
                    <a:pt x="441" y="305"/>
                  </a:lnTo>
                  <a:close/>
                  <a:moveTo>
                    <a:pt x="321" y="303"/>
                  </a:moveTo>
                  <a:lnTo>
                    <a:pt x="319" y="304"/>
                  </a:lnTo>
                  <a:lnTo>
                    <a:pt x="318" y="305"/>
                  </a:lnTo>
                  <a:lnTo>
                    <a:pt x="317" y="307"/>
                  </a:lnTo>
                  <a:lnTo>
                    <a:pt x="315" y="308"/>
                  </a:lnTo>
                  <a:lnTo>
                    <a:pt x="314" y="308"/>
                  </a:lnTo>
                  <a:lnTo>
                    <a:pt x="304" y="319"/>
                  </a:lnTo>
                  <a:lnTo>
                    <a:pt x="292" y="331"/>
                  </a:lnTo>
                  <a:lnTo>
                    <a:pt x="282" y="343"/>
                  </a:lnTo>
                  <a:lnTo>
                    <a:pt x="284" y="344"/>
                  </a:lnTo>
                  <a:lnTo>
                    <a:pt x="288" y="343"/>
                  </a:lnTo>
                  <a:lnTo>
                    <a:pt x="290" y="344"/>
                  </a:lnTo>
                  <a:lnTo>
                    <a:pt x="306" y="327"/>
                  </a:lnTo>
                  <a:lnTo>
                    <a:pt x="321" y="311"/>
                  </a:lnTo>
                  <a:lnTo>
                    <a:pt x="321" y="309"/>
                  </a:lnTo>
                  <a:lnTo>
                    <a:pt x="321" y="308"/>
                  </a:lnTo>
                  <a:lnTo>
                    <a:pt x="321" y="305"/>
                  </a:lnTo>
                  <a:lnTo>
                    <a:pt x="321" y="303"/>
                  </a:lnTo>
                  <a:close/>
                  <a:moveTo>
                    <a:pt x="68" y="301"/>
                  </a:moveTo>
                  <a:lnTo>
                    <a:pt x="50" y="320"/>
                  </a:lnTo>
                  <a:lnTo>
                    <a:pt x="31" y="338"/>
                  </a:lnTo>
                  <a:lnTo>
                    <a:pt x="33" y="338"/>
                  </a:lnTo>
                  <a:lnTo>
                    <a:pt x="36" y="339"/>
                  </a:lnTo>
                  <a:lnTo>
                    <a:pt x="39" y="338"/>
                  </a:lnTo>
                  <a:lnTo>
                    <a:pt x="41" y="338"/>
                  </a:lnTo>
                  <a:lnTo>
                    <a:pt x="55" y="323"/>
                  </a:lnTo>
                  <a:lnTo>
                    <a:pt x="71" y="309"/>
                  </a:lnTo>
                  <a:lnTo>
                    <a:pt x="69" y="308"/>
                  </a:lnTo>
                  <a:lnTo>
                    <a:pt x="69" y="307"/>
                  </a:lnTo>
                  <a:lnTo>
                    <a:pt x="69" y="305"/>
                  </a:lnTo>
                  <a:lnTo>
                    <a:pt x="71" y="303"/>
                  </a:lnTo>
                  <a:lnTo>
                    <a:pt x="69" y="302"/>
                  </a:lnTo>
                  <a:lnTo>
                    <a:pt x="68" y="301"/>
                  </a:lnTo>
                  <a:close/>
                  <a:moveTo>
                    <a:pt x="444" y="290"/>
                  </a:moveTo>
                  <a:lnTo>
                    <a:pt x="426" y="308"/>
                  </a:lnTo>
                  <a:lnTo>
                    <a:pt x="409" y="325"/>
                  </a:lnTo>
                  <a:lnTo>
                    <a:pt x="393" y="344"/>
                  </a:lnTo>
                  <a:lnTo>
                    <a:pt x="396" y="344"/>
                  </a:lnTo>
                  <a:lnTo>
                    <a:pt x="397" y="345"/>
                  </a:lnTo>
                  <a:lnTo>
                    <a:pt x="399" y="345"/>
                  </a:lnTo>
                  <a:lnTo>
                    <a:pt x="400" y="344"/>
                  </a:lnTo>
                  <a:lnTo>
                    <a:pt x="402" y="341"/>
                  </a:lnTo>
                  <a:lnTo>
                    <a:pt x="404" y="339"/>
                  </a:lnTo>
                  <a:lnTo>
                    <a:pt x="407" y="338"/>
                  </a:lnTo>
                  <a:lnTo>
                    <a:pt x="408" y="336"/>
                  </a:lnTo>
                  <a:lnTo>
                    <a:pt x="408" y="335"/>
                  </a:lnTo>
                  <a:lnTo>
                    <a:pt x="417" y="327"/>
                  </a:lnTo>
                  <a:lnTo>
                    <a:pt x="426" y="317"/>
                  </a:lnTo>
                  <a:lnTo>
                    <a:pt x="435" y="308"/>
                  </a:lnTo>
                  <a:lnTo>
                    <a:pt x="444" y="299"/>
                  </a:lnTo>
                  <a:lnTo>
                    <a:pt x="444" y="297"/>
                  </a:lnTo>
                  <a:lnTo>
                    <a:pt x="444" y="296"/>
                  </a:lnTo>
                  <a:lnTo>
                    <a:pt x="444" y="293"/>
                  </a:lnTo>
                  <a:lnTo>
                    <a:pt x="444" y="291"/>
                  </a:lnTo>
                  <a:lnTo>
                    <a:pt x="444" y="290"/>
                  </a:lnTo>
                  <a:close/>
                  <a:moveTo>
                    <a:pt x="67" y="287"/>
                  </a:moveTo>
                  <a:lnTo>
                    <a:pt x="44" y="313"/>
                  </a:lnTo>
                  <a:lnTo>
                    <a:pt x="21" y="338"/>
                  </a:lnTo>
                  <a:lnTo>
                    <a:pt x="30" y="334"/>
                  </a:lnTo>
                  <a:lnTo>
                    <a:pt x="37" y="326"/>
                  </a:lnTo>
                  <a:lnTo>
                    <a:pt x="44" y="319"/>
                  </a:lnTo>
                  <a:lnTo>
                    <a:pt x="52" y="313"/>
                  </a:lnTo>
                  <a:lnTo>
                    <a:pt x="61" y="302"/>
                  </a:lnTo>
                  <a:lnTo>
                    <a:pt x="71" y="295"/>
                  </a:lnTo>
                  <a:lnTo>
                    <a:pt x="69" y="292"/>
                  </a:lnTo>
                  <a:lnTo>
                    <a:pt x="69" y="290"/>
                  </a:lnTo>
                  <a:lnTo>
                    <a:pt x="69" y="287"/>
                  </a:lnTo>
                  <a:lnTo>
                    <a:pt x="67" y="287"/>
                  </a:lnTo>
                  <a:close/>
                  <a:moveTo>
                    <a:pt x="320" y="286"/>
                  </a:moveTo>
                  <a:lnTo>
                    <a:pt x="319" y="287"/>
                  </a:lnTo>
                  <a:lnTo>
                    <a:pt x="317" y="289"/>
                  </a:lnTo>
                  <a:lnTo>
                    <a:pt x="315" y="292"/>
                  </a:lnTo>
                  <a:lnTo>
                    <a:pt x="313" y="295"/>
                  </a:lnTo>
                  <a:lnTo>
                    <a:pt x="311" y="297"/>
                  </a:lnTo>
                  <a:lnTo>
                    <a:pt x="307" y="299"/>
                  </a:lnTo>
                  <a:lnTo>
                    <a:pt x="307" y="301"/>
                  </a:lnTo>
                  <a:lnTo>
                    <a:pt x="306" y="302"/>
                  </a:lnTo>
                  <a:lnTo>
                    <a:pt x="303" y="304"/>
                  </a:lnTo>
                  <a:lnTo>
                    <a:pt x="301" y="305"/>
                  </a:lnTo>
                  <a:lnTo>
                    <a:pt x="300" y="309"/>
                  </a:lnTo>
                  <a:lnTo>
                    <a:pt x="297" y="311"/>
                  </a:lnTo>
                  <a:lnTo>
                    <a:pt x="295" y="313"/>
                  </a:lnTo>
                  <a:lnTo>
                    <a:pt x="293" y="315"/>
                  </a:lnTo>
                  <a:lnTo>
                    <a:pt x="290" y="316"/>
                  </a:lnTo>
                  <a:lnTo>
                    <a:pt x="285" y="322"/>
                  </a:lnTo>
                  <a:lnTo>
                    <a:pt x="280" y="328"/>
                  </a:lnTo>
                  <a:lnTo>
                    <a:pt x="275" y="334"/>
                  </a:lnTo>
                  <a:lnTo>
                    <a:pt x="270" y="343"/>
                  </a:lnTo>
                  <a:lnTo>
                    <a:pt x="271" y="343"/>
                  </a:lnTo>
                  <a:lnTo>
                    <a:pt x="273" y="343"/>
                  </a:lnTo>
                  <a:lnTo>
                    <a:pt x="275" y="343"/>
                  </a:lnTo>
                  <a:lnTo>
                    <a:pt x="277" y="343"/>
                  </a:lnTo>
                  <a:lnTo>
                    <a:pt x="290" y="328"/>
                  </a:lnTo>
                  <a:lnTo>
                    <a:pt x="304" y="313"/>
                  </a:lnTo>
                  <a:lnTo>
                    <a:pt x="318" y="299"/>
                  </a:lnTo>
                  <a:lnTo>
                    <a:pt x="319" y="297"/>
                  </a:lnTo>
                  <a:lnTo>
                    <a:pt x="320" y="295"/>
                  </a:lnTo>
                  <a:lnTo>
                    <a:pt x="321" y="291"/>
                  </a:lnTo>
                  <a:lnTo>
                    <a:pt x="321" y="289"/>
                  </a:lnTo>
                  <a:lnTo>
                    <a:pt x="320" y="288"/>
                  </a:lnTo>
                  <a:lnTo>
                    <a:pt x="320" y="288"/>
                  </a:lnTo>
                  <a:lnTo>
                    <a:pt x="320" y="287"/>
                  </a:lnTo>
                  <a:lnTo>
                    <a:pt x="320" y="286"/>
                  </a:lnTo>
                  <a:close/>
                  <a:moveTo>
                    <a:pt x="445" y="275"/>
                  </a:moveTo>
                  <a:lnTo>
                    <a:pt x="443" y="275"/>
                  </a:lnTo>
                  <a:lnTo>
                    <a:pt x="441" y="276"/>
                  </a:lnTo>
                  <a:lnTo>
                    <a:pt x="440" y="277"/>
                  </a:lnTo>
                  <a:lnTo>
                    <a:pt x="439" y="278"/>
                  </a:lnTo>
                  <a:lnTo>
                    <a:pt x="438" y="279"/>
                  </a:lnTo>
                  <a:lnTo>
                    <a:pt x="437" y="280"/>
                  </a:lnTo>
                  <a:lnTo>
                    <a:pt x="437" y="279"/>
                  </a:lnTo>
                  <a:lnTo>
                    <a:pt x="438" y="279"/>
                  </a:lnTo>
                  <a:lnTo>
                    <a:pt x="408" y="311"/>
                  </a:lnTo>
                  <a:lnTo>
                    <a:pt x="379" y="344"/>
                  </a:lnTo>
                  <a:lnTo>
                    <a:pt x="383" y="345"/>
                  </a:lnTo>
                  <a:lnTo>
                    <a:pt x="385" y="345"/>
                  </a:lnTo>
                  <a:lnTo>
                    <a:pt x="387" y="345"/>
                  </a:lnTo>
                  <a:lnTo>
                    <a:pt x="390" y="345"/>
                  </a:lnTo>
                  <a:lnTo>
                    <a:pt x="390" y="344"/>
                  </a:lnTo>
                  <a:lnTo>
                    <a:pt x="390" y="343"/>
                  </a:lnTo>
                  <a:lnTo>
                    <a:pt x="390" y="340"/>
                  </a:lnTo>
                  <a:lnTo>
                    <a:pt x="405" y="325"/>
                  </a:lnTo>
                  <a:lnTo>
                    <a:pt x="421" y="309"/>
                  </a:lnTo>
                  <a:lnTo>
                    <a:pt x="436" y="293"/>
                  </a:lnTo>
                  <a:lnTo>
                    <a:pt x="437" y="291"/>
                  </a:lnTo>
                  <a:lnTo>
                    <a:pt x="438" y="289"/>
                  </a:lnTo>
                  <a:lnTo>
                    <a:pt x="441" y="288"/>
                  </a:lnTo>
                  <a:lnTo>
                    <a:pt x="444" y="287"/>
                  </a:lnTo>
                  <a:lnTo>
                    <a:pt x="444" y="284"/>
                  </a:lnTo>
                  <a:lnTo>
                    <a:pt x="445" y="281"/>
                  </a:lnTo>
                  <a:lnTo>
                    <a:pt x="445" y="279"/>
                  </a:lnTo>
                  <a:lnTo>
                    <a:pt x="445" y="277"/>
                  </a:lnTo>
                  <a:lnTo>
                    <a:pt x="445" y="275"/>
                  </a:lnTo>
                  <a:close/>
                  <a:moveTo>
                    <a:pt x="196" y="272"/>
                  </a:moveTo>
                  <a:lnTo>
                    <a:pt x="191" y="276"/>
                  </a:lnTo>
                  <a:lnTo>
                    <a:pt x="186" y="281"/>
                  </a:lnTo>
                  <a:lnTo>
                    <a:pt x="182" y="287"/>
                  </a:lnTo>
                  <a:lnTo>
                    <a:pt x="176" y="289"/>
                  </a:lnTo>
                  <a:lnTo>
                    <a:pt x="176" y="290"/>
                  </a:lnTo>
                  <a:lnTo>
                    <a:pt x="176" y="291"/>
                  </a:lnTo>
                  <a:lnTo>
                    <a:pt x="176" y="291"/>
                  </a:lnTo>
                  <a:lnTo>
                    <a:pt x="176" y="292"/>
                  </a:lnTo>
                  <a:lnTo>
                    <a:pt x="176" y="293"/>
                  </a:lnTo>
                  <a:lnTo>
                    <a:pt x="174" y="295"/>
                  </a:lnTo>
                  <a:lnTo>
                    <a:pt x="172" y="297"/>
                  </a:lnTo>
                  <a:lnTo>
                    <a:pt x="171" y="299"/>
                  </a:lnTo>
                  <a:lnTo>
                    <a:pt x="169" y="301"/>
                  </a:lnTo>
                  <a:lnTo>
                    <a:pt x="168" y="302"/>
                  </a:lnTo>
                  <a:lnTo>
                    <a:pt x="165" y="303"/>
                  </a:lnTo>
                  <a:lnTo>
                    <a:pt x="163" y="303"/>
                  </a:lnTo>
                  <a:lnTo>
                    <a:pt x="163" y="304"/>
                  </a:lnTo>
                  <a:lnTo>
                    <a:pt x="163" y="304"/>
                  </a:lnTo>
                  <a:lnTo>
                    <a:pt x="163" y="305"/>
                  </a:lnTo>
                  <a:lnTo>
                    <a:pt x="163" y="307"/>
                  </a:lnTo>
                  <a:lnTo>
                    <a:pt x="149" y="322"/>
                  </a:lnTo>
                  <a:lnTo>
                    <a:pt x="136" y="338"/>
                  </a:lnTo>
                  <a:lnTo>
                    <a:pt x="136" y="338"/>
                  </a:lnTo>
                  <a:lnTo>
                    <a:pt x="137" y="339"/>
                  </a:lnTo>
                  <a:lnTo>
                    <a:pt x="139" y="338"/>
                  </a:lnTo>
                  <a:lnTo>
                    <a:pt x="140" y="338"/>
                  </a:lnTo>
                  <a:lnTo>
                    <a:pt x="157" y="323"/>
                  </a:lnTo>
                  <a:lnTo>
                    <a:pt x="171" y="305"/>
                  </a:lnTo>
                  <a:lnTo>
                    <a:pt x="173" y="303"/>
                  </a:lnTo>
                  <a:lnTo>
                    <a:pt x="176" y="301"/>
                  </a:lnTo>
                  <a:lnTo>
                    <a:pt x="179" y="299"/>
                  </a:lnTo>
                  <a:lnTo>
                    <a:pt x="181" y="297"/>
                  </a:lnTo>
                  <a:lnTo>
                    <a:pt x="182" y="293"/>
                  </a:lnTo>
                  <a:lnTo>
                    <a:pt x="183" y="291"/>
                  </a:lnTo>
                  <a:lnTo>
                    <a:pt x="185" y="289"/>
                  </a:lnTo>
                  <a:lnTo>
                    <a:pt x="187" y="287"/>
                  </a:lnTo>
                  <a:lnTo>
                    <a:pt x="189" y="286"/>
                  </a:lnTo>
                  <a:lnTo>
                    <a:pt x="189" y="284"/>
                  </a:lnTo>
                  <a:lnTo>
                    <a:pt x="191" y="283"/>
                  </a:lnTo>
                  <a:lnTo>
                    <a:pt x="193" y="281"/>
                  </a:lnTo>
                  <a:lnTo>
                    <a:pt x="195" y="281"/>
                  </a:lnTo>
                  <a:lnTo>
                    <a:pt x="195" y="283"/>
                  </a:lnTo>
                  <a:lnTo>
                    <a:pt x="195" y="284"/>
                  </a:lnTo>
                  <a:lnTo>
                    <a:pt x="196" y="284"/>
                  </a:lnTo>
                  <a:lnTo>
                    <a:pt x="196" y="285"/>
                  </a:lnTo>
                  <a:lnTo>
                    <a:pt x="193" y="288"/>
                  </a:lnTo>
                  <a:lnTo>
                    <a:pt x="191" y="291"/>
                  </a:lnTo>
                  <a:lnTo>
                    <a:pt x="187" y="295"/>
                  </a:lnTo>
                  <a:lnTo>
                    <a:pt x="185" y="298"/>
                  </a:lnTo>
                  <a:lnTo>
                    <a:pt x="181" y="300"/>
                  </a:lnTo>
                  <a:lnTo>
                    <a:pt x="181" y="302"/>
                  </a:lnTo>
                  <a:lnTo>
                    <a:pt x="180" y="304"/>
                  </a:lnTo>
                  <a:lnTo>
                    <a:pt x="177" y="307"/>
                  </a:lnTo>
                  <a:lnTo>
                    <a:pt x="175" y="309"/>
                  </a:lnTo>
                  <a:lnTo>
                    <a:pt x="173" y="310"/>
                  </a:lnTo>
                  <a:lnTo>
                    <a:pt x="172" y="311"/>
                  </a:lnTo>
                  <a:lnTo>
                    <a:pt x="169" y="314"/>
                  </a:lnTo>
                  <a:lnTo>
                    <a:pt x="167" y="319"/>
                  </a:lnTo>
                  <a:lnTo>
                    <a:pt x="163" y="322"/>
                  </a:lnTo>
                  <a:lnTo>
                    <a:pt x="161" y="325"/>
                  </a:lnTo>
                  <a:lnTo>
                    <a:pt x="158" y="327"/>
                  </a:lnTo>
                  <a:lnTo>
                    <a:pt x="156" y="328"/>
                  </a:lnTo>
                  <a:lnTo>
                    <a:pt x="155" y="331"/>
                  </a:lnTo>
                  <a:lnTo>
                    <a:pt x="153" y="332"/>
                  </a:lnTo>
                  <a:lnTo>
                    <a:pt x="151" y="334"/>
                  </a:lnTo>
                  <a:lnTo>
                    <a:pt x="150" y="335"/>
                  </a:lnTo>
                  <a:lnTo>
                    <a:pt x="148" y="336"/>
                  </a:lnTo>
                  <a:lnTo>
                    <a:pt x="148" y="338"/>
                  </a:lnTo>
                  <a:lnTo>
                    <a:pt x="148" y="339"/>
                  </a:lnTo>
                  <a:lnTo>
                    <a:pt x="149" y="339"/>
                  </a:lnTo>
                  <a:lnTo>
                    <a:pt x="151" y="339"/>
                  </a:lnTo>
                  <a:lnTo>
                    <a:pt x="152" y="338"/>
                  </a:lnTo>
                  <a:lnTo>
                    <a:pt x="153" y="338"/>
                  </a:lnTo>
                  <a:lnTo>
                    <a:pt x="156" y="339"/>
                  </a:lnTo>
                  <a:lnTo>
                    <a:pt x="164" y="328"/>
                  </a:lnTo>
                  <a:lnTo>
                    <a:pt x="175" y="319"/>
                  </a:lnTo>
                  <a:lnTo>
                    <a:pt x="186" y="308"/>
                  </a:lnTo>
                  <a:lnTo>
                    <a:pt x="196" y="296"/>
                  </a:lnTo>
                  <a:lnTo>
                    <a:pt x="197" y="288"/>
                  </a:lnTo>
                  <a:lnTo>
                    <a:pt x="197" y="280"/>
                  </a:lnTo>
                  <a:lnTo>
                    <a:pt x="196" y="272"/>
                  </a:lnTo>
                  <a:close/>
                  <a:moveTo>
                    <a:pt x="319" y="269"/>
                  </a:moveTo>
                  <a:lnTo>
                    <a:pt x="316" y="273"/>
                  </a:lnTo>
                  <a:lnTo>
                    <a:pt x="314" y="276"/>
                  </a:lnTo>
                  <a:lnTo>
                    <a:pt x="311" y="280"/>
                  </a:lnTo>
                  <a:lnTo>
                    <a:pt x="307" y="284"/>
                  </a:lnTo>
                  <a:lnTo>
                    <a:pt x="304" y="286"/>
                  </a:lnTo>
                  <a:lnTo>
                    <a:pt x="303" y="290"/>
                  </a:lnTo>
                  <a:lnTo>
                    <a:pt x="301" y="293"/>
                  </a:lnTo>
                  <a:lnTo>
                    <a:pt x="297" y="297"/>
                  </a:lnTo>
                  <a:lnTo>
                    <a:pt x="293" y="300"/>
                  </a:lnTo>
                  <a:lnTo>
                    <a:pt x="290" y="303"/>
                  </a:lnTo>
                  <a:lnTo>
                    <a:pt x="290" y="305"/>
                  </a:lnTo>
                  <a:lnTo>
                    <a:pt x="287" y="310"/>
                  </a:lnTo>
                  <a:lnTo>
                    <a:pt x="282" y="313"/>
                  </a:lnTo>
                  <a:lnTo>
                    <a:pt x="278" y="317"/>
                  </a:lnTo>
                  <a:lnTo>
                    <a:pt x="273" y="322"/>
                  </a:lnTo>
                  <a:lnTo>
                    <a:pt x="271" y="324"/>
                  </a:lnTo>
                  <a:lnTo>
                    <a:pt x="270" y="326"/>
                  </a:lnTo>
                  <a:lnTo>
                    <a:pt x="268" y="329"/>
                  </a:lnTo>
                  <a:lnTo>
                    <a:pt x="267" y="332"/>
                  </a:lnTo>
                  <a:lnTo>
                    <a:pt x="265" y="333"/>
                  </a:lnTo>
                  <a:lnTo>
                    <a:pt x="263" y="333"/>
                  </a:lnTo>
                  <a:lnTo>
                    <a:pt x="263" y="335"/>
                  </a:lnTo>
                  <a:lnTo>
                    <a:pt x="263" y="337"/>
                  </a:lnTo>
                  <a:lnTo>
                    <a:pt x="260" y="338"/>
                  </a:lnTo>
                  <a:lnTo>
                    <a:pt x="259" y="340"/>
                  </a:lnTo>
                  <a:lnTo>
                    <a:pt x="258" y="343"/>
                  </a:lnTo>
                  <a:lnTo>
                    <a:pt x="263" y="343"/>
                  </a:lnTo>
                  <a:lnTo>
                    <a:pt x="273" y="328"/>
                  </a:lnTo>
                  <a:lnTo>
                    <a:pt x="287" y="316"/>
                  </a:lnTo>
                  <a:lnTo>
                    <a:pt x="303" y="297"/>
                  </a:lnTo>
                  <a:lnTo>
                    <a:pt x="320" y="278"/>
                  </a:lnTo>
                  <a:lnTo>
                    <a:pt x="320" y="276"/>
                  </a:lnTo>
                  <a:lnTo>
                    <a:pt x="320" y="274"/>
                  </a:lnTo>
                  <a:lnTo>
                    <a:pt x="320" y="272"/>
                  </a:lnTo>
                  <a:lnTo>
                    <a:pt x="319" y="269"/>
                  </a:lnTo>
                  <a:close/>
                  <a:moveTo>
                    <a:pt x="68" y="268"/>
                  </a:moveTo>
                  <a:lnTo>
                    <a:pt x="62" y="276"/>
                  </a:lnTo>
                  <a:lnTo>
                    <a:pt x="54" y="283"/>
                  </a:lnTo>
                  <a:lnTo>
                    <a:pt x="37" y="304"/>
                  </a:lnTo>
                  <a:lnTo>
                    <a:pt x="18" y="324"/>
                  </a:lnTo>
                  <a:lnTo>
                    <a:pt x="15" y="327"/>
                  </a:lnTo>
                  <a:lnTo>
                    <a:pt x="13" y="329"/>
                  </a:lnTo>
                  <a:lnTo>
                    <a:pt x="11" y="333"/>
                  </a:lnTo>
                  <a:lnTo>
                    <a:pt x="8" y="336"/>
                  </a:lnTo>
                  <a:lnTo>
                    <a:pt x="7" y="340"/>
                  </a:lnTo>
                  <a:lnTo>
                    <a:pt x="15" y="337"/>
                  </a:lnTo>
                  <a:lnTo>
                    <a:pt x="21" y="332"/>
                  </a:lnTo>
                  <a:lnTo>
                    <a:pt x="28" y="325"/>
                  </a:lnTo>
                  <a:lnTo>
                    <a:pt x="37" y="315"/>
                  </a:lnTo>
                  <a:lnTo>
                    <a:pt x="44" y="305"/>
                  </a:lnTo>
                  <a:lnTo>
                    <a:pt x="52" y="299"/>
                  </a:lnTo>
                  <a:lnTo>
                    <a:pt x="57" y="291"/>
                  </a:lnTo>
                  <a:lnTo>
                    <a:pt x="63" y="284"/>
                  </a:lnTo>
                  <a:lnTo>
                    <a:pt x="65" y="283"/>
                  </a:lnTo>
                  <a:lnTo>
                    <a:pt x="67" y="281"/>
                  </a:lnTo>
                  <a:lnTo>
                    <a:pt x="69" y="279"/>
                  </a:lnTo>
                  <a:lnTo>
                    <a:pt x="69" y="276"/>
                  </a:lnTo>
                  <a:lnTo>
                    <a:pt x="69" y="273"/>
                  </a:lnTo>
                  <a:lnTo>
                    <a:pt x="69" y="271"/>
                  </a:lnTo>
                  <a:lnTo>
                    <a:pt x="68" y="268"/>
                  </a:lnTo>
                  <a:close/>
                  <a:moveTo>
                    <a:pt x="197" y="254"/>
                  </a:moveTo>
                  <a:lnTo>
                    <a:pt x="192" y="259"/>
                  </a:lnTo>
                  <a:lnTo>
                    <a:pt x="187" y="264"/>
                  </a:lnTo>
                  <a:lnTo>
                    <a:pt x="182" y="269"/>
                  </a:lnTo>
                  <a:lnTo>
                    <a:pt x="175" y="274"/>
                  </a:lnTo>
                  <a:lnTo>
                    <a:pt x="176" y="276"/>
                  </a:lnTo>
                  <a:lnTo>
                    <a:pt x="175" y="277"/>
                  </a:lnTo>
                  <a:lnTo>
                    <a:pt x="175" y="279"/>
                  </a:lnTo>
                  <a:lnTo>
                    <a:pt x="173" y="280"/>
                  </a:lnTo>
                  <a:lnTo>
                    <a:pt x="171" y="280"/>
                  </a:lnTo>
                  <a:lnTo>
                    <a:pt x="171" y="283"/>
                  </a:lnTo>
                  <a:lnTo>
                    <a:pt x="170" y="285"/>
                  </a:lnTo>
                  <a:lnTo>
                    <a:pt x="168" y="287"/>
                  </a:lnTo>
                  <a:lnTo>
                    <a:pt x="167" y="288"/>
                  </a:lnTo>
                  <a:lnTo>
                    <a:pt x="164" y="288"/>
                  </a:lnTo>
                  <a:lnTo>
                    <a:pt x="164" y="289"/>
                  </a:lnTo>
                  <a:lnTo>
                    <a:pt x="163" y="291"/>
                  </a:lnTo>
                  <a:lnTo>
                    <a:pt x="162" y="292"/>
                  </a:lnTo>
                  <a:lnTo>
                    <a:pt x="160" y="292"/>
                  </a:lnTo>
                  <a:lnTo>
                    <a:pt x="159" y="292"/>
                  </a:lnTo>
                  <a:lnTo>
                    <a:pt x="158" y="295"/>
                  </a:lnTo>
                  <a:lnTo>
                    <a:pt x="158" y="296"/>
                  </a:lnTo>
                  <a:lnTo>
                    <a:pt x="157" y="297"/>
                  </a:lnTo>
                  <a:lnTo>
                    <a:pt x="157" y="297"/>
                  </a:lnTo>
                  <a:lnTo>
                    <a:pt x="156" y="297"/>
                  </a:lnTo>
                  <a:lnTo>
                    <a:pt x="153" y="298"/>
                  </a:lnTo>
                  <a:lnTo>
                    <a:pt x="153" y="301"/>
                  </a:lnTo>
                  <a:lnTo>
                    <a:pt x="152" y="303"/>
                  </a:lnTo>
                  <a:lnTo>
                    <a:pt x="150" y="307"/>
                  </a:lnTo>
                  <a:lnTo>
                    <a:pt x="148" y="308"/>
                  </a:lnTo>
                  <a:lnTo>
                    <a:pt x="146" y="309"/>
                  </a:lnTo>
                  <a:lnTo>
                    <a:pt x="145" y="312"/>
                  </a:lnTo>
                  <a:lnTo>
                    <a:pt x="144" y="315"/>
                  </a:lnTo>
                  <a:lnTo>
                    <a:pt x="143" y="317"/>
                  </a:lnTo>
                  <a:lnTo>
                    <a:pt x="140" y="320"/>
                  </a:lnTo>
                  <a:lnTo>
                    <a:pt x="138" y="322"/>
                  </a:lnTo>
                  <a:lnTo>
                    <a:pt x="135" y="323"/>
                  </a:lnTo>
                  <a:lnTo>
                    <a:pt x="135" y="329"/>
                  </a:lnTo>
                  <a:lnTo>
                    <a:pt x="161" y="302"/>
                  </a:lnTo>
                  <a:lnTo>
                    <a:pt x="186" y="274"/>
                  </a:lnTo>
                  <a:lnTo>
                    <a:pt x="189" y="273"/>
                  </a:lnTo>
                  <a:lnTo>
                    <a:pt x="191" y="271"/>
                  </a:lnTo>
                  <a:lnTo>
                    <a:pt x="192" y="268"/>
                  </a:lnTo>
                  <a:lnTo>
                    <a:pt x="194" y="266"/>
                  </a:lnTo>
                  <a:lnTo>
                    <a:pt x="195" y="265"/>
                  </a:lnTo>
                  <a:lnTo>
                    <a:pt x="198" y="264"/>
                  </a:lnTo>
                  <a:lnTo>
                    <a:pt x="198" y="261"/>
                  </a:lnTo>
                  <a:lnTo>
                    <a:pt x="198" y="259"/>
                  </a:lnTo>
                  <a:lnTo>
                    <a:pt x="198" y="256"/>
                  </a:lnTo>
                  <a:lnTo>
                    <a:pt x="197" y="254"/>
                  </a:lnTo>
                  <a:close/>
                  <a:moveTo>
                    <a:pt x="445" y="253"/>
                  </a:moveTo>
                  <a:lnTo>
                    <a:pt x="433" y="265"/>
                  </a:lnTo>
                  <a:lnTo>
                    <a:pt x="422" y="279"/>
                  </a:lnTo>
                  <a:lnTo>
                    <a:pt x="410" y="290"/>
                  </a:lnTo>
                  <a:lnTo>
                    <a:pt x="410" y="290"/>
                  </a:lnTo>
                  <a:lnTo>
                    <a:pt x="411" y="291"/>
                  </a:lnTo>
                  <a:lnTo>
                    <a:pt x="411" y="292"/>
                  </a:lnTo>
                  <a:lnTo>
                    <a:pt x="409" y="292"/>
                  </a:lnTo>
                  <a:lnTo>
                    <a:pt x="407" y="292"/>
                  </a:lnTo>
                  <a:lnTo>
                    <a:pt x="407" y="293"/>
                  </a:lnTo>
                  <a:lnTo>
                    <a:pt x="407" y="295"/>
                  </a:lnTo>
                  <a:lnTo>
                    <a:pt x="407" y="295"/>
                  </a:lnTo>
                  <a:lnTo>
                    <a:pt x="407" y="296"/>
                  </a:lnTo>
                  <a:lnTo>
                    <a:pt x="404" y="299"/>
                  </a:lnTo>
                  <a:lnTo>
                    <a:pt x="401" y="301"/>
                  </a:lnTo>
                  <a:lnTo>
                    <a:pt x="400" y="303"/>
                  </a:lnTo>
                  <a:lnTo>
                    <a:pt x="398" y="305"/>
                  </a:lnTo>
                  <a:lnTo>
                    <a:pt x="396" y="308"/>
                  </a:lnTo>
                  <a:lnTo>
                    <a:pt x="392" y="313"/>
                  </a:lnTo>
                  <a:lnTo>
                    <a:pt x="388" y="317"/>
                  </a:lnTo>
                  <a:lnTo>
                    <a:pt x="385" y="323"/>
                  </a:lnTo>
                  <a:lnTo>
                    <a:pt x="380" y="328"/>
                  </a:lnTo>
                  <a:lnTo>
                    <a:pt x="379" y="337"/>
                  </a:lnTo>
                  <a:lnTo>
                    <a:pt x="393" y="323"/>
                  </a:lnTo>
                  <a:lnTo>
                    <a:pt x="407" y="307"/>
                  </a:lnTo>
                  <a:lnTo>
                    <a:pt x="420" y="292"/>
                  </a:lnTo>
                  <a:lnTo>
                    <a:pt x="421" y="290"/>
                  </a:lnTo>
                  <a:lnTo>
                    <a:pt x="423" y="289"/>
                  </a:lnTo>
                  <a:lnTo>
                    <a:pt x="424" y="288"/>
                  </a:lnTo>
                  <a:lnTo>
                    <a:pt x="426" y="286"/>
                  </a:lnTo>
                  <a:lnTo>
                    <a:pt x="427" y="286"/>
                  </a:lnTo>
                  <a:lnTo>
                    <a:pt x="428" y="286"/>
                  </a:lnTo>
                  <a:lnTo>
                    <a:pt x="432" y="280"/>
                  </a:lnTo>
                  <a:lnTo>
                    <a:pt x="435" y="276"/>
                  </a:lnTo>
                  <a:lnTo>
                    <a:pt x="439" y="273"/>
                  </a:lnTo>
                  <a:lnTo>
                    <a:pt x="443" y="267"/>
                  </a:lnTo>
                  <a:lnTo>
                    <a:pt x="445" y="262"/>
                  </a:lnTo>
                  <a:lnTo>
                    <a:pt x="445" y="253"/>
                  </a:lnTo>
                  <a:close/>
                  <a:moveTo>
                    <a:pt x="66" y="252"/>
                  </a:moveTo>
                  <a:lnTo>
                    <a:pt x="40" y="280"/>
                  </a:lnTo>
                  <a:lnTo>
                    <a:pt x="12" y="308"/>
                  </a:lnTo>
                  <a:lnTo>
                    <a:pt x="13" y="309"/>
                  </a:lnTo>
                  <a:lnTo>
                    <a:pt x="13" y="310"/>
                  </a:lnTo>
                  <a:lnTo>
                    <a:pt x="13" y="311"/>
                  </a:lnTo>
                  <a:lnTo>
                    <a:pt x="13" y="313"/>
                  </a:lnTo>
                  <a:lnTo>
                    <a:pt x="12" y="313"/>
                  </a:lnTo>
                  <a:lnTo>
                    <a:pt x="9" y="314"/>
                  </a:lnTo>
                  <a:lnTo>
                    <a:pt x="8" y="314"/>
                  </a:lnTo>
                  <a:lnTo>
                    <a:pt x="7" y="314"/>
                  </a:lnTo>
                  <a:lnTo>
                    <a:pt x="7" y="320"/>
                  </a:lnTo>
                  <a:lnTo>
                    <a:pt x="7" y="324"/>
                  </a:lnTo>
                  <a:lnTo>
                    <a:pt x="7" y="329"/>
                  </a:lnTo>
                  <a:lnTo>
                    <a:pt x="28" y="307"/>
                  </a:lnTo>
                  <a:lnTo>
                    <a:pt x="49" y="284"/>
                  </a:lnTo>
                  <a:lnTo>
                    <a:pt x="69" y="261"/>
                  </a:lnTo>
                  <a:lnTo>
                    <a:pt x="68" y="260"/>
                  </a:lnTo>
                  <a:lnTo>
                    <a:pt x="68" y="257"/>
                  </a:lnTo>
                  <a:lnTo>
                    <a:pt x="68" y="255"/>
                  </a:lnTo>
                  <a:lnTo>
                    <a:pt x="68" y="254"/>
                  </a:lnTo>
                  <a:lnTo>
                    <a:pt x="67" y="252"/>
                  </a:lnTo>
                  <a:lnTo>
                    <a:pt x="66" y="252"/>
                  </a:lnTo>
                  <a:close/>
                  <a:moveTo>
                    <a:pt x="320" y="248"/>
                  </a:moveTo>
                  <a:lnTo>
                    <a:pt x="309" y="259"/>
                  </a:lnTo>
                  <a:lnTo>
                    <a:pt x="301" y="272"/>
                  </a:lnTo>
                  <a:lnTo>
                    <a:pt x="291" y="283"/>
                  </a:lnTo>
                  <a:lnTo>
                    <a:pt x="281" y="292"/>
                  </a:lnTo>
                  <a:lnTo>
                    <a:pt x="278" y="299"/>
                  </a:lnTo>
                  <a:lnTo>
                    <a:pt x="271" y="304"/>
                  </a:lnTo>
                  <a:lnTo>
                    <a:pt x="266" y="311"/>
                  </a:lnTo>
                  <a:lnTo>
                    <a:pt x="263" y="319"/>
                  </a:lnTo>
                  <a:lnTo>
                    <a:pt x="260" y="320"/>
                  </a:lnTo>
                  <a:lnTo>
                    <a:pt x="259" y="322"/>
                  </a:lnTo>
                  <a:lnTo>
                    <a:pt x="258" y="324"/>
                  </a:lnTo>
                  <a:lnTo>
                    <a:pt x="258" y="327"/>
                  </a:lnTo>
                  <a:lnTo>
                    <a:pt x="258" y="331"/>
                  </a:lnTo>
                  <a:lnTo>
                    <a:pt x="259" y="333"/>
                  </a:lnTo>
                  <a:lnTo>
                    <a:pt x="261" y="329"/>
                  </a:lnTo>
                  <a:lnTo>
                    <a:pt x="264" y="327"/>
                  </a:lnTo>
                  <a:lnTo>
                    <a:pt x="266" y="324"/>
                  </a:lnTo>
                  <a:lnTo>
                    <a:pt x="269" y="322"/>
                  </a:lnTo>
                  <a:lnTo>
                    <a:pt x="270" y="320"/>
                  </a:lnTo>
                  <a:lnTo>
                    <a:pt x="270" y="320"/>
                  </a:lnTo>
                  <a:lnTo>
                    <a:pt x="270" y="320"/>
                  </a:lnTo>
                  <a:lnTo>
                    <a:pt x="270" y="320"/>
                  </a:lnTo>
                  <a:lnTo>
                    <a:pt x="270" y="320"/>
                  </a:lnTo>
                  <a:lnTo>
                    <a:pt x="288" y="301"/>
                  </a:lnTo>
                  <a:lnTo>
                    <a:pt x="304" y="280"/>
                  </a:lnTo>
                  <a:lnTo>
                    <a:pt x="321" y="260"/>
                  </a:lnTo>
                  <a:lnTo>
                    <a:pt x="320" y="256"/>
                  </a:lnTo>
                  <a:lnTo>
                    <a:pt x="320" y="253"/>
                  </a:lnTo>
                  <a:lnTo>
                    <a:pt x="320" y="248"/>
                  </a:lnTo>
                  <a:close/>
                  <a:moveTo>
                    <a:pt x="445" y="231"/>
                  </a:moveTo>
                  <a:lnTo>
                    <a:pt x="428" y="250"/>
                  </a:lnTo>
                  <a:lnTo>
                    <a:pt x="413" y="268"/>
                  </a:lnTo>
                  <a:lnTo>
                    <a:pt x="412" y="267"/>
                  </a:lnTo>
                  <a:lnTo>
                    <a:pt x="412" y="267"/>
                  </a:lnTo>
                  <a:lnTo>
                    <a:pt x="412" y="266"/>
                  </a:lnTo>
                  <a:lnTo>
                    <a:pt x="411" y="267"/>
                  </a:lnTo>
                  <a:lnTo>
                    <a:pt x="411" y="268"/>
                  </a:lnTo>
                  <a:lnTo>
                    <a:pt x="412" y="268"/>
                  </a:lnTo>
                  <a:lnTo>
                    <a:pt x="412" y="269"/>
                  </a:lnTo>
                  <a:lnTo>
                    <a:pt x="398" y="289"/>
                  </a:lnTo>
                  <a:lnTo>
                    <a:pt x="383" y="308"/>
                  </a:lnTo>
                  <a:lnTo>
                    <a:pt x="381" y="308"/>
                  </a:lnTo>
                  <a:lnTo>
                    <a:pt x="381" y="308"/>
                  </a:lnTo>
                  <a:lnTo>
                    <a:pt x="380" y="307"/>
                  </a:lnTo>
                  <a:lnTo>
                    <a:pt x="380" y="307"/>
                  </a:lnTo>
                  <a:lnTo>
                    <a:pt x="379" y="307"/>
                  </a:lnTo>
                  <a:lnTo>
                    <a:pt x="379" y="310"/>
                  </a:lnTo>
                  <a:lnTo>
                    <a:pt x="379" y="314"/>
                  </a:lnTo>
                  <a:lnTo>
                    <a:pt x="379" y="317"/>
                  </a:lnTo>
                  <a:lnTo>
                    <a:pt x="379" y="322"/>
                  </a:lnTo>
                  <a:lnTo>
                    <a:pt x="385" y="317"/>
                  </a:lnTo>
                  <a:lnTo>
                    <a:pt x="389" y="312"/>
                  </a:lnTo>
                  <a:lnTo>
                    <a:pt x="393" y="307"/>
                  </a:lnTo>
                  <a:lnTo>
                    <a:pt x="399" y="301"/>
                  </a:lnTo>
                  <a:lnTo>
                    <a:pt x="411" y="287"/>
                  </a:lnTo>
                  <a:lnTo>
                    <a:pt x="423" y="273"/>
                  </a:lnTo>
                  <a:lnTo>
                    <a:pt x="424" y="273"/>
                  </a:lnTo>
                  <a:lnTo>
                    <a:pt x="424" y="273"/>
                  </a:lnTo>
                  <a:lnTo>
                    <a:pt x="424" y="273"/>
                  </a:lnTo>
                  <a:lnTo>
                    <a:pt x="428" y="265"/>
                  </a:lnTo>
                  <a:lnTo>
                    <a:pt x="435" y="257"/>
                  </a:lnTo>
                  <a:lnTo>
                    <a:pt x="440" y="250"/>
                  </a:lnTo>
                  <a:lnTo>
                    <a:pt x="441" y="249"/>
                  </a:lnTo>
                  <a:lnTo>
                    <a:pt x="443" y="249"/>
                  </a:lnTo>
                  <a:lnTo>
                    <a:pt x="445" y="249"/>
                  </a:lnTo>
                  <a:lnTo>
                    <a:pt x="446" y="244"/>
                  </a:lnTo>
                  <a:lnTo>
                    <a:pt x="445" y="240"/>
                  </a:lnTo>
                  <a:lnTo>
                    <a:pt x="445" y="236"/>
                  </a:lnTo>
                  <a:lnTo>
                    <a:pt x="445" y="231"/>
                  </a:lnTo>
                  <a:close/>
                  <a:moveTo>
                    <a:pt x="67" y="230"/>
                  </a:moveTo>
                  <a:lnTo>
                    <a:pt x="57" y="241"/>
                  </a:lnTo>
                  <a:lnTo>
                    <a:pt x="47" y="253"/>
                  </a:lnTo>
                  <a:lnTo>
                    <a:pt x="36" y="265"/>
                  </a:lnTo>
                  <a:lnTo>
                    <a:pt x="26" y="277"/>
                  </a:lnTo>
                  <a:lnTo>
                    <a:pt x="20" y="284"/>
                  </a:lnTo>
                  <a:lnTo>
                    <a:pt x="14" y="290"/>
                  </a:lnTo>
                  <a:lnTo>
                    <a:pt x="8" y="297"/>
                  </a:lnTo>
                  <a:lnTo>
                    <a:pt x="7" y="305"/>
                  </a:lnTo>
                  <a:lnTo>
                    <a:pt x="18" y="297"/>
                  </a:lnTo>
                  <a:lnTo>
                    <a:pt x="28" y="285"/>
                  </a:lnTo>
                  <a:lnTo>
                    <a:pt x="39" y="274"/>
                  </a:lnTo>
                  <a:lnTo>
                    <a:pt x="49" y="263"/>
                  </a:lnTo>
                  <a:lnTo>
                    <a:pt x="60" y="253"/>
                  </a:lnTo>
                  <a:lnTo>
                    <a:pt x="68" y="241"/>
                  </a:lnTo>
                  <a:lnTo>
                    <a:pt x="68" y="241"/>
                  </a:lnTo>
                  <a:lnTo>
                    <a:pt x="68" y="241"/>
                  </a:lnTo>
                  <a:lnTo>
                    <a:pt x="68" y="236"/>
                  </a:lnTo>
                  <a:lnTo>
                    <a:pt x="69" y="230"/>
                  </a:lnTo>
                  <a:lnTo>
                    <a:pt x="67" y="230"/>
                  </a:lnTo>
                  <a:close/>
                  <a:moveTo>
                    <a:pt x="198" y="229"/>
                  </a:moveTo>
                  <a:lnTo>
                    <a:pt x="186" y="244"/>
                  </a:lnTo>
                  <a:lnTo>
                    <a:pt x="175" y="257"/>
                  </a:lnTo>
                  <a:lnTo>
                    <a:pt x="162" y="269"/>
                  </a:lnTo>
                  <a:lnTo>
                    <a:pt x="159" y="277"/>
                  </a:lnTo>
                  <a:lnTo>
                    <a:pt x="152" y="284"/>
                  </a:lnTo>
                  <a:lnTo>
                    <a:pt x="146" y="290"/>
                  </a:lnTo>
                  <a:lnTo>
                    <a:pt x="139" y="297"/>
                  </a:lnTo>
                  <a:lnTo>
                    <a:pt x="135" y="305"/>
                  </a:lnTo>
                  <a:lnTo>
                    <a:pt x="135" y="316"/>
                  </a:lnTo>
                  <a:lnTo>
                    <a:pt x="149" y="301"/>
                  </a:lnTo>
                  <a:lnTo>
                    <a:pt x="162" y="285"/>
                  </a:lnTo>
                  <a:lnTo>
                    <a:pt x="171" y="276"/>
                  </a:lnTo>
                  <a:lnTo>
                    <a:pt x="180" y="266"/>
                  </a:lnTo>
                  <a:lnTo>
                    <a:pt x="187" y="256"/>
                  </a:lnTo>
                  <a:lnTo>
                    <a:pt x="197" y="248"/>
                  </a:lnTo>
                  <a:lnTo>
                    <a:pt x="198" y="238"/>
                  </a:lnTo>
                  <a:lnTo>
                    <a:pt x="198" y="229"/>
                  </a:lnTo>
                  <a:close/>
                  <a:moveTo>
                    <a:pt x="197" y="213"/>
                  </a:moveTo>
                  <a:lnTo>
                    <a:pt x="194" y="216"/>
                  </a:lnTo>
                  <a:lnTo>
                    <a:pt x="191" y="219"/>
                  </a:lnTo>
                  <a:lnTo>
                    <a:pt x="187" y="224"/>
                  </a:lnTo>
                  <a:lnTo>
                    <a:pt x="184" y="227"/>
                  </a:lnTo>
                  <a:lnTo>
                    <a:pt x="180" y="229"/>
                  </a:lnTo>
                  <a:lnTo>
                    <a:pt x="176" y="237"/>
                  </a:lnTo>
                  <a:lnTo>
                    <a:pt x="171" y="242"/>
                  </a:lnTo>
                  <a:lnTo>
                    <a:pt x="167" y="248"/>
                  </a:lnTo>
                  <a:lnTo>
                    <a:pt x="162" y="253"/>
                  </a:lnTo>
                  <a:lnTo>
                    <a:pt x="159" y="253"/>
                  </a:lnTo>
                  <a:lnTo>
                    <a:pt x="158" y="257"/>
                  </a:lnTo>
                  <a:lnTo>
                    <a:pt x="156" y="260"/>
                  </a:lnTo>
                  <a:lnTo>
                    <a:pt x="153" y="263"/>
                  </a:lnTo>
                  <a:lnTo>
                    <a:pt x="151" y="265"/>
                  </a:lnTo>
                  <a:lnTo>
                    <a:pt x="150" y="268"/>
                  </a:lnTo>
                  <a:lnTo>
                    <a:pt x="149" y="267"/>
                  </a:lnTo>
                  <a:lnTo>
                    <a:pt x="149" y="267"/>
                  </a:lnTo>
                  <a:lnTo>
                    <a:pt x="149" y="268"/>
                  </a:lnTo>
                  <a:lnTo>
                    <a:pt x="149" y="269"/>
                  </a:lnTo>
                  <a:lnTo>
                    <a:pt x="149" y="269"/>
                  </a:lnTo>
                  <a:lnTo>
                    <a:pt x="148" y="271"/>
                  </a:lnTo>
                  <a:lnTo>
                    <a:pt x="147" y="272"/>
                  </a:lnTo>
                  <a:lnTo>
                    <a:pt x="146" y="272"/>
                  </a:lnTo>
                  <a:lnTo>
                    <a:pt x="144" y="275"/>
                  </a:lnTo>
                  <a:lnTo>
                    <a:pt x="143" y="278"/>
                  </a:lnTo>
                  <a:lnTo>
                    <a:pt x="140" y="280"/>
                  </a:lnTo>
                  <a:lnTo>
                    <a:pt x="139" y="284"/>
                  </a:lnTo>
                  <a:lnTo>
                    <a:pt x="137" y="286"/>
                  </a:lnTo>
                  <a:lnTo>
                    <a:pt x="135" y="287"/>
                  </a:lnTo>
                  <a:lnTo>
                    <a:pt x="135" y="289"/>
                  </a:lnTo>
                  <a:lnTo>
                    <a:pt x="135" y="291"/>
                  </a:lnTo>
                  <a:lnTo>
                    <a:pt x="135" y="293"/>
                  </a:lnTo>
                  <a:lnTo>
                    <a:pt x="135" y="295"/>
                  </a:lnTo>
                  <a:lnTo>
                    <a:pt x="136" y="296"/>
                  </a:lnTo>
                  <a:lnTo>
                    <a:pt x="156" y="273"/>
                  </a:lnTo>
                  <a:lnTo>
                    <a:pt x="175" y="252"/>
                  </a:lnTo>
                  <a:lnTo>
                    <a:pt x="193" y="228"/>
                  </a:lnTo>
                  <a:lnTo>
                    <a:pt x="194" y="227"/>
                  </a:lnTo>
                  <a:lnTo>
                    <a:pt x="196" y="226"/>
                  </a:lnTo>
                  <a:lnTo>
                    <a:pt x="197" y="226"/>
                  </a:lnTo>
                  <a:lnTo>
                    <a:pt x="198" y="225"/>
                  </a:lnTo>
                  <a:lnTo>
                    <a:pt x="198" y="223"/>
                  </a:lnTo>
                  <a:lnTo>
                    <a:pt x="198" y="219"/>
                  </a:lnTo>
                  <a:lnTo>
                    <a:pt x="198" y="216"/>
                  </a:lnTo>
                  <a:lnTo>
                    <a:pt x="198" y="214"/>
                  </a:lnTo>
                  <a:lnTo>
                    <a:pt x="197" y="213"/>
                  </a:lnTo>
                  <a:close/>
                  <a:moveTo>
                    <a:pt x="444" y="212"/>
                  </a:moveTo>
                  <a:lnTo>
                    <a:pt x="428" y="228"/>
                  </a:lnTo>
                  <a:lnTo>
                    <a:pt x="412" y="244"/>
                  </a:lnTo>
                  <a:lnTo>
                    <a:pt x="413" y="244"/>
                  </a:lnTo>
                  <a:lnTo>
                    <a:pt x="413" y="243"/>
                  </a:lnTo>
                  <a:lnTo>
                    <a:pt x="412" y="242"/>
                  </a:lnTo>
                  <a:lnTo>
                    <a:pt x="412" y="243"/>
                  </a:lnTo>
                  <a:lnTo>
                    <a:pt x="412" y="244"/>
                  </a:lnTo>
                  <a:lnTo>
                    <a:pt x="412" y="245"/>
                  </a:lnTo>
                  <a:lnTo>
                    <a:pt x="411" y="247"/>
                  </a:lnTo>
                  <a:lnTo>
                    <a:pt x="411" y="247"/>
                  </a:lnTo>
                  <a:lnTo>
                    <a:pt x="411" y="245"/>
                  </a:lnTo>
                  <a:lnTo>
                    <a:pt x="411" y="245"/>
                  </a:lnTo>
                  <a:lnTo>
                    <a:pt x="411" y="244"/>
                  </a:lnTo>
                  <a:lnTo>
                    <a:pt x="410" y="245"/>
                  </a:lnTo>
                  <a:lnTo>
                    <a:pt x="409" y="247"/>
                  </a:lnTo>
                  <a:lnTo>
                    <a:pt x="408" y="247"/>
                  </a:lnTo>
                  <a:lnTo>
                    <a:pt x="407" y="248"/>
                  </a:lnTo>
                  <a:lnTo>
                    <a:pt x="407" y="249"/>
                  </a:lnTo>
                  <a:lnTo>
                    <a:pt x="408" y="250"/>
                  </a:lnTo>
                  <a:lnTo>
                    <a:pt x="408" y="249"/>
                  </a:lnTo>
                  <a:lnTo>
                    <a:pt x="408" y="249"/>
                  </a:lnTo>
                  <a:lnTo>
                    <a:pt x="409" y="248"/>
                  </a:lnTo>
                  <a:lnTo>
                    <a:pt x="410" y="248"/>
                  </a:lnTo>
                  <a:lnTo>
                    <a:pt x="408" y="250"/>
                  </a:lnTo>
                  <a:lnTo>
                    <a:pt x="405" y="253"/>
                  </a:lnTo>
                  <a:lnTo>
                    <a:pt x="403" y="255"/>
                  </a:lnTo>
                  <a:lnTo>
                    <a:pt x="400" y="256"/>
                  </a:lnTo>
                  <a:lnTo>
                    <a:pt x="398" y="260"/>
                  </a:lnTo>
                  <a:lnTo>
                    <a:pt x="396" y="262"/>
                  </a:lnTo>
                  <a:lnTo>
                    <a:pt x="395" y="263"/>
                  </a:lnTo>
                  <a:lnTo>
                    <a:pt x="395" y="264"/>
                  </a:lnTo>
                  <a:lnTo>
                    <a:pt x="395" y="265"/>
                  </a:lnTo>
                  <a:lnTo>
                    <a:pt x="392" y="267"/>
                  </a:lnTo>
                  <a:lnTo>
                    <a:pt x="391" y="268"/>
                  </a:lnTo>
                  <a:lnTo>
                    <a:pt x="389" y="271"/>
                  </a:lnTo>
                  <a:lnTo>
                    <a:pt x="388" y="273"/>
                  </a:lnTo>
                  <a:lnTo>
                    <a:pt x="388" y="274"/>
                  </a:lnTo>
                  <a:lnTo>
                    <a:pt x="386" y="276"/>
                  </a:lnTo>
                  <a:lnTo>
                    <a:pt x="384" y="277"/>
                  </a:lnTo>
                  <a:lnTo>
                    <a:pt x="383" y="280"/>
                  </a:lnTo>
                  <a:lnTo>
                    <a:pt x="381" y="283"/>
                  </a:lnTo>
                  <a:lnTo>
                    <a:pt x="380" y="285"/>
                  </a:lnTo>
                  <a:lnTo>
                    <a:pt x="379" y="287"/>
                  </a:lnTo>
                  <a:lnTo>
                    <a:pt x="379" y="291"/>
                  </a:lnTo>
                  <a:lnTo>
                    <a:pt x="379" y="298"/>
                  </a:lnTo>
                  <a:lnTo>
                    <a:pt x="379" y="303"/>
                  </a:lnTo>
                  <a:lnTo>
                    <a:pt x="383" y="303"/>
                  </a:lnTo>
                  <a:lnTo>
                    <a:pt x="385" y="301"/>
                  </a:lnTo>
                  <a:lnTo>
                    <a:pt x="387" y="299"/>
                  </a:lnTo>
                  <a:lnTo>
                    <a:pt x="388" y="297"/>
                  </a:lnTo>
                  <a:lnTo>
                    <a:pt x="390" y="295"/>
                  </a:lnTo>
                  <a:lnTo>
                    <a:pt x="392" y="292"/>
                  </a:lnTo>
                  <a:lnTo>
                    <a:pt x="395" y="291"/>
                  </a:lnTo>
                  <a:lnTo>
                    <a:pt x="395" y="290"/>
                  </a:lnTo>
                  <a:lnTo>
                    <a:pt x="395" y="288"/>
                  </a:lnTo>
                  <a:lnTo>
                    <a:pt x="397" y="286"/>
                  </a:lnTo>
                  <a:lnTo>
                    <a:pt x="398" y="284"/>
                  </a:lnTo>
                  <a:lnTo>
                    <a:pt x="400" y="281"/>
                  </a:lnTo>
                  <a:lnTo>
                    <a:pt x="401" y="279"/>
                  </a:lnTo>
                  <a:lnTo>
                    <a:pt x="403" y="279"/>
                  </a:lnTo>
                  <a:lnTo>
                    <a:pt x="404" y="276"/>
                  </a:lnTo>
                  <a:lnTo>
                    <a:pt x="405" y="273"/>
                  </a:lnTo>
                  <a:lnTo>
                    <a:pt x="408" y="271"/>
                  </a:lnTo>
                  <a:lnTo>
                    <a:pt x="411" y="268"/>
                  </a:lnTo>
                  <a:lnTo>
                    <a:pt x="410" y="268"/>
                  </a:lnTo>
                  <a:lnTo>
                    <a:pt x="410" y="267"/>
                  </a:lnTo>
                  <a:lnTo>
                    <a:pt x="411" y="266"/>
                  </a:lnTo>
                  <a:lnTo>
                    <a:pt x="423" y="252"/>
                  </a:lnTo>
                  <a:lnTo>
                    <a:pt x="433" y="237"/>
                  </a:lnTo>
                  <a:lnTo>
                    <a:pt x="438" y="232"/>
                  </a:lnTo>
                  <a:lnTo>
                    <a:pt x="443" y="227"/>
                  </a:lnTo>
                  <a:lnTo>
                    <a:pt x="445" y="220"/>
                  </a:lnTo>
                  <a:lnTo>
                    <a:pt x="444" y="212"/>
                  </a:lnTo>
                  <a:close/>
                  <a:moveTo>
                    <a:pt x="66" y="212"/>
                  </a:moveTo>
                  <a:lnTo>
                    <a:pt x="57" y="221"/>
                  </a:lnTo>
                  <a:lnTo>
                    <a:pt x="49" y="230"/>
                  </a:lnTo>
                  <a:lnTo>
                    <a:pt x="48" y="231"/>
                  </a:lnTo>
                  <a:lnTo>
                    <a:pt x="48" y="233"/>
                  </a:lnTo>
                  <a:lnTo>
                    <a:pt x="47" y="235"/>
                  </a:lnTo>
                  <a:lnTo>
                    <a:pt x="36" y="247"/>
                  </a:lnTo>
                  <a:lnTo>
                    <a:pt x="25" y="257"/>
                  </a:lnTo>
                  <a:lnTo>
                    <a:pt x="16" y="268"/>
                  </a:lnTo>
                  <a:lnTo>
                    <a:pt x="16" y="269"/>
                  </a:lnTo>
                  <a:lnTo>
                    <a:pt x="16" y="271"/>
                  </a:lnTo>
                  <a:lnTo>
                    <a:pt x="15" y="272"/>
                  </a:lnTo>
                  <a:lnTo>
                    <a:pt x="13" y="275"/>
                  </a:lnTo>
                  <a:lnTo>
                    <a:pt x="11" y="277"/>
                  </a:lnTo>
                  <a:lnTo>
                    <a:pt x="8" y="279"/>
                  </a:lnTo>
                  <a:lnTo>
                    <a:pt x="8" y="279"/>
                  </a:lnTo>
                  <a:lnTo>
                    <a:pt x="7" y="280"/>
                  </a:lnTo>
                  <a:lnTo>
                    <a:pt x="7" y="283"/>
                  </a:lnTo>
                  <a:lnTo>
                    <a:pt x="6" y="284"/>
                  </a:lnTo>
                  <a:lnTo>
                    <a:pt x="6" y="285"/>
                  </a:lnTo>
                  <a:lnTo>
                    <a:pt x="5" y="285"/>
                  </a:lnTo>
                  <a:lnTo>
                    <a:pt x="6" y="286"/>
                  </a:lnTo>
                  <a:lnTo>
                    <a:pt x="6" y="287"/>
                  </a:lnTo>
                  <a:lnTo>
                    <a:pt x="7" y="288"/>
                  </a:lnTo>
                  <a:lnTo>
                    <a:pt x="7" y="289"/>
                  </a:lnTo>
                  <a:lnTo>
                    <a:pt x="7" y="290"/>
                  </a:lnTo>
                  <a:lnTo>
                    <a:pt x="11" y="286"/>
                  </a:lnTo>
                  <a:lnTo>
                    <a:pt x="15" y="283"/>
                  </a:lnTo>
                  <a:lnTo>
                    <a:pt x="19" y="278"/>
                  </a:lnTo>
                  <a:lnTo>
                    <a:pt x="23" y="275"/>
                  </a:lnTo>
                  <a:lnTo>
                    <a:pt x="25" y="272"/>
                  </a:lnTo>
                  <a:lnTo>
                    <a:pt x="27" y="267"/>
                  </a:lnTo>
                  <a:lnTo>
                    <a:pt x="29" y="265"/>
                  </a:lnTo>
                  <a:lnTo>
                    <a:pt x="31" y="264"/>
                  </a:lnTo>
                  <a:lnTo>
                    <a:pt x="32" y="263"/>
                  </a:lnTo>
                  <a:lnTo>
                    <a:pt x="33" y="263"/>
                  </a:lnTo>
                  <a:lnTo>
                    <a:pt x="36" y="260"/>
                  </a:lnTo>
                  <a:lnTo>
                    <a:pt x="38" y="256"/>
                  </a:lnTo>
                  <a:lnTo>
                    <a:pt x="40" y="253"/>
                  </a:lnTo>
                  <a:lnTo>
                    <a:pt x="43" y="250"/>
                  </a:lnTo>
                  <a:lnTo>
                    <a:pt x="47" y="247"/>
                  </a:lnTo>
                  <a:lnTo>
                    <a:pt x="50" y="243"/>
                  </a:lnTo>
                  <a:lnTo>
                    <a:pt x="53" y="239"/>
                  </a:lnTo>
                  <a:lnTo>
                    <a:pt x="57" y="233"/>
                  </a:lnTo>
                  <a:lnTo>
                    <a:pt x="63" y="228"/>
                  </a:lnTo>
                  <a:lnTo>
                    <a:pt x="66" y="221"/>
                  </a:lnTo>
                  <a:lnTo>
                    <a:pt x="68" y="216"/>
                  </a:lnTo>
                  <a:lnTo>
                    <a:pt x="66" y="212"/>
                  </a:lnTo>
                  <a:close/>
                  <a:moveTo>
                    <a:pt x="316" y="208"/>
                  </a:moveTo>
                  <a:lnTo>
                    <a:pt x="316" y="209"/>
                  </a:lnTo>
                  <a:lnTo>
                    <a:pt x="316" y="209"/>
                  </a:lnTo>
                  <a:lnTo>
                    <a:pt x="316" y="211"/>
                  </a:lnTo>
                  <a:lnTo>
                    <a:pt x="316" y="212"/>
                  </a:lnTo>
                  <a:lnTo>
                    <a:pt x="305" y="223"/>
                  </a:lnTo>
                  <a:lnTo>
                    <a:pt x="296" y="233"/>
                  </a:lnTo>
                  <a:lnTo>
                    <a:pt x="287" y="245"/>
                  </a:lnTo>
                  <a:lnTo>
                    <a:pt x="287" y="245"/>
                  </a:lnTo>
                  <a:lnTo>
                    <a:pt x="287" y="247"/>
                  </a:lnTo>
                  <a:lnTo>
                    <a:pt x="287" y="248"/>
                  </a:lnTo>
                  <a:lnTo>
                    <a:pt x="284" y="249"/>
                  </a:lnTo>
                  <a:lnTo>
                    <a:pt x="283" y="250"/>
                  </a:lnTo>
                  <a:lnTo>
                    <a:pt x="282" y="252"/>
                  </a:lnTo>
                  <a:lnTo>
                    <a:pt x="282" y="254"/>
                  </a:lnTo>
                  <a:lnTo>
                    <a:pt x="279" y="256"/>
                  </a:lnTo>
                  <a:lnTo>
                    <a:pt x="277" y="257"/>
                  </a:lnTo>
                  <a:lnTo>
                    <a:pt x="276" y="260"/>
                  </a:lnTo>
                  <a:lnTo>
                    <a:pt x="275" y="263"/>
                  </a:lnTo>
                  <a:lnTo>
                    <a:pt x="272" y="265"/>
                  </a:lnTo>
                  <a:lnTo>
                    <a:pt x="271" y="267"/>
                  </a:lnTo>
                  <a:lnTo>
                    <a:pt x="268" y="268"/>
                  </a:lnTo>
                  <a:lnTo>
                    <a:pt x="268" y="272"/>
                  </a:lnTo>
                  <a:lnTo>
                    <a:pt x="267" y="274"/>
                  </a:lnTo>
                  <a:lnTo>
                    <a:pt x="266" y="276"/>
                  </a:lnTo>
                  <a:lnTo>
                    <a:pt x="264" y="277"/>
                  </a:lnTo>
                  <a:lnTo>
                    <a:pt x="261" y="278"/>
                  </a:lnTo>
                  <a:lnTo>
                    <a:pt x="259" y="278"/>
                  </a:lnTo>
                  <a:lnTo>
                    <a:pt x="258" y="277"/>
                  </a:lnTo>
                  <a:lnTo>
                    <a:pt x="259" y="310"/>
                  </a:lnTo>
                  <a:lnTo>
                    <a:pt x="290" y="278"/>
                  </a:lnTo>
                  <a:lnTo>
                    <a:pt x="316" y="242"/>
                  </a:lnTo>
                  <a:lnTo>
                    <a:pt x="317" y="242"/>
                  </a:lnTo>
                  <a:lnTo>
                    <a:pt x="317" y="242"/>
                  </a:lnTo>
                  <a:lnTo>
                    <a:pt x="318" y="241"/>
                  </a:lnTo>
                  <a:lnTo>
                    <a:pt x="318" y="241"/>
                  </a:lnTo>
                  <a:lnTo>
                    <a:pt x="319" y="241"/>
                  </a:lnTo>
                  <a:lnTo>
                    <a:pt x="320" y="238"/>
                  </a:lnTo>
                  <a:lnTo>
                    <a:pt x="320" y="235"/>
                  </a:lnTo>
                  <a:lnTo>
                    <a:pt x="320" y="231"/>
                  </a:lnTo>
                  <a:lnTo>
                    <a:pt x="320" y="229"/>
                  </a:lnTo>
                  <a:lnTo>
                    <a:pt x="319" y="226"/>
                  </a:lnTo>
                  <a:lnTo>
                    <a:pt x="318" y="228"/>
                  </a:lnTo>
                  <a:lnTo>
                    <a:pt x="317" y="228"/>
                  </a:lnTo>
                  <a:lnTo>
                    <a:pt x="316" y="229"/>
                  </a:lnTo>
                  <a:lnTo>
                    <a:pt x="315" y="229"/>
                  </a:lnTo>
                  <a:lnTo>
                    <a:pt x="308" y="240"/>
                  </a:lnTo>
                  <a:lnTo>
                    <a:pt x="300" y="250"/>
                  </a:lnTo>
                  <a:lnTo>
                    <a:pt x="292" y="261"/>
                  </a:lnTo>
                  <a:lnTo>
                    <a:pt x="283" y="268"/>
                  </a:lnTo>
                  <a:lnTo>
                    <a:pt x="277" y="278"/>
                  </a:lnTo>
                  <a:lnTo>
                    <a:pt x="268" y="287"/>
                  </a:lnTo>
                  <a:lnTo>
                    <a:pt x="268" y="289"/>
                  </a:lnTo>
                  <a:lnTo>
                    <a:pt x="268" y="290"/>
                  </a:lnTo>
                  <a:lnTo>
                    <a:pt x="268" y="291"/>
                  </a:lnTo>
                  <a:lnTo>
                    <a:pt x="268" y="292"/>
                  </a:lnTo>
                  <a:lnTo>
                    <a:pt x="266" y="293"/>
                  </a:lnTo>
                  <a:lnTo>
                    <a:pt x="265" y="295"/>
                  </a:lnTo>
                  <a:lnTo>
                    <a:pt x="264" y="295"/>
                  </a:lnTo>
                  <a:lnTo>
                    <a:pt x="263" y="296"/>
                  </a:lnTo>
                  <a:lnTo>
                    <a:pt x="261" y="295"/>
                  </a:lnTo>
                  <a:lnTo>
                    <a:pt x="260" y="292"/>
                  </a:lnTo>
                  <a:lnTo>
                    <a:pt x="279" y="268"/>
                  </a:lnTo>
                  <a:lnTo>
                    <a:pt x="299" y="245"/>
                  </a:lnTo>
                  <a:lnTo>
                    <a:pt x="317" y="223"/>
                  </a:lnTo>
                  <a:lnTo>
                    <a:pt x="317" y="223"/>
                  </a:lnTo>
                  <a:lnTo>
                    <a:pt x="318" y="220"/>
                  </a:lnTo>
                  <a:lnTo>
                    <a:pt x="319" y="219"/>
                  </a:lnTo>
                  <a:lnTo>
                    <a:pt x="320" y="216"/>
                  </a:lnTo>
                  <a:lnTo>
                    <a:pt x="320" y="214"/>
                  </a:lnTo>
                  <a:lnTo>
                    <a:pt x="320" y="211"/>
                  </a:lnTo>
                  <a:lnTo>
                    <a:pt x="319" y="208"/>
                  </a:lnTo>
                  <a:lnTo>
                    <a:pt x="316" y="208"/>
                  </a:lnTo>
                  <a:close/>
                  <a:moveTo>
                    <a:pt x="66" y="194"/>
                  </a:moveTo>
                  <a:lnTo>
                    <a:pt x="59" y="203"/>
                  </a:lnTo>
                  <a:lnTo>
                    <a:pt x="50" y="213"/>
                  </a:lnTo>
                  <a:lnTo>
                    <a:pt x="41" y="221"/>
                  </a:lnTo>
                  <a:lnTo>
                    <a:pt x="31" y="236"/>
                  </a:lnTo>
                  <a:lnTo>
                    <a:pt x="20" y="247"/>
                  </a:lnTo>
                  <a:lnTo>
                    <a:pt x="11" y="261"/>
                  </a:lnTo>
                  <a:lnTo>
                    <a:pt x="9" y="261"/>
                  </a:lnTo>
                  <a:lnTo>
                    <a:pt x="8" y="261"/>
                  </a:lnTo>
                  <a:lnTo>
                    <a:pt x="8" y="261"/>
                  </a:lnTo>
                  <a:lnTo>
                    <a:pt x="7" y="261"/>
                  </a:lnTo>
                  <a:lnTo>
                    <a:pt x="7" y="262"/>
                  </a:lnTo>
                  <a:lnTo>
                    <a:pt x="7" y="264"/>
                  </a:lnTo>
                  <a:lnTo>
                    <a:pt x="7" y="266"/>
                  </a:lnTo>
                  <a:lnTo>
                    <a:pt x="7" y="268"/>
                  </a:lnTo>
                  <a:lnTo>
                    <a:pt x="7" y="271"/>
                  </a:lnTo>
                  <a:lnTo>
                    <a:pt x="7" y="273"/>
                  </a:lnTo>
                  <a:lnTo>
                    <a:pt x="27" y="250"/>
                  </a:lnTo>
                  <a:lnTo>
                    <a:pt x="50" y="226"/>
                  </a:lnTo>
                  <a:lnTo>
                    <a:pt x="59" y="214"/>
                  </a:lnTo>
                  <a:lnTo>
                    <a:pt x="67" y="202"/>
                  </a:lnTo>
                  <a:lnTo>
                    <a:pt x="68" y="201"/>
                  </a:lnTo>
                  <a:lnTo>
                    <a:pt x="68" y="199"/>
                  </a:lnTo>
                  <a:lnTo>
                    <a:pt x="68" y="196"/>
                  </a:lnTo>
                  <a:lnTo>
                    <a:pt x="68" y="194"/>
                  </a:lnTo>
                  <a:lnTo>
                    <a:pt x="67" y="194"/>
                  </a:lnTo>
                  <a:lnTo>
                    <a:pt x="66" y="194"/>
                  </a:lnTo>
                  <a:close/>
                  <a:moveTo>
                    <a:pt x="197" y="192"/>
                  </a:moveTo>
                  <a:lnTo>
                    <a:pt x="186" y="203"/>
                  </a:lnTo>
                  <a:lnTo>
                    <a:pt x="175" y="217"/>
                  </a:lnTo>
                  <a:lnTo>
                    <a:pt x="164" y="229"/>
                  </a:lnTo>
                  <a:lnTo>
                    <a:pt x="162" y="232"/>
                  </a:lnTo>
                  <a:lnTo>
                    <a:pt x="160" y="236"/>
                  </a:lnTo>
                  <a:lnTo>
                    <a:pt x="158" y="240"/>
                  </a:lnTo>
                  <a:lnTo>
                    <a:pt x="155" y="242"/>
                  </a:lnTo>
                  <a:lnTo>
                    <a:pt x="150" y="244"/>
                  </a:lnTo>
                  <a:lnTo>
                    <a:pt x="147" y="252"/>
                  </a:lnTo>
                  <a:lnTo>
                    <a:pt x="141" y="260"/>
                  </a:lnTo>
                  <a:lnTo>
                    <a:pt x="137" y="268"/>
                  </a:lnTo>
                  <a:lnTo>
                    <a:pt x="134" y="268"/>
                  </a:lnTo>
                  <a:lnTo>
                    <a:pt x="134" y="272"/>
                  </a:lnTo>
                  <a:lnTo>
                    <a:pt x="134" y="275"/>
                  </a:lnTo>
                  <a:lnTo>
                    <a:pt x="135" y="278"/>
                  </a:lnTo>
                  <a:lnTo>
                    <a:pt x="167" y="241"/>
                  </a:lnTo>
                  <a:lnTo>
                    <a:pt x="198" y="202"/>
                  </a:lnTo>
                  <a:lnTo>
                    <a:pt x="198" y="199"/>
                  </a:lnTo>
                  <a:lnTo>
                    <a:pt x="199" y="195"/>
                  </a:lnTo>
                  <a:lnTo>
                    <a:pt x="199" y="192"/>
                  </a:lnTo>
                  <a:lnTo>
                    <a:pt x="198" y="192"/>
                  </a:lnTo>
                  <a:lnTo>
                    <a:pt x="198" y="192"/>
                  </a:lnTo>
                  <a:lnTo>
                    <a:pt x="197" y="192"/>
                  </a:lnTo>
                  <a:close/>
                  <a:moveTo>
                    <a:pt x="443" y="189"/>
                  </a:moveTo>
                  <a:lnTo>
                    <a:pt x="425" y="208"/>
                  </a:lnTo>
                  <a:lnTo>
                    <a:pt x="409" y="226"/>
                  </a:lnTo>
                  <a:lnTo>
                    <a:pt x="392" y="245"/>
                  </a:lnTo>
                  <a:lnTo>
                    <a:pt x="377" y="266"/>
                  </a:lnTo>
                  <a:lnTo>
                    <a:pt x="378" y="269"/>
                  </a:lnTo>
                  <a:lnTo>
                    <a:pt x="378" y="272"/>
                  </a:lnTo>
                  <a:lnTo>
                    <a:pt x="378" y="275"/>
                  </a:lnTo>
                  <a:lnTo>
                    <a:pt x="378" y="279"/>
                  </a:lnTo>
                  <a:lnTo>
                    <a:pt x="397" y="257"/>
                  </a:lnTo>
                  <a:lnTo>
                    <a:pt x="415" y="238"/>
                  </a:lnTo>
                  <a:lnTo>
                    <a:pt x="417" y="235"/>
                  </a:lnTo>
                  <a:lnTo>
                    <a:pt x="421" y="231"/>
                  </a:lnTo>
                  <a:lnTo>
                    <a:pt x="423" y="228"/>
                  </a:lnTo>
                  <a:lnTo>
                    <a:pt x="431" y="220"/>
                  </a:lnTo>
                  <a:lnTo>
                    <a:pt x="438" y="211"/>
                  </a:lnTo>
                  <a:lnTo>
                    <a:pt x="443" y="201"/>
                  </a:lnTo>
                  <a:lnTo>
                    <a:pt x="443" y="189"/>
                  </a:lnTo>
                  <a:close/>
                  <a:moveTo>
                    <a:pt x="318" y="185"/>
                  </a:moveTo>
                  <a:lnTo>
                    <a:pt x="311" y="193"/>
                  </a:lnTo>
                  <a:lnTo>
                    <a:pt x="304" y="201"/>
                  </a:lnTo>
                  <a:lnTo>
                    <a:pt x="297" y="209"/>
                  </a:lnTo>
                  <a:lnTo>
                    <a:pt x="290" y="217"/>
                  </a:lnTo>
                  <a:lnTo>
                    <a:pt x="281" y="231"/>
                  </a:lnTo>
                  <a:lnTo>
                    <a:pt x="270" y="245"/>
                  </a:lnTo>
                  <a:lnTo>
                    <a:pt x="259" y="260"/>
                  </a:lnTo>
                  <a:lnTo>
                    <a:pt x="259" y="262"/>
                  </a:lnTo>
                  <a:lnTo>
                    <a:pt x="259" y="264"/>
                  </a:lnTo>
                  <a:lnTo>
                    <a:pt x="260" y="265"/>
                  </a:lnTo>
                  <a:lnTo>
                    <a:pt x="258" y="266"/>
                  </a:lnTo>
                  <a:lnTo>
                    <a:pt x="258" y="267"/>
                  </a:lnTo>
                  <a:lnTo>
                    <a:pt x="257" y="269"/>
                  </a:lnTo>
                  <a:lnTo>
                    <a:pt x="257" y="273"/>
                  </a:lnTo>
                  <a:lnTo>
                    <a:pt x="257" y="275"/>
                  </a:lnTo>
                  <a:lnTo>
                    <a:pt x="270" y="262"/>
                  </a:lnTo>
                  <a:lnTo>
                    <a:pt x="280" y="247"/>
                  </a:lnTo>
                  <a:lnTo>
                    <a:pt x="294" y="230"/>
                  </a:lnTo>
                  <a:lnTo>
                    <a:pt x="308" y="213"/>
                  </a:lnTo>
                  <a:lnTo>
                    <a:pt x="313" y="207"/>
                  </a:lnTo>
                  <a:lnTo>
                    <a:pt x="318" y="201"/>
                  </a:lnTo>
                  <a:lnTo>
                    <a:pt x="320" y="193"/>
                  </a:lnTo>
                  <a:lnTo>
                    <a:pt x="318" y="185"/>
                  </a:lnTo>
                  <a:close/>
                  <a:moveTo>
                    <a:pt x="197" y="176"/>
                  </a:moveTo>
                  <a:lnTo>
                    <a:pt x="184" y="188"/>
                  </a:lnTo>
                  <a:lnTo>
                    <a:pt x="172" y="201"/>
                  </a:lnTo>
                  <a:lnTo>
                    <a:pt x="162" y="214"/>
                  </a:lnTo>
                  <a:lnTo>
                    <a:pt x="150" y="228"/>
                  </a:lnTo>
                  <a:lnTo>
                    <a:pt x="148" y="231"/>
                  </a:lnTo>
                  <a:lnTo>
                    <a:pt x="144" y="238"/>
                  </a:lnTo>
                  <a:lnTo>
                    <a:pt x="140" y="245"/>
                  </a:lnTo>
                  <a:lnTo>
                    <a:pt x="138" y="247"/>
                  </a:lnTo>
                  <a:lnTo>
                    <a:pt x="136" y="249"/>
                  </a:lnTo>
                  <a:lnTo>
                    <a:pt x="135" y="252"/>
                  </a:lnTo>
                  <a:lnTo>
                    <a:pt x="134" y="255"/>
                  </a:lnTo>
                  <a:lnTo>
                    <a:pt x="135" y="259"/>
                  </a:lnTo>
                  <a:lnTo>
                    <a:pt x="168" y="220"/>
                  </a:lnTo>
                  <a:lnTo>
                    <a:pt x="198" y="181"/>
                  </a:lnTo>
                  <a:lnTo>
                    <a:pt x="198" y="179"/>
                  </a:lnTo>
                  <a:lnTo>
                    <a:pt x="198" y="177"/>
                  </a:lnTo>
                  <a:lnTo>
                    <a:pt x="197" y="176"/>
                  </a:lnTo>
                  <a:close/>
                  <a:moveTo>
                    <a:pt x="66" y="172"/>
                  </a:moveTo>
                  <a:lnTo>
                    <a:pt x="64" y="173"/>
                  </a:lnTo>
                  <a:lnTo>
                    <a:pt x="63" y="176"/>
                  </a:lnTo>
                  <a:lnTo>
                    <a:pt x="61" y="178"/>
                  </a:lnTo>
                  <a:lnTo>
                    <a:pt x="60" y="179"/>
                  </a:lnTo>
                  <a:lnTo>
                    <a:pt x="57" y="179"/>
                  </a:lnTo>
                  <a:lnTo>
                    <a:pt x="56" y="180"/>
                  </a:lnTo>
                  <a:lnTo>
                    <a:pt x="56" y="181"/>
                  </a:lnTo>
                  <a:lnTo>
                    <a:pt x="56" y="182"/>
                  </a:lnTo>
                  <a:lnTo>
                    <a:pt x="55" y="183"/>
                  </a:lnTo>
                  <a:lnTo>
                    <a:pt x="53" y="188"/>
                  </a:lnTo>
                  <a:lnTo>
                    <a:pt x="49" y="191"/>
                  </a:lnTo>
                  <a:lnTo>
                    <a:pt x="44" y="195"/>
                  </a:lnTo>
                  <a:lnTo>
                    <a:pt x="35" y="208"/>
                  </a:lnTo>
                  <a:lnTo>
                    <a:pt x="24" y="220"/>
                  </a:lnTo>
                  <a:lnTo>
                    <a:pt x="20" y="225"/>
                  </a:lnTo>
                  <a:lnTo>
                    <a:pt x="16" y="229"/>
                  </a:lnTo>
                  <a:lnTo>
                    <a:pt x="13" y="232"/>
                  </a:lnTo>
                  <a:lnTo>
                    <a:pt x="13" y="235"/>
                  </a:lnTo>
                  <a:lnTo>
                    <a:pt x="12" y="236"/>
                  </a:lnTo>
                  <a:lnTo>
                    <a:pt x="11" y="238"/>
                  </a:lnTo>
                  <a:lnTo>
                    <a:pt x="9" y="239"/>
                  </a:lnTo>
                  <a:lnTo>
                    <a:pt x="7" y="240"/>
                  </a:lnTo>
                  <a:lnTo>
                    <a:pt x="6" y="242"/>
                  </a:lnTo>
                  <a:lnTo>
                    <a:pt x="6" y="244"/>
                  </a:lnTo>
                  <a:lnTo>
                    <a:pt x="6" y="248"/>
                  </a:lnTo>
                  <a:lnTo>
                    <a:pt x="6" y="251"/>
                  </a:lnTo>
                  <a:lnTo>
                    <a:pt x="6" y="254"/>
                  </a:lnTo>
                  <a:lnTo>
                    <a:pt x="28" y="232"/>
                  </a:lnTo>
                  <a:lnTo>
                    <a:pt x="48" y="208"/>
                  </a:lnTo>
                  <a:lnTo>
                    <a:pt x="68" y="184"/>
                  </a:lnTo>
                  <a:lnTo>
                    <a:pt x="67" y="181"/>
                  </a:lnTo>
                  <a:lnTo>
                    <a:pt x="67" y="178"/>
                  </a:lnTo>
                  <a:lnTo>
                    <a:pt x="67" y="175"/>
                  </a:lnTo>
                  <a:lnTo>
                    <a:pt x="66" y="172"/>
                  </a:lnTo>
                  <a:close/>
                  <a:moveTo>
                    <a:pt x="441" y="164"/>
                  </a:moveTo>
                  <a:lnTo>
                    <a:pt x="427" y="179"/>
                  </a:lnTo>
                  <a:lnTo>
                    <a:pt x="414" y="196"/>
                  </a:lnTo>
                  <a:lnTo>
                    <a:pt x="412" y="197"/>
                  </a:lnTo>
                  <a:lnTo>
                    <a:pt x="411" y="199"/>
                  </a:lnTo>
                  <a:lnTo>
                    <a:pt x="410" y="200"/>
                  </a:lnTo>
                  <a:lnTo>
                    <a:pt x="409" y="201"/>
                  </a:lnTo>
                  <a:lnTo>
                    <a:pt x="409" y="203"/>
                  </a:lnTo>
                  <a:lnTo>
                    <a:pt x="408" y="205"/>
                  </a:lnTo>
                  <a:lnTo>
                    <a:pt x="404" y="209"/>
                  </a:lnTo>
                  <a:lnTo>
                    <a:pt x="400" y="213"/>
                  </a:lnTo>
                  <a:lnTo>
                    <a:pt x="396" y="217"/>
                  </a:lnTo>
                  <a:lnTo>
                    <a:pt x="392" y="220"/>
                  </a:lnTo>
                  <a:lnTo>
                    <a:pt x="391" y="221"/>
                  </a:lnTo>
                  <a:lnTo>
                    <a:pt x="391" y="224"/>
                  </a:lnTo>
                  <a:lnTo>
                    <a:pt x="390" y="225"/>
                  </a:lnTo>
                  <a:lnTo>
                    <a:pt x="388" y="227"/>
                  </a:lnTo>
                  <a:lnTo>
                    <a:pt x="386" y="229"/>
                  </a:lnTo>
                  <a:lnTo>
                    <a:pt x="384" y="231"/>
                  </a:lnTo>
                  <a:lnTo>
                    <a:pt x="383" y="235"/>
                  </a:lnTo>
                  <a:lnTo>
                    <a:pt x="380" y="237"/>
                  </a:lnTo>
                  <a:lnTo>
                    <a:pt x="380" y="238"/>
                  </a:lnTo>
                  <a:lnTo>
                    <a:pt x="380" y="238"/>
                  </a:lnTo>
                  <a:lnTo>
                    <a:pt x="380" y="239"/>
                  </a:lnTo>
                  <a:lnTo>
                    <a:pt x="380" y="240"/>
                  </a:lnTo>
                  <a:lnTo>
                    <a:pt x="378" y="242"/>
                  </a:lnTo>
                  <a:lnTo>
                    <a:pt x="377" y="244"/>
                  </a:lnTo>
                  <a:lnTo>
                    <a:pt x="377" y="248"/>
                  </a:lnTo>
                  <a:lnTo>
                    <a:pt x="378" y="250"/>
                  </a:lnTo>
                  <a:lnTo>
                    <a:pt x="378" y="253"/>
                  </a:lnTo>
                  <a:lnTo>
                    <a:pt x="378" y="255"/>
                  </a:lnTo>
                  <a:lnTo>
                    <a:pt x="377" y="257"/>
                  </a:lnTo>
                  <a:lnTo>
                    <a:pt x="387" y="248"/>
                  </a:lnTo>
                  <a:lnTo>
                    <a:pt x="397" y="237"/>
                  </a:lnTo>
                  <a:lnTo>
                    <a:pt x="405" y="226"/>
                  </a:lnTo>
                  <a:lnTo>
                    <a:pt x="415" y="216"/>
                  </a:lnTo>
                  <a:lnTo>
                    <a:pt x="427" y="201"/>
                  </a:lnTo>
                  <a:lnTo>
                    <a:pt x="440" y="185"/>
                  </a:lnTo>
                  <a:lnTo>
                    <a:pt x="441" y="185"/>
                  </a:lnTo>
                  <a:lnTo>
                    <a:pt x="443" y="185"/>
                  </a:lnTo>
                  <a:lnTo>
                    <a:pt x="443" y="187"/>
                  </a:lnTo>
                  <a:lnTo>
                    <a:pt x="444" y="187"/>
                  </a:lnTo>
                  <a:lnTo>
                    <a:pt x="445" y="185"/>
                  </a:lnTo>
                  <a:lnTo>
                    <a:pt x="444" y="180"/>
                  </a:lnTo>
                  <a:lnTo>
                    <a:pt x="444" y="175"/>
                  </a:lnTo>
                  <a:lnTo>
                    <a:pt x="444" y="168"/>
                  </a:lnTo>
                  <a:lnTo>
                    <a:pt x="441" y="164"/>
                  </a:lnTo>
                  <a:close/>
                  <a:moveTo>
                    <a:pt x="318" y="163"/>
                  </a:moveTo>
                  <a:lnTo>
                    <a:pt x="311" y="170"/>
                  </a:lnTo>
                  <a:lnTo>
                    <a:pt x="304" y="179"/>
                  </a:lnTo>
                  <a:lnTo>
                    <a:pt x="297" y="185"/>
                  </a:lnTo>
                  <a:lnTo>
                    <a:pt x="297" y="187"/>
                  </a:lnTo>
                  <a:lnTo>
                    <a:pt x="297" y="188"/>
                  </a:lnTo>
                  <a:lnTo>
                    <a:pt x="296" y="189"/>
                  </a:lnTo>
                  <a:lnTo>
                    <a:pt x="296" y="190"/>
                  </a:lnTo>
                  <a:lnTo>
                    <a:pt x="294" y="191"/>
                  </a:lnTo>
                  <a:lnTo>
                    <a:pt x="293" y="192"/>
                  </a:lnTo>
                  <a:lnTo>
                    <a:pt x="293" y="193"/>
                  </a:lnTo>
                  <a:lnTo>
                    <a:pt x="292" y="195"/>
                  </a:lnTo>
                  <a:lnTo>
                    <a:pt x="292" y="196"/>
                  </a:lnTo>
                  <a:lnTo>
                    <a:pt x="290" y="199"/>
                  </a:lnTo>
                  <a:lnTo>
                    <a:pt x="288" y="200"/>
                  </a:lnTo>
                  <a:lnTo>
                    <a:pt x="287" y="201"/>
                  </a:lnTo>
                  <a:lnTo>
                    <a:pt x="285" y="202"/>
                  </a:lnTo>
                  <a:lnTo>
                    <a:pt x="285" y="203"/>
                  </a:lnTo>
                  <a:lnTo>
                    <a:pt x="285" y="204"/>
                  </a:lnTo>
                  <a:lnTo>
                    <a:pt x="284" y="205"/>
                  </a:lnTo>
                  <a:lnTo>
                    <a:pt x="282" y="207"/>
                  </a:lnTo>
                  <a:lnTo>
                    <a:pt x="281" y="208"/>
                  </a:lnTo>
                  <a:lnTo>
                    <a:pt x="279" y="209"/>
                  </a:lnTo>
                  <a:lnTo>
                    <a:pt x="279" y="211"/>
                  </a:lnTo>
                  <a:lnTo>
                    <a:pt x="279" y="212"/>
                  </a:lnTo>
                  <a:lnTo>
                    <a:pt x="279" y="213"/>
                  </a:lnTo>
                  <a:lnTo>
                    <a:pt x="278" y="214"/>
                  </a:lnTo>
                  <a:lnTo>
                    <a:pt x="277" y="214"/>
                  </a:lnTo>
                  <a:lnTo>
                    <a:pt x="276" y="215"/>
                  </a:lnTo>
                  <a:lnTo>
                    <a:pt x="275" y="216"/>
                  </a:lnTo>
                  <a:lnTo>
                    <a:pt x="276" y="217"/>
                  </a:lnTo>
                  <a:lnTo>
                    <a:pt x="276" y="218"/>
                  </a:lnTo>
                  <a:lnTo>
                    <a:pt x="275" y="218"/>
                  </a:lnTo>
                  <a:lnTo>
                    <a:pt x="273" y="219"/>
                  </a:lnTo>
                  <a:lnTo>
                    <a:pt x="271" y="220"/>
                  </a:lnTo>
                  <a:lnTo>
                    <a:pt x="271" y="221"/>
                  </a:lnTo>
                  <a:lnTo>
                    <a:pt x="270" y="224"/>
                  </a:lnTo>
                  <a:lnTo>
                    <a:pt x="269" y="226"/>
                  </a:lnTo>
                  <a:lnTo>
                    <a:pt x="264" y="233"/>
                  </a:lnTo>
                  <a:lnTo>
                    <a:pt x="258" y="239"/>
                  </a:lnTo>
                  <a:lnTo>
                    <a:pt x="256" y="247"/>
                  </a:lnTo>
                  <a:lnTo>
                    <a:pt x="257" y="255"/>
                  </a:lnTo>
                  <a:lnTo>
                    <a:pt x="269" y="242"/>
                  </a:lnTo>
                  <a:lnTo>
                    <a:pt x="279" y="227"/>
                  </a:lnTo>
                  <a:lnTo>
                    <a:pt x="290" y="213"/>
                  </a:lnTo>
                  <a:lnTo>
                    <a:pt x="291" y="212"/>
                  </a:lnTo>
                  <a:lnTo>
                    <a:pt x="293" y="211"/>
                  </a:lnTo>
                  <a:lnTo>
                    <a:pt x="294" y="209"/>
                  </a:lnTo>
                  <a:lnTo>
                    <a:pt x="294" y="208"/>
                  </a:lnTo>
                  <a:lnTo>
                    <a:pt x="294" y="207"/>
                  </a:lnTo>
                  <a:lnTo>
                    <a:pt x="294" y="207"/>
                  </a:lnTo>
                  <a:lnTo>
                    <a:pt x="301" y="200"/>
                  </a:lnTo>
                  <a:lnTo>
                    <a:pt x="307" y="192"/>
                  </a:lnTo>
                  <a:lnTo>
                    <a:pt x="314" y="184"/>
                  </a:lnTo>
                  <a:lnTo>
                    <a:pt x="318" y="176"/>
                  </a:lnTo>
                  <a:lnTo>
                    <a:pt x="319" y="165"/>
                  </a:lnTo>
                  <a:lnTo>
                    <a:pt x="318" y="164"/>
                  </a:lnTo>
                  <a:lnTo>
                    <a:pt x="318" y="163"/>
                  </a:lnTo>
                  <a:close/>
                  <a:moveTo>
                    <a:pt x="194" y="158"/>
                  </a:moveTo>
                  <a:lnTo>
                    <a:pt x="191" y="163"/>
                  </a:lnTo>
                  <a:lnTo>
                    <a:pt x="187" y="166"/>
                  </a:lnTo>
                  <a:lnTo>
                    <a:pt x="184" y="169"/>
                  </a:lnTo>
                  <a:lnTo>
                    <a:pt x="180" y="172"/>
                  </a:lnTo>
                  <a:lnTo>
                    <a:pt x="180" y="175"/>
                  </a:lnTo>
                  <a:lnTo>
                    <a:pt x="179" y="177"/>
                  </a:lnTo>
                  <a:lnTo>
                    <a:pt x="177" y="178"/>
                  </a:lnTo>
                  <a:lnTo>
                    <a:pt x="175" y="178"/>
                  </a:lnTo>
                  <a:lnTo>
                    <a:pt x="174" y="181"/>
                  </a:lnTo>
                  <a:lnTo>
                    <a:pt x="173" y="183"/>
                  </a:lnTo>
                  <a:lnTo>
                    <a:pt x="171" y="185"/>
                  </a:lnTo>
                  <a:lnTo>
                    <a:pt x="169" y="188"/>
                  </a:lnTo>
                  <a:lnTo>
                    <a:pt x="167" y="190"/>
                  </a:lnTo>
                  <a:lnTo>
                    <a:pt x="162" y="199"/>
                  </a:lnTo>
                  <a:lnTo>
                    <a:pt x="155" y="207"/>
                  </a:lnTo>
                  <a:lnTo>
                    <a:pt x="147" y="216"/>
                  </a:lnTo>
                  <a:lnTo>
                    <a:pt x="143" y="226"/>
                  </a:lnTo>
                  <a:lnTo>
                    <a:pt x="139" y="228"/>
                  </a:lnTo>
                  <a:lnTo>
                    <a:pt x="137" y="231"/>
                  </a:lnTo>
                  <a:lnTo>
                    <a:pt x="136" y="235"/>
                  </a:lnTo>
                  <a:lnTo>
                    <a:pt x="135" y="239"/>
                  </a:lnTo>
                  <a:lnTo>
                    <a:pt x="138" y="237"/>
                  </a:lnTo>
                  <a:lnTo>
                    <a:pt x="140" y="235"/>
                  </a:lnTo>
                  <a:lnTo>
                    <a:pt x="143" y="231"/>
                  </a:lnTo>
                  <a:lnTo>
                    <a:pt x="144" y="228"/>
                  </a:lnTo>
                  <a:lnTo>
                    <a:pt x="162" y="207"/>
                  </a:lnTo>
                  <a:lnTo>
                    <a:pt x="179" y="187"/>
                  </a:lnTo>
                  <a:lnTo>
                    <a:pt x="197" y="167"/>
                  </a:lnTo>
                  <a:lnTo>
                    <a:pt x="197" y="165"/>
                  </a:lnTo>
                  <a:lnTo>
                    <a:pt x="197" y="163"/>
                  </a:lnTo>
                  <a:lnTo>
                    <a:pt x="197" y="160"/>
                  </a:lnTo>
                  <a:lnTo>
                    <a:pt x="196" y="159"/>
                  </a:lnTo>
                  <a:lnTo>
                    <a:pt x="194" y="158"/>
                  </a:lnTo>
                  <a:close/>
                  <a:moveTo>
                    <a:pt x="65" y="152"/>
                  </a:moveTo>
                  <a:lnTo>
                    <a:pt x="51" y="168"/>
                  </a:lnTo>
                  <a:lnTo>
                    <a:pt x="37" y="183"/>
                  </a:lnTo>
                  <a:lnTo>
                    <a:pt x="24" y="200"/>
                  </a:lnTo>
                  <a:lnTo>
                    <a:pt x="12" y="217"/>
                  </a:lnTo>
                  <a:lnTo>
                    <a:pt x="12" y="218"/>
                  </a:lnTo>
                  <a:lnTo>
                    <a:pt x="11" y="218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19"/>
                  </a:lnTo>
                  <a:lnTo>
                    <a:pt x="8" y="220"/>
                  </a:lnTo>
                  <a:lnTo>
                    <a:pt x="7" y="223"/>
                  </a:lnTo>
                  <a:lnTo>
                    <a:pt x="6" y="224"/>
                  </a:lnTo>
                  <a:lnTo>
                    <a:pt x="5" y="225"/>
                  </a:lnTo>
                  <a:lnTo>
                    <a:pt x="5" y="228"/>
                  </a:lnTo>
                  <a:lnTo>
                    <a:pt x="5" y="230"/>
                  </a:lnTo>
                  <a:lnTo>
                    <a:pt x="5" y="232"/>
                  </a:lnTo>
                  <a:lnTo>
                    <a:pt x="7" y="233"/>
                  </a:lnTo>
                  <a:lnTo>
                    <a:pt x="37" y="199"/>
                  </a:lnTo>
                  <a:lnTo>
                    <a:pt x="66" y="163"/>
                  </a:lnTo>
                  <a:lnTo>
                    <a:pt x="66" y="159"/>
                  </a:lnTo>
                  <a:lnTo>
                    <a:pt x="66" y="155"/>
                  </a:lnTo>
                  <a:lnTo>
                    <a:pt x="65" y="152"/>
                  </a:lnTo>
                  <a:close/>
                  <a:moveTo>
                    <a:pt x="440" y="144"/>
                  </a:moveTo>
                  <a:lnTo>
                    <a:pt x="433" y="154"/>
                  </a:lnTo>
                  <a:lnTo>
                    <a:pt x="422" y="161"/>
                  </a:lnTo>
                  <a:lnTo>
                    <a:pt x="420" y="166"/>
                  </a:lnTo>
                  <a:lnTo>
                    <a:pt x="416" y="168"/>
                  </a:lnTo>
                  <a:lnTo>
                    <a:pt x="414" y="171"/>
                  </a:lnTo>
                  <a:lnTo>
                    <a:pt x="411" y="175"/>
                  </a:lnTo>
                  <a:lnTo>
                    <a:pt x="402" y="187"/>
                  </a:lnTo>
                  <a:lnTo>
                    <a:pt x="393" y="199"/>
                  </a:lnTo>
                  <a:lnTo>
                    <a:pt x="388" y="204"/>
                  </a:lnTo>
                  <a:lnTo>
                    <a:pt x="384" y="211"/>
                  </a:lnTo>
                  <a:lnTo>
                    <a:pt x="380" y="219"/>
                  </a:lnTo>
                  <a:lnTo>
                    <a:pt x="378" y="220"/>
                  </a:lnTo>
                  <a:lnTo>
                    <a:pt x="376" y="223"/>
                  </a:lnTo>
                  <a:lnTo>
                    <a:pt x="377" y="225"/>
                  </a:lnTo>
                  <a:lnTo>
                    <a:pt x="377" y="228"/>
                  </a:lnTo>
                  <a:lnTo>
                    <a:pt x="377" y="231"/>
                  </a:lnTo>
                  <a:lnTo>
                    <a:pt x="377" y="233"/>
                  </a:lnTo>
                  <a:lnTo>
                    <a:pt x="400" y="208"/>
                  </a:lnTo>
                  <a:lnTo>
                    <a:pt x="421" y="181"/>
                  </a:lnTo>
                  <a:lnTo>
                    <a:pt x="443" y="156"/>
                  </a:lnTo>
                  <a:lnTo>
                    <a:pt x="443" y="153"/>
                  </a:lnTo>
                  <a:lnTo>
                    <a:pt x="443" y="151"/>
                  </a:lnTo>
                  <a:lnTo>
                    <a:pt x="443" y="147"/>
                  </a:lnTo>
                  <a:lnTo>
                    <a:pt x="441" y="145"/>
                  </a:lnTo>
                  <a:lnTo>
                    <a:pt x="440" y="144"/>
                  </a:lnTo>
                  <a:close/>
                  <a:moveTo>
                    <a:pt x="317" y="141"/>
                  </a:moveTo>
                  <a:lnTo>
                    <a:pt x="309" y="148"/>
                  </a:lnTo>
                  <a:lnTo>
                    <a:pt x="303" y="157"/>
                  </a:lnTo>
                  <a:lnTo>
                    <a:pt x="297" y="167"/>
                  </a:lnTo>
                  <a:lnTo>
                    <a:pt x="295" y="167"/>
                  </a:lnTo>
                  <a:lnTo>
                    <a:pt x="294" y="168"/>
                  </a:lnTo>
                  <a:lnTo>
                    <a:pt x="293" y="170"/>
                  </a:lnTo>
                  <a:lnTo>
                    <a:pt x="292" y="172"/>
                  </a:lnTo>
                  <a:lnTo>
                    <a:pt x="291" y="172"/>
                  </a:lnTo>
                  <a:lnTo>
                    <a:pt x="290" y="173"/>
                  </a:lnTo>
                  <a:lnTo>
                    <a:pt x="289" y="175"/>
                  </a:lnTo>
                  <a:lnTo>
                    <a:pt x="278" y="192"/>
                  </a:lnTo>
                  <a:lnTo>
                    <a:pt x="266" y="209"/>
                  </a:lnTo>
                  <a:lnTo>
                    <a:pt x="263" y="209"/>
                  </a:lnTo>
                  <a:lnTo>
                    <a:pt x="260" y="214"/>
                  </a:lnTo>
                  <a:lnTo>
                    <a:pt x="258" y="218"/>
                  </a:lnTo>
                  <a:lnTo>
                    <a:pt x="256" y="225"/>
                  </a:lnTo>
                  <a:lnTo>
                    <a:pt x="256" y="232"/>
                  </a:lnTo>
                  <a:lnTo>
                    <a:pt x="258" y="231"/>
                  </a:lnTo>
                  <a:lnTo>
                    <a:pt x="260" y="230"/>
                  </a:lnTo>
                  <a:lnTo>
                    <a:pt x="261" y="228"/>
                  </a:lnTo>
                  <a:lnTo>
                    <a:pt x="263" y="226"/>
                  </a:lnTo>
                  <a:lnTo>
                    <a:pt x="264" y="225"/>
                  </a:lnTo>
                  <a:lnTo>
                    <a:pt x="266" y="224"/>
                  </a:lnTo>
                  <a:lnTo>
                    <a:pt x="290" y="191"/>
                  </a:lnTo>
                  <a:lnTo>
                    <a:pt x="314" y="158"/>
                  </a:lnTo>
                  <a:lnTo>
                    <a:pt x="315" y="157"/>
                  </a:lnTo>
                  <a:lnTo>
                    <a:pt x="317" y="157"/>
                  </a:lnTo>
                  <a:lnTo>
                    <a:pt x="318" y="157"/>
                  </a:lnTo>
                  <a:lnTo>
                    <a:pt x="318" y="154"/>
                  </a:lnTo>
                  <a:lnTo>
                    <a:pt x="318" y="151"/>
                  </a:lnTo>
                  <a:lnTo>
                    <a:pt x="319" y="147"/>
                  </a:lnTo>
                  <a:lnTo>
                    <a:pt x="318" y="144"/>
                  </a:lnTo>
                  <a:lnTo>
                    <a:pt x="317" y="141"/>
                  </a:lnTo>
                  <a:close/>
                  <a:moveTo>
                    <a:pt x="194" y="137"/>
                  </a:moveTo>
                  <a:lnTo>
                    <a:pt x="191" y="141"/>
                  </a:lnTo>
                  <a:lnTo>
                    <a:pt x="188" y="144"/>
                  </a:lnTo>
                  <a:lnTo>
                    <a:pt x="185" y="147"/>
                  </a:lnTo>
                  <a:lnTo>
                    <a:pt x="182" y="151"/>
                  </a:lnTo>
                  <a:lnTo>
                    <a:pt x="177" y="158"/>
                  </a:lnTo>
                  <a:lnTo>
                    <a:pt x="171" y="165"/>
                  </a:lnTo>
                  <a:lnTo>
                    <a:pt x="165" y="173"/>
                  </a:lnTo>
                  <a:lnTo>
                    <a:pt x="159" y="181"/>
                  </a:lnTo>
                  <a:lnTo>
                    <a:pt x="153" y="190"/>
                  </a:lnTo>
                  <a:lnTo>
                    <a:pt x="148" y="197"/>
                  </a:lnTo>
                  <a:lnTo>
                    <a:pt x="140" y="204"/>
                  </a:lnTo>
                  <a:lnTo>
                    <a:pt x="140" y="207"/>
                  </a:lnTo>
                  <a:lnTo>
                    <a:pt x="139" y="211"/>
                  </a:lnTo>
                  <a:lnTo>
                    <a:pt x="137" y="213"/>
                  </a:lnTo>
                  <a:lnTo>
                    <a:pt x="135" y="215"/>
                  </a:lnTo>
                  <a:lnTo>
                    <a:pt x="133" y="216"/>
                  </a:lnTo>
                  <a:lnTo>
                    <a:pt x="134" y="218"/>
                  </a:lnTo>
                  <a:lnTo>
                    <a:pt x="134" y="220"/>
                  </a:lnTo>
                  <a:lnTo>
                    <a:pt x="134" y="223"/>
                  </a:lnTo>
                  <a:lnTo>
                    <a:pt x="135" y="225"/>
                  </a:lnTo>
                  <a:lnTo>
                    <a:pt x="137" y="224"/>
                  </a:lnTo>
                  <a:lnTo>
                    <a:pt x="139" y="221"/>
                  </a:lnTo>
                  <a:lnTo>
                    <a:pt x="141" y="219"/>
                  </a:lnTo>
                  <a:lnTo>
                    <a:pt x="143" y="216"/>
                  </a:lnTo>
                  <a:lnTo>
                    <a:pt x="144" y="213"/>
                  </a:lnTo>
                  <a:lnTo>
                    <a:pt x="151" y="205"/>
                  </a:lnTo>
                  <a:lnTo>
                    <a:pt x="159" y="196"/>
                  </a:lnTo>
                  <a:lnTo>
                    <a:pt x="167" y="187"/>
                  </a:lnTo>
                  <a:lnTo>
                    <a:pt x="173" y="176"/>
                  </a:lnTo>
                  <a:lnTo>
                    <a:pt x="183" y="165"/>
                  </a:lnTo>
                  <a:lnTo>
                    <a:pt x="188" y="159"/>
                  </a:lnTo>
                  <a:lnTo>
                    <a:pt x="193" y="153"/>
                  </a:lnTo>
                  <a:lnTo>
                    <a:pt x="196" y="146"/>
                  </a:lnTo>
                  <a:lnTo>
                    <a:pt x="196" y="137"/>
                  </a:lnTo>
                  <a:lnTo>
                    <a:pt x="195" y="137"/>
                  </a:lnTo>
                  <a:lnTo>
                    <a:pt x="195" y="137"/>
                  </a:lnTo>
                  <a:lnTo>
                    <a:pt x="194" y="137"/>
                  </a:lnTo>
                  <a:close/>
                  <a:moveTo>
                    <a:pt x="65" y="135"/>
                  </a:moveTo>
                  <a:lnTo>
                    <a:pt x="44" y="158"/>
                  </a:lnTo>
                  <a:lnTo>
                    <a:pt x="25" y="182"/>
                  </a:lnTo>
                  <a:lnTo>
                    <a:pt x="5" y="206"/>
                  </a:lnTo>
                  <a:lnTo>
                    <a:pt x="5" y="209"/>
                  </a:lnTo>
                  <a:lnTo>
                    <a:pt x="5" y="212"/>
                  </a:lnTo>
                  <a:lnTo>
                    <a:pt x="5" y="215"/>
                  </a:lnTo>
                  <a:lnTo>
                    <a:pt x="6" y="214"/>
                  </a:lnTo>
                  <a:lnTo>
                    <a:pt x="7" y="213"/>
                  </a:lnTo>
                  <a:lnTo>
                    <a:pt x="8" y="212"/>
                  </a:lnTo>
                  <a:lnTo>
                    <a:pt x="9" y="209"/>
                  </a:lnTo>
                  <a:lnTo>
                    <a:pt x="11" y="208"/>
                  </a:lnTo>
                  <a:lnTo>
                    <a:pt x="13" y="208"/>
                  </a:lnTo>
                  <a:lnTo>
                    <a:pt x="24" y="192"/>
                  </a:lnTo>
                  <a:lnTo>
                    <a:pt x="36" y="178"/>
                  </a:lnTo>
                  <a:lnTo>
                    <a:pt x="49" y="164"/>
                  </a:lnTo>
                  <a:lnTo>
                    <a:pt x="62" y="151"/>
                  </a:lnTo>
                  <a:lnTo>
                    <a:pt x="63" y="147"/>
                  </a:lnTo>
                  <a:lnTo>
                    <a:pt x="64" y="145"/>
                  </a:lnTo>
                  <a:lnTo>
                    <a:pt x="65" y="143"/>
                  </a:lnTo>
                  <a:lnTo>
                    <a:pt x="66" y="141"/>
                  </a:lnTo>
                  <a:lnTo>
                    <a:pt x="66" y="140"/>
                  </a:lnTo>
                  <a:lnTo>
                    <a:pt x="66" y="139"/>
                  </a:lnTo>
                  <a:lnTo>
                    <a:pt x="66" y="137"/>
                  </a:lnTo>
                  <a:lnTo>
                    <a:pt x="66" y="136"/>
                  </a:lnTo>
                  <a:lnTo>
                    <a:pt x="65" y="135"/>
                  </a:lnTo>
                  <a:lnTo>
                    <a:pt x="65" y="135"/>
                  </a:lnTo>
                  <a:close/>
                  <a:moveTo>
                    <a:pt x="440" y="124"/>
                  </a:moveTo>
                  <a:lnTo>
                    <a:pt x="422" y="141"/>
                  </a:lnTo>
                  <a:lnTo>
                    <a:pt x="405" y="159"/>
                  </a:lnTo>
                  <a:lnTo>
                    <a:pt x="390" y="179"/>
                  </a:lnTo>
                  <a:lnTo>
                    <a:pt x="375" y="199"/>
                  </a:lnTo>
                  <a:lnTo>
                    <a:pt x="376" y="203"/>
                  </a:lnTo>
                  <a:lnTo>
                    <a:pt x="376" y="206"/>
                  </a:lnTo>
                  <a:lnTo>
                    <a:pt x="376" y="209"/>
                  </a:lnTo>
                  <a:lnTo>
                    <a:pt x="375" y="213"/>
                  </a:lnTo>
                  <a:lnTo>
                    <a:pt x="377" y="213"/>
                  </a:lnTo>
                  <a:lnTo>
                    <a:pt x="378" y="212"/>
                  </a:lnTo>
                  <a:lnTo>
                    <a:pt x="379" y="211"/>
                  </a:lnTo>
                  <a:lnTo>
                    <a:pt x="380" y="208"/>
                  </a:lnTo>
                  <a:lnTo>
                    <a:pt x="380" y="207"/>
                  </a:lnTo>
                  <a:lnTo>
                    <a:pt x="388" y="200"/>
                  </a:lnTo>
                  <a:lnTo>
                    <a:pt x="393" y="192"/>
                  </a:lnTo>
                  <a:lnTo>
                    <a:pt x="399" y="187"/>
                  </a:lnTo>
                  <a:lnTo>
                    <a:pt x="399" y="185"/>
                  </a:lnTo>
                  <a:lnTo>
                    <a:pt x="400" y="183"/>
                  </a:lnTo>
                  <a:lnTo>
                    <a:pt x="401" y="182"/>
                  </a:lnTo>
                  <a:lnTo>
                    <a:pt x="402" y="182"/>
                  </a:lnTo>
                  <a:lnTo>
                    <a:pt x="403" y="181"/>
                  </a:lnTo>
                  <a:lnTo>
                    <a:pt x="410" y="172"/>
                  </a:lnTo>
                  <a:lnTo>
                    <a:pt x="416" y="164"/>
                  </a:lnTo>
                  <a:lnTo>
                    <a:pt x="423" y="156"/>
                  </a:lnTo>
                  <a:lnTo>
                    <a:pt x="428" y="151"/>
                  </a:lnTo>
                  <a:lnTo>
                    <a:pt x="434" y="145"/>
                  </a:lnTo>
                  <a:lnTo>
                    <a:pt x="438" y="140"/>
                  </a:lnTo>
                  <a:lnTo>
                    <a:pt x="441" y="132"/>
                  </a:lnTo>
                  <a:lnTo>
                    <a:pt x="440" y="124"/>
                  </a:lnTo>
                  <a:close/>
                  <a:moveTo>
                    <a:pt x="316" y="122"/>
                  </a:moveTo>
                  <a:lnTo>
                    <a:pt x="307" y="133"/>
                  </a:lnTo>
                  <a:lnTo>
                    <a:pt x="300" y="145"/>
                  </a:lnTo>
                  <a:lnTo>
                    <a:pt x="287" y="159"/>
                  </a:lnTo>
                  <a:lnTo>
                    <a:pt x="276" y="176"/>
                  </a:lnTo>
                  <a:lnTo>
                    <a:pt x="270" y="179"/>
                  </a:lnTo>
                  <a:lnTo>
                    <a:pt x="267" y="182"/>
                  </a:lnTo>
                  <a:lnTo>
                    <a:pt x="264" y="188"/>
                  </a:lnTo>
                  <a:lnTo>
                    <a:pt x="261" y="192"/>
                  </a:lnTo>
                  <a:lnTo>
                    <a:pt x="260" y="193"/>
                  </a:lnTo>
                  <a:lnTo>
                    <a:pt x="259" y="193"/>
                  </a:lnTo>
                  <a:lnTo>
                    <a:pt x="257" y="197"/>
                  </a:lnTo>
                  <a:lnTo>
                    <a:pt x="257" y="201"/>
                  </a:lnTo>
                  <a:lnTo>
                    <a:pt x="257" y="203"/>
                  </a:lnTo>
                  <a:lnTo>
                    <a:pt x="256" y="206"/>
                  </a:lnTo>
                  <a:lnTo>
                    <a:pt x="256" y="211"/>
                  </a:lnTo>
                  <a:lnTo>
                    <a:pt x="269" y="196"/>
                  </a:lnTo>
                  <a:lnTo>
                    <a:pt x="281" y="181"/>
                  </a:lnTo>
                  <a:lnTo>
                    <a:pt x="292" y="165"/>
                  </a:lnTo>
                  <a:lnTo>
                    <a:pt x="301" y="155"/>
                  </a:lnTo>
                  <a:lnTo>
                    <a:pt x="309" y="143"/>
                  </a:lnTo>
                  <a:lnTo>
                    <a:pt x="318" y="132"/>
                  </a:lnTo>
                  <a:lnTo>
                    <a:pt x="317" y="131"/>
                  </a:lnTo>
                  <a:lnTo>
                    <a:pt x="317" y="130"/>
                  </a:lnTo>
                  <a:lnTo>
                    <a:pt x="318" y="128"/>
                  </a:lnTo>
                  <a:lnTo>
                    <a:pt x="318" y="125"/>
                  </a:lnTo>
                  <a:lnTo>
                    <a:pt x="318" y="123"/>
                  </a:lnTo>
                  <a:lnTo>
                    <a:pt x="317" y="122"/>
                  </a:lnTo>
                  <a:lnTo>
                    <a:pt x="316" y="122"/>
                  </a:lnTo>
                  <a:close/>
                  <a:moveTo>
                    <a:pt x="194" y="118"/>
                  </a:moveTo>
                  <a:lnTo>
                    <a:pt x="193" y="119"/>
                  </a:lnTo>
                  <a:lnTo>
                    <a:pt x="191" y="120"/>
                  </a:lnTo>
                  <a:lnTo>
                    <a:pt x="189" y="121"/>
                  </a:lnTo>
                  <a:lnTo>
                    <a:pt x="187" y="122"/>
                  </a:lnTo>
                  <a:lnTo>
                    <a:pt x="179" y="136"/>
                  </a:lnTo>
                  <a:lnTo>
                    <a:pt x="169" y="148"/>
                  </a:lnTo>
                  <a:lnTo>
                    <a:pt x="159" y="160"/>
                  </a:lnTo>
                  <a:lnTo>
                    <a:pt x="151" y="175"/>
                  </a:lnTo>
                  <a:lnTo>
                    <a:pt x="148" y="177"/>
                  </a:lnTo>
                  <a:lnTo>
                    <a:pt x="145" y="180"/>
                  </a:lnTo>
                  <a:lnTo>
                    <a:pt x="143" y="183"/>
                  </a:lnTo>
                  <a:lnTo>
                    <a:pt x="139" y="187"/>
                  </a:lnTo>
                  <a:lnTo>
                    <a:pt x="137" y="189"/>
                  </a:lnTo>
                  <a:lnTo>
                    <a:pt x="134" y="192"/>
                  </a:lnTo>
                  <a:lnTo>
                    <a:pt x="134" y="195"/>
                  </a:lnTo>
                  <a:lnTo>
                    <a:pt x="133" y="200"/>
                  </a:lnTo>
                  <a:lnTo>
                    <a:pt x="133" y="204"/>
                  </a:lnTo>
                  <a:lnTo>
                    <a:pt x="133" y="207"/>
                  </a:lnTo>
                  <a:lnTo>
                    <a:pt x="135" y="205"/>
                  </a:lnTo>
                  <a:lnTo>
                    <a:pt x="137" y="203"/>
                  </a:lnTo>
                  <a:lnTo>
                    <a:pt x="139" y="201"/>
                  </a:lnTo>
                  <a:lnTo>
                    <a:pt x="143" y="199"/>
                  </a:lnTo>
                  <a:lnTo>
                    <a:pt x="147" y="191"/>
                  </a:lnTo>
                  <a:lnTo>
                    <a:pt x="152" y="183"/>
                  </a:lnTo>
                  <a:lnTo>
                    <a:pt x="158" y="177"/>
                  </a:lnTo>
                  <a:lnTo>
                    <a:pt x="171" y="160"/>
                  </a:lnTo>
                  <a:lnTo>
                    <a:pt x="184" y="143"/>
                  </a:lnTo>
                  <a:lnTo>
                    <a:pt x="186" y="140"/>
                  </a:lnTo>
                  <a:lnTo>
                    <a:pt x="187" y="136"/>
                  </a:lnTo>
                  <a:lnTo>
                    <a:pt x="189" y="133"/>
                  </a:lnTo>
                  <a:lnTo>
                    <a:pt x="192" y="131"/>
                  </a:lnTo>
                  <a:lnTo>
                    <a:pt x="194" y="129"/>
                  </a:lnTo>
                  <a:lnTo>
                    <a:pt x="195" y="125"/>
                  </a:lnTo>
                  <a:lnTo>
                    <a:pt x="196" y="123"/>
                  </a:lnTo>
                  <a:lnTo>
                    <a:pt x="196" y="120"/>
                  </a:lnTo>
                  <a:lnTo>
                    <a:pt x="194" y="118"/>
                  </a:lnTo>
                  <a:close/>
                  <a:moveTo>
                    <a:pt x="63" y="115"/>
                  </a:moveTo>
                  <a:lnTo>
                    <a:pt x="53" y="128"/>
                  </a:lnTo>
                  <a:lnTo>
                    <a:pt x="41" y="139"/>
                  </a:lnTo>
                  <a:lnTo>
                    <a:pt x="33" y="151"/>
                  </a:lnTo>
                  <a:lnTo>
                    <a:pt x="25" y="160"/>
                  </a:lnTo>
                  <a:lnTo>
                    <a:pt x="16" y="170"/>
                  </a:lnTo>
                  <a:lnTo>
                    <a:pt x="9" y="182"/>
                  </a:lnTo>
                  <a:lnTo>
                    <a:pt x="7" y="184"/>
                  </a:lnTo>
                  <a:lnTo>
                    <a:pt x="5" y="185"/>
                  </a:lnTo>
                  <a:lnTo>
                    <a:pt x="5" y="189"/>
                  </a:lnTo>
                  <a:lnTo>
                    <a:pt x="5" y="191"/>
                  </a:lnTo>
                  <a:lnTo>
                    <a:pt x="5" y="194"/>
                  </a:lnTo>
                  <a:lnTo>
                    <a:pt x="5" y="196"/>
                  </a:lnTo>
                  <a:lnTo>
                    <a:pt x="9" y="193"/>
                  </a:lnTo>
                  <a:lnTo>
                    <a:pt x="13" y="190"/>
                  </a:lnTo>
                  <a:lnTo>
                    <a:pt x="16" y="185"/>
                  </a:lnTo>
                  <a:lnTo>
                    <a:pt x="18" y="181"/>
                  </a:lnTo>
                  <a:lnTo>
                    <a:pt x="28" y="172"/>
                  </a:lnTo>
                  <a:lnTo>
                    <a:pt x="36" y="163"/>
                  </a:lnTo>
                  <a:lnTo>
                    <a:pt x="44" y="154"/>
                  </a:lnTo>
                  <a:lnTo>
                    <a:pt x="49" y="147"/>
                  </a:lnTo>
                  <a:lnTo>
                    <a:pt x="53" y="142"/>
                  </a:lnTo>
                  <a:lnTo>
                    <a:pt x="57" y="136"/>
                  </a:lnTo>
                  <a:lnTo>
                    <a:pt x="61" y="130"/>
                  </a:lnTo>
                  <a:lnTo>
                    <a:pt x="63" y="130"/>
                  </a:lnTo>
                  <a:lnTo>
                    <a:pt x="64" y="129"/>
                  </a:lnTo>
                  <a:lnTo>
                    <a:pt x="66" y="128"/>
                  </a:lnTo>
                  <a:lnTo>
                    <a:pt x="66" y="123"/>
                  </a:lnTo>
                  <a:lnTo>
                    <a:pt x="66" y="118"/>
                  </a:lnTo>
                  <a:lnTo>
                    <a:pt x="65" y="115"/>
                  </a:lnTo>
                  <a:lnTo>
                    <a:pt x="63" y="115"/>
                  </a:lnTo>
                  <a:close/>
                  <a:moveTo>
                    <a:pt x="7" y="106"/>
                  </a:moveTo>
                  <a:lnTo>
                    <a:pt x="3" y="106"/>
                  </a:lnTo>
                  <a:lnTo>
                    <a:pt x="0" y="106"/>
                  </a:lnTo>
                  <a:lnTo>
                    <a:pt x="0" y="109"/>
                  </a:lnTo>
                  <a:lnTo>
                    <a:pt x="1" y="113"/>
                  </a:lnTo>
                  <a:lnTo>
                    <a:pt x="2" y="117"/>
                  </a:lnTo>
                  <a:lnTo>
                    <a:pt x="4" y="120"/>
                  </a:lnTo>
                  <a:lnTo>
                    <a:pt x="6" y="117"/>
                  </a:lnTo>
                  <a:lnTo>
                    <a:pt x="9" y="113"/>
                  </a:lnTo>
                  <a:lnTo>
                    <a:pt x="13" y="110"/>
                  </a:lnTo>
                  <a:lnTo>
                    <a:pt x="14" y="107"/>
                  </a:lnTo>
                  <a:lnTo>
                    <a:pt x="11" y="106"/>
                  </a:lnTo>
                  <a:lnTo>
                    <a:pt x="7" y="106"/>
                  </a:lnTo>
                  <a:close/>
                  <a:moveTo>
                    <a:pt x="23" y="105"/>
                  </a:moveTo>
                  <a:lnTo>
                    <a:pt x="21" y="106"/>
                  </a:lnTo>
                  <a:lnTo>
                    <a:pt x="16" y="112"/>
                  </a:lnTo>
                  <a:lnTo>
                    <a:pt x="9" y="120"/>
                  </a:lnTo>
                  <a:lnTo>
                    <a:pt x="3" y="128"/>
                  </a:lnTo>
                  <a:lnTo>
                    <a:pt x="4" y="132"/>
                  </a:lnTo>
                  <a:lnTo>
                    <a:pt x="4" y="136"/>
                  </a:lnTo>
                  <a:lnTo>
                    <a:pt x="17" y="121"/>
                  </a:lnTo>
                  <a:lnTo>
                    <a:pt x="29" y="106"/>
                  </a:lnTo>
                  <a:lnTo>
                    <a:pt x="28" y="106"/>
                  </a:lnTo>
                  <a:lnTo>
                    <a:pt x="26" y="105"/>
                  </a:lnTo>
                  <a:lnTo>
                    <a:pt x="24" y="105"/>
                  </a:lnTo>
                  <a:lnTo>
                    <a:pt x="23" y="105"/>
                  </a:lnTo>
                  <a:close/>
                  <a:moveTo>
                    <a:pt x="61" y="105"/>
                  </a:moveTo>
                  <a:lnTo>
                    <a:pt x="59" y="105"/>
                  </a:lnTo>
                  <a:lnTo>
                    <a:pt x="56" y="106"/>
                  </a:lnTo>
                  <a:lnTo>
                    <a:pt x="54" y="106"/>
                  </a:lnTo>
                  <a:lnTo>
                    <a:pt x="44" y="117"/>
                  </a:lnTo>
                  <a:lnTo>
                    <a:pt x="35" y="129"/>
                  </a:lnTo>
                  <a:lnTo>
                    <a:pt x="30" y="133"/>
                  </a:lnTo>
                  <a:lnTo>
                    <a:pt x="26" y="137"/>
                  </a:lnTo>
                  <a:lnTo>
                    <a:pt x="21" y="143"/>
                  </a:lnTo>
                  <a:lnTo>
                    <a:pt x="19" y="146"/>
                  </a:lnTo>
                  <a:lnTo>
                    <a:pt x="16" y="151"/>
                  </a:lnTo>
                  <a:lnTo>
                    <a:pt x="13" y="156"/>
                  </a:lnTo>
                  <a:lnTo>
                    <a:pt x="8" y="161"/>
                  </a:lnTo>
                  <a:lnTo>
                    <a:pt x="5" y="168"/>
                  </a:lnTo>
                  <a:lnTo>
                    <a:pt x="5" y="176"/>
                  </a:lnTo>
                  <a:lnTo>
                    <a:pt x="16" y="164"/>
                  </a:lnTo>
                  <a:lnTo>
                    <a:pt x="27" y="151"/>
                  </a:lnTo>
                  <a:lnTo>
                    <a:pt x="38" y="139"/>
                  </a:lnTo>
                  <a:lnTo>
                    <a:pt x="47" y="127"/>
                  </a:lnTo>
                  <a:lnTo>
                    <a:pt x="57" y="117"/>
                  </a:lnTo>
                  <a:lnTo>
                    <a:pt x="57" y="113"/>
                  </a:lnTo>
                  <a:lnTo>
                    <a:pt x="59" y="112"/>
                  </a:lnTo>
                  <a:lnTo>
                    <a:pt x="61" y="110"/>
                  </a:lnTo>
                  <a:lnTo>
                    <a:pt x="62" y="109"/>
                  </a:lnTo>
                  <a:lnTo>
                    <a:pt x="63" y="107"/>
                  </a:lnTo>
                  <a:lnTo>
                    <a:pt x="63" y="105"/>
                  </a:lnTo>
                  <a:lnTo>
                    <a:pt x="61" y="105"/>
                  </a:lnTo>
                  <a:close/>
                  <a:moveTo>
                    <a:pt x="47" y="105"/>
                  </a:moveTo>
                  <a:lnTo>
                    <a:pt x="45" y="105"/>
                  </a:lnTo>
                  <a:lnTo>
                    <a:pt x="43" y="105"/>
                  </a:lnTo>
                  <a:lnTo>
                    <a:pt x="41" y="106"/>
                  </a:lnTo>
                  <a:lnTo>
                    <a:pt x="39" y="105"/>
                  </a:lnTo>
                  <a:lnTo>
                    <a:pt x="27" y="117"/>
                  </a:lnTo>
                  <a:lnTo>
                    <a:pt x="15" y="130"/>
                  </a:lnTo>
                  <a:lnTo>
                    <a:pt x="4" y="144"/>
                  </a:lnTo>
                  <a:lnTo>
                    <a:pt x="4" y="147"/>
                  </a:lnTo>
                  <a:lnTo>
                    <a:pt x="4" y="151"/>
                  </a:lnTo>
                  <a:lnTo>
                    <a:pt x="4" y="154"/>
                  </a:lnTo>
                  <a:lnTo>
                    <a:pt x="4" y="156"/>
                  </a:lnTo>
                  <a:lnTo>
                    <a:pt x="4" y="159"/>
                  </a:lnTo>
                  <a:lnTo>
                    <a:pt x="26" y="132"/>
                  </a:lnTo>
                  <a:lnTo>
                    <a:pt x="48" y="105"/>
                  </a:lnTo>
                  <a:lnTo>
                    <a:pt x="47" y="105"/>
                  </a:lnTo>
                  <a:close/>
                  <a:moveTo>
                    <a:pt x="316" y="104"/>
                  </a:moveTo>
                  <a:lnTo>
                    <a:pt x="306" y="115"/>
                  </a:lnTo>
                  <a:lnTo>
                    <a:pt x="296" y="127"/>
                  </a:lnTo>
                  <a:lnTo>
                    <a:pt x="289" y="141"/>
                  </a:lnTo>
                  <a:lnTo>
                    <a:pt x="287" y="142"/>
                  </a:lnTo>
                  <a:lnTo>
                    <a:pt x="285" y="143"/>
                  </a:lnTo>
                  <a:lnTo>
                    <a:pt x="284" y="144"/>
                  </a:lnTo>
                  <a:lnTo>
                    <a:pt x="283" y="146"/>
                  </a:lnTo>
                  <a:lnTo>
                    <a:pt x="281" y="148"/>
                  </a:lnTo>
                  <a:lnTo>
                    <a:pt x="280" y="149"/>
                  </a:lnTo>
                  <a:lnTo>
                    <a:pt x="277" y="151"/>
                  </a:lnTo>
                  <a:lnTo>
                    <a:pt x="272" y="159"/>
                  </a:lnTo>
                  <a:lnTo>
                    <a:pt x="266" y="166"/>
                  </a:lnTo>
                  <a:lnTo>
                    <a:pt x="259" y="175"/>
                  </a:lnTo>
                  <a:lnTo>
                    <a:pt x="260" y="177"/>
                  </a:lnTo>
                  <a:lnTo>
                    <a:pt x="259" y="179"/>
                  </a:lnTo>
                  <a:lnTo>
                    <a:pt x="258" y="181"/>
                  </a:lnTo>
                  <a:lnTo>
                    <a:pt x="257" y="183"/>
                  </a:lnTo>
                  <a:lnTo>
                    <a:pt x="257" y="187"/>
                  </a:lnTo>
                  <a:lnTo>
                    <a:pt x="257" y="189"/>
                  </a:lnTo>
                  <a:lnTo>
                    <a:pt x="267" y="178"/>
                  </a:lnTo>
                  <a:lnTo>
                    <a:pt x="278" y="166"/>
                  </a:lnTo>
                  <a:lnTo>
                    <a:pt x="293" y="147"/>
                  </a:lnTo>
                  <a:lnTo>
                    <a:pt x="307" y="128"/>
                  </a:lnTo>
                  <a:lnTo>
                    <a:pt x="313" y="122"/>
                  </a:lnTo>
                  <a:lnTo>
                    <a:pt x="316" y="117"/>
                  </a:lnTo>
                  <a:lnTo>
                    <a:pt x="318" y="110"/>
                  </a:lnTo>
                  <a:lnTo>
                    <a:pt x="316" y="104"/>
                  </a:lnTo>
                  <a:close/>
                  <a:moveTo>
                    <a:pt x="439" y="101"/>
                  </a:moveTo>
                  <a:lnTo>
                    <a:pt x="425" y="117"/>
                  </a:lnTo>
                  <a:lnTo>
                    <a:pt x="412" y="131"/>
                  </a:lnTo>
                  <a:lnTo>
                    <a:pt x="398" y="145"/>
                  </a:lnTo>
                  <a:lnTo>
                    <a:pt x="398" y="148"/>
                  </a:lnTo>
                  <a:lnTo>
                    <a:pt x="397" y="149"/>
                  </a:lnTo>
                  <a:lnTo>
                    <a:pt x="396" y="151"/>
                  </a:lnTo>
                  <a:lnTo>
                    <a:pt x="395" y="152"/>
                  </a:lnTo>
                  <a:lnTo>
                    <a:pt x="392" y="152"/>
                  </a:lnTo>
                  <a:lnTo>
                    <a:pt x="388" y="159"/>
                  </a:lnTo>
                  <a:lnTo>
                    <a:pt x="383" y="166"/>
                  </a:lnTo>
                  <a:lnTo>
                    <a:pt x="378" y="171"/>
                  </a:lnTo>
                  <a:lnTo>
                    <a:pt x="374" y="180"/>
                  </a:lnTo>
                  <a:lnTo>
                    <a:pt x="375" y="180"/>
                  </a:lnTo>
                  <a:lnTo>
                    <a:pt x="375" y="181"/>
                  </a:lnTo>
                  <a:lnTo>
                    <a:pt x="375" y="182"/>
                  </a:lnTo>
                  <a:lnTo>
                    <a:pt x="375" y="184"/>
                  </a:lnTo>
                  <a:lnTo>
                    <a:pt x="375" y="185"/>
                  </a:lnTo>
                  <a:lnTo>
                    <a:pt x="376" y="187"/>
                  </a:lnTo>
                  <a:lnTo>
                    <a:pt x="377" y="187"/>
                  </a:lnTo>
                  <a:lnTo>
                    <a:pt x="398" y="163"/>
                  </a:lnTo>
                  <a:lnTo>
                    <a:pt x="420" y="137"/>
                  </a:lnTo>
                  <a:lnTo>
                    <a:pt x="440" y="112"/>
                  </a:lnTo>
                  <a:lnTo>
                    <a:pt x="440" y="109"/>
                  </a:lnTo>
                  <a:lnTo>
                    <a:pt x="440" y="107"/>
                  </a:lnTo>
                  <a:lnTo>
                    <a:pt x="440" y="104"/>
                  </a:lnTo>
                  <a:lnTo>
                    <a:pt x="439" y="101"/>
                  </a:lnTo>
                  <a:close/>
                  <a:moveTo>
                    <a:pt x="193" y="95"/>
                  </a:moveTo>
                  <a:lnTo>
                    <a:pt x="168" y="128"/>
                  </a:lnTo>
                  <a:lnTo>
                    <a:pt x="140" y="159"/>
                  </a:lnTo>
                  <a:lnTo>
                    <a:pt x="140" y="160"/>
                  </a:lnTo>
                  <a:lnTo>
                    <a:pt x="139" y="163"/>
                  </a:lnTo>
                  <a:lnTo>
                    <a:pt x="138" y="165"/>
                  </a:lnTo>
                  <a:lnTo>
                    <a:pt x="137" y="166"/>
                  </a:lnTo>
                  <a:lnTo>
                    <a:pt x="136" y="168"/>
                  </a:lnTo>
                  <a:lnTo>
                    <a:pt x="137" y="170"/>
                  </a:lnTo>
                  <a:lnTo>
                    <a:pt x="135" y="171"/>
                  </a:lnTo>
                  <a:lnTo>
                    <a:pt x="133" y="172"/>
                  </a:lnTo>
                  <a:lnTo>
                    <a:pt x="132" y="173"/>
                  </a:lnTo>
                  <a:lnTo>
                    <a:pt x="131" y="176"/>
                  </a:lnTo>
                  <a:lnTo>
                    <a:pt x="131" y="177"/>
                  </a:lnTo>
                  <a:lnTo>
                    <a:pt x="131" y="179"/>
                  </a:lnTo>
                  <a:lnTo>
                    <a:pt x="132" y="181"/>
                  </a:lnTo>
                  <a:lnTo>
                    <a:pt x="132" y="182"/>
                  </a:lnTo>
                  <a:lnTo>
                    <a:pt x="133" y="184"/>
                  </a:lnTo>
                  <a:lnTo>
                    <a:pt x="135" y="183"/>
                  </a:lnTo>
                  <a:lnTo>
                    <a:pt x="137" y="182"/>
                  </a:lnTo>
                  <a:lnTo>
                    <a:pt x="139" y="180"/>
                  </a:lnTo>
                  <a:lnTo>
                    <a:pt x="140" y="177"/>
                  </a:lnTo>
                  <a:lnTo>
                    <a:pt x="143" y="176"/>
                  </a:lnTo>
                  <a:lnTo>
                    <a:pt x="145" y="173"/>
                  </a:lnTo>
                  <a:lnTo>
                    <a:pt x="147" y="171"/>
                  </a:lnTo>
                  <a:lnTo>
                    <a:pt x="148" y="169"/>
                  </a:lnTo>
                  <a:lnTo>
                    <a:pt x="149" y="166"/>
                  </a:lnTo>
                  <a:lnTo>
                    <a:pt x="151" y="164"/>
                  </a:lnTo>
                  <a:lnTo>
                    <a:pt x="156" y="158"/>
                  </a:lnTo>
                  <a:lnTo>
                    <a:pt x="160" y="153"/>
                  </a:lnTo>
                  <a:lnTo>
                    <a:pt x="164" y="148"/>
                  </a:lnTo>
                  <a:lnTo>
                    <a:pt x="196" y="106"/>
                  </a:lnTo>
                  <a:lnTo>
                    <a:pt x="196" y="95"/>
                  </a:lnTo>
                  <a:lnTo>
                    <a:pt x="193" y="95"/>
                  </a:lnTo>
                  <a:close/>
                  <a:moveTo>
                    <a:pt x="438" y="84"/>
                  </a:moveTo>
                  <a:lnTo>
                    <a:pt x="438" y="86"/>
                  </a:lnTo>
                  <a:lnTo>
                    <a:pt x="432" y="92"/>
                  </a:lnTo>
                  <a:lnTo>
                    <a:pt x="426" y="98"/>
                  </a:lnTo>
                  <a:lnTo>
                    <a:pt x="421" y="104"/>
                  </a:lnTo>
                  <a:lnTo>
                    <a:pt x="414" y="109"/>
                  </a:lnTo>
                  <a:lnTo>
                    <a:pt x="413" y="111"/>
                  </a:lnTo>
                  <a:lnTo>
                    <a:pt x="412" y="113"/>
                  </a:lnTo>
                  <a:lnTo>
                    <a:pt x="410" y="116"/>
                  </a:lnTo>
                  <a:lnTo>
                    <a:pt x="409" y="117"/>
                  </a:lnTo>
                  <a:lnTo>
                    <a:pt x="407" y="119"/>
                  </a:lnTo>
                  <a:lnTo>
                    <a:pt x="405" y="121"/>
                  </a:lnTo>
                  <a:lnTo>
                    <a:pt x="403" y="122"/>
                  </a:lnTo>
                  <a:lnTo>
                    <a:pt x="402" y="123"/>
                  </a:lnTo>
                  <a:lnTo>
                    <a:pt x="400" y="124"/>
                  </a:lnTo>
                  <a:lnTo>
                    <a:pt x="400" y="124"/>
                  </a:lnTo>
                  <a:lnTo>
                    <a:pt x="400" y="125"/>
                  </a:lnTo>
                  <a:lnTo>
                    <a:pt x="399" y="127"/>
                  </a:lnTo>
                  <a:lnTo>
                    <a:pt x="399" y="128"/>
                  </a:lnTo>
                  <a:lnTo>
                    <a:pt x="390" y="136"/>
                  </a:lnTo>
                  <a:lnTo>
                    <a:pt x="383" y="147"/>
                  </a:lnTo>
                  <a:lnTo>
                    <a:pt x="374" y="157"/>
                  </a:lnTo>
                  <a:lnTo>
                    <a:pt x="374" y="160"/>
                  </a:lnTo>
                  <a:lnTo>
                    <a:pt x="374" y="164"/>
                  </a:lnTo>
                  <a:lnTo>
                    <a:pt x="374" y="166"/>
                  </a:lnTo>
                  <a:lnTo>
                    <a:pt x="375" y="168"/>
                  </a:lnTo>
                  <a:lnTo>
                    <a:pt x="407" y="132"/>
                  </a:lnTo>
                  <a:lnTo>
                    <a:pt x="438" y="95"/>
                  </a:lnTo>
                  <a:lnTo>
                    <a:pt x="439" y="93"/>
                  </a:lnTo>
                  <a:lnTo>
                    <a:pt x="439" y="91"/>
                  </a:lnTo>
                  <a:lnTo>
                    <a:pt x="439" y="87"/>
                  </a:lnTo>
                  <a:lnTo>
                    <a:pt x="440" y="84"/>
                  </a:lnTo>
                  <a:lnTo>
                    <a:pt x="438" y="84"/>
                  </a:lnTo>
                  <a:close/>
                  <a:moveTo>
                    <a:pt x="193" y="79"/>
                  </a:moveTo>
                  <a:lnTo>
                    <a:pt x="182" y="89"/>
                  </a:lnTo>
                  <a:lnTo>
                    <a:pt x="172" y="103"/>
                  </a:lnTo>
                  <a:lnTo>
                    <a:pt x="162" y="116"/>
                  </a:lnTo>
                  <a:lnTo>
                    <a:pt x="151" y="127"/>
                  </a:lnTo>
                  <a:lnTo>
                    <a:pt x="148" y="133"/>
                  </a:lnTo>
                  <a:lnTo>
                    <a:pt x="143" y="139"/>
                  </a:lnTo>
                  <a:lnTo>
                    <a:pt x="138" y="144"/>
                  </a:lnTo>
                  <a:lnTo>
                    <a:pt x="135" y="152"/>
                  </a:lnTo>
                  <a:lnTo>
                    <a:pt x="134" y="152"/>
                  </a:lnTo>
                  <a:lnTo>
                    <a:pt x="133" y="153"/>
                  </a:lnTo>
                  <a:lnTo>
                    <a:pt x="132" y="153"/>
                  </a:lnTo>
                  <a:lnTo>
                    <a:pt x="131" y="154"/>
                  </a:lnTo>
                  <a:lnTo>
                    <a:pt x="129" y="157"/>
                  </a:lnTo>
                  <a:lnTo>
                    <a:pt x="131" y="161"/>
                  </a:lnTo>
                  <a:lnTo>
                    <a:pt x="131" y="166"/>
                  </a:lnTo>
                  <a:lnTo>
                    <a:pt x="137" y="158"/>
                  </a:lnTo>
                  <a:lnTo>
                    <a:pt x="143" y="151"/>
                  </a:lnTo>
                  <a:lnTo>
                    <a:pt x="150" y="144"/>
                  </a:lnTo>
                  <a:lnTo>
                    <a:pt x="159" y="131"/>
                  </a:lnTo>
                  <a:lnTo>
                    <a:pt x="170" y="118"/>
                  </a:lnTo>
                  <a:lnTo>
                    <a:pt x="181" y="106"/>
                  </a:lnTo>
                  <a:lnTo>
                    <a:pt x="186" y="97"/>
                  </a:lnTo>
                  <a:lnTo>
                    <a:pt x="192" y="88"/>
                  </a:lnTo>
                  <a:lnTo>
                    <a:pt x="194" y="80"/>
                  </a:lnTo>
                  <a:lnTo>
                    <a:pt x="194" y="79"/>
                  </a:lnTo>
                  <a:lnTo>
                    <a:pt x="193" y="79"/>
                  </a:lnTo>
                  <a:close/>
                  <a:moveTo>
                    <a:pt x="316" y="76"/>
                  </a:moveTo>
                  <a:lnTo>
                    <a:pt x="314" y="77"/>
                  </a:lnTo>
                  <a:lnTo>
                    <a:pt x="313" y="80"/>
                  </a:lnTo>
                  <a:lnTo>
                    <a:pt x="312" y="81"/>
                  </a:lnTo>
                  <a:lnTo>
                    <a:pt x="309" y="82"/>
                  </a:lnTo>
                  <a:lnTo>
                    <a:pt x="309" y="84"/>
                  </a:lnTo>
                  <a:lnTo>
                    <a:pt x="309" y="85"/>
                  </a:lnTo>
                  <a:lnTo>
                    <a:pt x="308" y="85"/>
                  </a:lnTo>
                  <a:lnTo>
                    <a:pt x="308" y="87"/>
                  </a:lnTo>
                  <a:lnTo>
                    <a:pt x="294" y="104"/>
                  </a:lnTo>
                  <a:lnTo>
                    <a:pt x="281" y="122"/>
                  </a:lnTo>
                  <a:lnTo>
                    <a:pt x="268" y="140"/>
                  </a:lnTo>
                  <a:lnTo>
                    <a:pt x="268" y="143"/>
                  </a:lnTo>
                  <a:lnTo>
                    <a:pt x="267" y="145"/>
                  </a:lnTo>
                  <a:lnTo>
                    <a:pt x="265" y="147"/>
                  </a:lnTo>
                  <a:lnTo>
                    <a:pt x="263" y="148"/>
                  </a:lnTo>
                  <a:lnTo>
                    <a:pt x="260" y="155"/>
                  </a:lnTo>
                  <a:lnTo>
                    <a:pt x="257" y="163"/>
                  </a:lnTo>
                  <a:lnTo>
                    <a:pt x="257" y="171"/>
                  </a:lnTo>
                  <a:lnTo>
                    <a:pt x="278" y="146"/>
                  </a:lnTo>
                  <a:lnTo>
                    <a:pt x="297" y="120"/>
                  </a:lnTo>
                  <a:lnTo>
                    <a:pt x="317" y="93"/>
                  </a:lnTo>
                  <a:lnTo>
                    <a:pt x="317" y="89"/>
                  </a:lnTo>
                  <a:lnTo>
                    <a:pt x="317" y="86"/>
                  </a:lnTo>
                  <a:lnTo>
                    <a:pt x="317" y="83"/>
                  </a:lnTo>
                  <a:lnTo>
                    <a:pt x="317" y="81"/>
                  </a:lnTo>
                  <a:lnTo>
                    <a:pt x="317" y="77"/>
                  </a:lnTo>
                  <a:lnTo>
                    <a:pt x="316" y="76"/>
                  </a:lnTo>
                  <a:close/>
                  <a:moveTo>
                    <a:pt x="437" y="67"/>
                  </a:moveTo>
                  <a:lnTo>
                    <a:pt x="431" y="73"/>
                  </a:lnTo>
                  <a:lnTo>
                    <a:pt x="424" y="82"/>
                  </a:lnTo>
                  <a:lnTo>
                    <a:pt x="416" y="87"/>
                  </a:lnTo>
                  <a:lnTo>
                    <a:pt x="416" y="88"/>
                  </a:lnTo>
                  <a:lnTo>
                    <a:pt x="416" y="89"/>
                  </a:lnTo>
                  <a:lnTo>
                    <a:pt x="416" y="89"/>
                  </a:lnTo>
                  <a:lnTo>
                    <a:pt x="415" y="91"/>
                  </a:lnTo>
                  <a:lnTo>
                    <a:pt x="415" y="92"/>
                  </a:lnTo>
                  <a:lnTo>
                    <a:pt x="412" y="94"/>
                  </a:lnTo>
                  <a:lnTo>
                    <a:pt x="409" y="97"/>
                  </a:lnTo>
                  <a:lnTo>
                    <a:pt x="407" y="100"/>
                  </a:lnTo>
                  <a:lnTo>
                    <a:pt x="404" y="104"/>
                  </a:lnTo>
                  <a:lnTo>
                    <a:pt x="401" y="107"/>
                  </a:lnTo>
                  <a:lnTo>
                    <a:pt x="399" y="108"/>
                  </a:lnTo>
                  <a:lnTo>
                    <a:pt x="398" y="111"/>
                  </a:lnTo>
                  <a:lnTo>
                    <a:pt x="397" y="115"/>
                  </a:lnTo>
                  <a:lnTo>
                    <a:pt x="393" y="117"/>
                  </a:lnTo>
                  <a:lnTo>
                    <a:pt x="391" y="118"/>
                  </a:lnTo>
                  <a:lnTo>
                    <a:pt x="387" y="124"/>
                  </a:lnTo>
                  <a:lnTo>
                    <a:pt x="381" y="130"/>
                  </a:lnTo>
                  <a:lnTo>
                    <a:pt x="377" y="135"/>
                  </a:lnTo>
                  <a:lnTo>
                    <a:pt x="374" y="142"/>
                  </a:lnTo>
                  <a:lnTo>
                    <a:pt x="374" y="151"/>
                  </a:lnTo>
                  <a:lnTo>
                    <a:pt x="377" y="148"/>
                  </a:lnTo>
                  <a:lnTo>
                    <a:pt x="378" y="146"/>
                  </a:lnTo>
                  <a:lnTo>
                    <a:pt x="379" y="144"/>
                  </a:lnTo>
                  <a:lnTo>
                    <a:pt x="381" y="142"/>
                  </a:lnTo>
                  <a:lnTo>
                    <a:pt x="383" y="139"/>
                  </a:lnTo>
                  <a:lnTo>
                    <a:pt x="401" y="120"/>
                  </a:lnTo>
                  <a:lnTo>
                    <a:pt x="419" y="101"/>
                  </a:lnTo>
                  <a:lnTo>
                    <a:pt x="426" y="94"/>
                  </a:lnTo>
                  <a:lnTo>
                    <a:pt x="433" y="85"/>
                  </a:lnTo>
                  <a:lnTo>
                    <a:pt x="437" y="76"/>
                  </a:lnTo>
                  <a:lnTo>
                    <a:pt x="438" y="67"/>
                  </a:lnTo>
                  <a:lnTo>
                    <a:pt x="438" y="67"/>
                  </a:lnTo>
                  <a:lnTo>
                    <a:pt x="437" y="67"/>
                  </a:lnTo>
                  <a:close/>
                  <a:moveTo>
                    <a:pt x="315" y="55"/>
                  </a:moveTo>
                  <a:lnTo>
                    <a:pt x="293" y="82"/>
                  </a:lnTo>
                  <a:lnTo>
                    <a:pt x="273" y="111"/>
                  </a:lnTo>
                  <a:lnTo>
                    <a:pt x="257" y="141"/>
                  </a:lnTo>
                  <a:lnTo>
                    <a:pt x="256" y="144"/>
                  </a:lnTo>
                  <a:lnTo>
                    <a:pt x="256" y="147"/>
                  </a:lnTo>
                  <a:lnTo>
                    <a:pt x="256" y="151"/>
                  </a:lnTo>
                  <a:lnTo>
                    <a:pt x="259" y="149"/>
                  </a:lnTo>
                  <a:lnTo>
                    <a:pt x="261" y="146"/>
                  </a:lnTo>
                  <a:lnTo>
                    <a:pt x="264" y="144"/>
                  </a:lnTo>
                  <a:lnTo>
                    <a:pt x="265" y="141"/>
                  </a:lnTo>
                  <a:lnTo>
                    <a:pt x="267" y="137"/>
                  </a:lnTo>
                  <a:lnTo>
                    <a:pt x="270" y="135"/>
                  </a:lnTo>
                  <a:lnTo>
                    <a:pt x="278" y="122"/>
                  </a:lnTo>
                  <a:lnTo>
                    <a:pt x="287" y="109"/>
                  </a:lnTo>
                  <a:lnTo>
                    <a:pt x="296" y="97"/>
                  </a:lnTo>
                  <a:lnTo>
                    <a:pt x="304" y="83"/>
                  </a:lnTo>
                  <a:lnTo>
                    <a:pt x="307" y="80"/>
                  </a:lnTo>
                  <a:lnTo>
                    <a:pt x="311" y="75"/>
                  </a:lnTo>
                  <a:lnTo>
                    <a:pt x="313" y="71"/>
                  </a:lnTo>
                  <a:lnTo>
                    <a:pt x="313" y="70"/>
                  </a:lnTo>
                  <a:lnTo>
                    <a:pt x="314" y="69"/>
                  </a:lnTo>
                  <a:lnTo>
                    <a:pt x="316" y="69"/>
                  </a:lnTo>
                  <a:lnTo>
                    <a:pt x="317" y="68"/>
                  </a:lnTo>
                  <a:lnTo>
                    <a:pt x="317" y="67"/>
                  </a:lnTo>
                  <a:lnTo>
                    <a:pt x="317" y="64"/>
                  </a:lnTo>
                  <a:lnTo>
                    <a:pt x="316" y="62"/>
                  </a:lnTo>
                  <a:lnTo>
                    <a:pt x="317" y="60"/>
                  </a:lnTo>
                  <a:lnTo>
                    <a:pt x="316" y="58"/>
                  </a:lnTo>
                  <a:lnTo>
                    <a:pt x="316" y="56"/>
                  </a:lnTo>
                  <a:lnTo>
                    <a:pt x="315" y="55"/>
                  </a:lnTo>
                  <a:close/>
                  <a:moveTo>
                    <a:pt x="191" y="43"/>
                  </a:moveTo>
                  <a:lnTo>
                    <a:pt x="175" y="60"/>
                  </a:lnTo>
                  <a:lnTo>
                    <a:pt x="161" y="80"/>
                  </a:lnTo>
                  <a:lnTo>
                    <a:pt x="157" y="84"/>
                  </a:lnTo>
                  <a:lnTo>
                    <a:pt x="151" y="88"/>
                  </a:lnTo>
                  <a:lnTo>
                    <a:pt x="147" y="93"/>
                  </a:lnTo>
                  <a:lnTo>
                    <a:pt x="144" y="97"/>
                  </a:lnTo>
                  <a:lnTo>
                    <a:pt x="141" y="101"/>
                  </a:lnTo>
                  <a:lnTo>
                    <a:pt x="138" y="106"/>
                  </a:lnTo>
                  <a:lnTo>
                    <a:pt x="136" y="108"/>
                  </a:lnTo>
                  <a:lnTo>
                    <a:pt x="134" y="110"/>
                  </a:lnTo>
                  <a:lnTo>
                    <a:pt x="133" y="112"/>
                  </a:lnTo>
                  <a:lnTo>
                    <a:pt x="132" y="116"/>
                  </a:lnTo>
                  <a:lnTo>
                    <a:pt x="133" y="118"/>
                  </a:lnTo>
                  <a:lnTo>
                    <a:pt x="129" y="123"/>
                  </a:lnTo>
                  <a:lnTo>
                    <a:pt x="128" y="131"/>
                  </a:lnTo>
                  <a:lnTo>
                    <a:pt x="129" y="140"/>
                  </a:lnTo>
                  <a:lnTo>
                    <a:pt x="132" y="145"/>
                  </a:lnTo>
                  <a:lnTo>
                    <a:pt x="134" y="142"/>
                  </a:lnTo>
                  <a:lnTo>
                    <a:pt x="136" y="139"/>
                  </a:lnTo>
                  <a:lnTo>
                    <a:pt x="139" y="136"/>
                  </a:lnTo>
                  <a:lnTo>
                    <a:pt x="141" y="134"/>
                  </a:lnTo>
                  <a:lnTo>
                    <a:pt x="144" y="132"/>
                  </a:lnTo>
                  <a:lnTo>
                    <a:pt x="156" y="118"/>
                  </a:lnTo>
                  <a:lnTo>
                    <a:pt x="167" y="103"/>
                  </a:lnTo>
                  <a:lnTo>
                    <a:pt x="169" y="99"/>
                  </a:lnTo>
                  <a:lnTo>
                    <a:pt x="171" y="95"/>
                  </a:lnTo>
                  <a:lnTo>
                    <a:pt x="174" y="93"/>
                  </a:lnTo>
                  <a:lnTo>
                    <a:pt x="175" y="92"/>
                  </a:lnTo>
                  <a:lnTo>
                    <a:pt x="176" y="92"/>
                  </a:lnTo>
                  <a:lnTo>
                    <a:pt x="177" y="91"/>
                  </a:lnTo>
                  <a:lnTo>
                    <a:pt x="177" y="91"/>
                  </a:lnTo>
                  <a:lnTo>
                    <a:pt x="177" y="88"/>
                  </a:lnTo>
                  <a:lnTo>
                    <a:pt x="177" y="87"/>
                  </a:lnTo>
                  <a:lnTo>
                    <a:pt x="183" y="82"/>
                  </a:lnTo>
                  <a:lnTo>
                    <a:pt x="188" y="75"/>
                  </a:lnTo>
                  <a:lnTo>
                    <a:pt x="193" y="69"/>
                  </a:lnTo>
                  <a:lnTo>
                    <a:pt x="193" y="63"/>
                  </a:lnTo>
                  <a:lnTo>
                    <a:pt x="139" y="129"/>
                  </a:lnTo>
                  <a:lnTo>
                    <a:pt x="139" y="131"/>
                  </a:lnTo>
                  <a:lnTo>
                    <a:pt x="139" y="133"/>
                  </a:lnTo>
                  <a:lnTo>
                    <a:pt x="138" y="135"/>
                  </a:lnTo>
                  <a:lnTo>
                    <a:pt x="136" y="135"/>
                  </a:lnTo>
                  <a:lnTo>
                    <a:pt x="135" y="136"/>
                  </a:lnTo>
                  <a:lnTo>
                    <a:pt x="133" y="137"/>
                  </a:lnTo>
                  <a:lnTo>
                    <a:pt x="132" y="135"/>
                  </a:lnTo>
                  <a:lnTo>
                    <a:pt x="132" y="132"/>
                  </a:lnTo>
                  <a:lnTo>
                    <a:pt x="133" y="130"/>
                  </a:lnTo>
                  <a:lnTo>
                    <a:pt x="134" y="127"/>
                  </a:lnTo>
                  <a:lnTo>
                    <a:pt x="136" y="124"/>
                  </a:lnTo>
                  <a:lnTo>
                    <a:pt x="138" y="122"/>
                  </a:lnTo>
                  <a:lnTo>
                    <a:pt x="139" y="120"/>
                  </a:lnTo>
                  <a:lnTo>
                    <a:pt x="146" y="113"/>
                  </a:lnTo>
                  <a:lnTo>
                    <a:pt x="152" y="107"/>
                  </a:lnTo>
                  <a:lnTo>
                    <a:pt x="158" y="101"/>
                  </a:lnTo>
                  <a:lnTo>
                    <a:pt x="162" y="93"/>
                  </a:lnTo>
                  <a:lnTo>
                    <a:pt x="169" y="85"/>
                  </a:lnTo>
                  <a:lnTo>
                    <a:pt x="176" y="77"/>
                  </a:lnTo>
                  <a:lnTo>
                    <a:pt x="181" y="72"/>
                  </a:lnTo>
                  <a:lnTo>
                    <a:pt x="185" y="65"/>
                  </a:lnTo>
                  <a:lnTo>
                    <a:pt x="191" y="58"/>
                  </a:lnTo>
                  <a:lnTo>
                    <a:pt x="193" y="50"/>
                  </a:lnTo>
                  <a:lnTo>
                    <a:pt x="191" y="43"/>
                  </a:lnTo>
                  <a:close/>
                  <a:moveTo>
                    <a:pt x="313" y="33"/>
                  </a:moveTo>
                  <a:lnTo>
                    <a:pt x="312" y="35"/>
                  </a:lnTo>
                  <a:lnTo>
                    <a:pt x="311" y="36"/>
                  </a:lnTo>
                  <a:lnTo>
                    <a:pt x="309" y="39"/>
                  </a:lnTo>
                  <a:lnTo>
                    <a:pt x="301" y="48"/>
                  </a:lnTo>
                  <a:lnTo>
                    <a:pt x="293" y="59"/>
                  </a:lnTo>
                  <a:lnTo>
                    <a:pt x="284" y="69"/>
                  </a:lnTo>
                  <a:lnTo>
                    <a:pt x="284" y="71"/>
                  </a:lnTo>
                  <a:lnTo>
                    <a:pt x="284" y="71"/>
                  </a:lnTo>
                  <a:lnTo>
                    <a:pt x="283" y="72"/>
                  </a:lnTo>
                  <a:lnTo>
                    <a:pt x="283" y="73"/>
                  </a:lnTo>
                  <a:lnTo>
                    <a:pt x="283" y="74"/>
                  </a:lnTo>
                  <a:lnTo>
                    <a:pt x="276" y="83"/>
                  </a:lnTo>
                  <a:lnTo>
                    <a:pt x="269" y="92"/>
                  </a:lnTo>
                  <a:lnTo>
                    <a:pt x="264" y="103"/>
                  </a:lnTo>
                  <a:lnTo>
                    <a:pt x="259" y="107"/>
                  </a:lnTo>
                  <a:lnTo>
                    <a:pt x="256" y="115"/>
                  </a:lnTo>
                  <a:lnTo>
                    <a:pt x="255" y="121"/>
                  </a:lnTo>
                  <a:lnTo>
                    <a:pt x="257" y="129"/>
                  </a:lnTo>
                  <a:lnTo>
                    <a:pt x="280" y="95"/>
                  </a:lnTo>
                  <a:lnTo>
                    <a:pt x="304" y="62"/>
                  </a:lnTo>
                  <a:lnTo>
                    <a:pt x="309" y="56"/>
                  </a:lnTo>
                  <a:lnTo>
                    <a:pt x="314" y="48"/>
                  </a:lnTo>
                  <a:lnTo>
                    <a:pt x="316" y="41"/>
                  </a:lnTo>
                  <a:lnTo>
                    <a:pt x="315" y="33"/>
                  </a:lnTo>
                  <a:lnTo>
                    <a:pt x="315" y="33"/>
                  </a:lnTo>
                  <a:lnTo>
                    <a:pt x="314" y="33"/>
                  </a:lnTo>
                  <a:lnTo>
                    <a:pt x="313" y="33"/>
                  </a:lnTo>
                  <a:close/>
                  <a:moveTo>
                    <a:pt x="435" y="21"/>
                  </a:moveTo>
                  <a:lnTo>
                    <a:pt x="425" y="31"/>
                  </a:lnTo>
                  <a:lnTo>
                    <a:pt x="416" y="41"/>
                  </a:lnTo>
                  <a:lnTo>
                    <a:pt x="407" y="52"/>
                  </a:lnTo>
                  <a:lnTo>
                    <a:pt x="407" y="55"/>
                  </a:lnTo>
                  <a:lnTo>
                    <a:pt x="405" y="55"/>
                  </a:lnTo>
                  <a:lnTo>
                    <a:pt x="404" y="56"/>
                  </a:lnTo>
                  <a:lnTo>
                    <a:pt x="403" y="56"/>
                  </a:lnTo>
                  <a:lnTo>
                    <a:pt x="397" y="67"/>
                  </a:lnTo>
                  <a:lnTo>
                    <a:pt x="387" y="77"/>
                  </a:lnTo>
                  <a:lnTo>
                    <a:pt x="383" y="82"/>
                  </a:lnTo>
                  <a:lnTo>
                    <a:pt x="378" y="88"/>
                  </a:lnTo>
                  <a:lnTo>
                    <a:pt x="374" y="95"/>
                  </a:lnTo>
                  <a:lnTo>
                    <a:pt x="372" y="100"/>
                  </a:lnTo>
                  <a:lnTo>
                    <a:pt x="372" y="110"/>
                  </a:lnTo>
                  <a:lnTo>
                    <a:pt x="373" y="121"/>
                  </a:lnTo>
                  <a:lnTo>
                    <a:pt x="374" y="132"/>
                  </a:lnTo>
                  <a:lnTo>
                    <a:pt x="392" y="112"/>
                  </a:lnTo>
                  <a:lnTo>
                    <a:pt x="410" y="92"/>
                  </a:lnTo>
                  <a:lnTo>
                    <a:pt x="428" y="71"/>
                  </a:lnTo>
                  <a:lnTo>
                    <a:pt x="432" y="65"/>
                  </a:lnTo>
                  <a:lnTo>
                    <a:pt x="435" y="61"/>
                  </a:lnTo>
                  <a:lnTo>
                    <a:pt x="437" y="55"/>
                  </a:lnTo>
                  <a:lnTo>
                    <a:pt x="437" y="47"/>
                  </a:lnTo>
                  <a:lnTo>
                    <a:pt x="429" y="53"/>
                  </a:lnTo>
                  <a:lnTo>
                    <a:pt x="424" y="61"/>
                  </a:lnTo>
                  <a:lnTo>
                    <a:pt x="417" y="69"/>
                  </a:lnTo>
                  <a:lnTo>
                    <a:pt x="412" y="74"/>
                  </a:lnTo>
                  <a:lnTo>
                    <a:pt x="412" y="76"/>
                  </a:lnTo>
                  <a:lnTo>
                    <a:pt x="411" y="79"/>
                  </a:lnTo>
                  <a:lnTo>
                    <a:pt x="409" y="81"/>
                  </a:lnTo>
                  <a:lnTo>
                    <a:pt x="408" y="82"/>
                  </a:lnTo>
                  <a:lnTo>
                    <a:pt x="405" y="84"/>
                  </a:lnTo>
                  <a:lnTo>
                    <a:pt x="403" y="87"/>
                  </a:lnTo>
                  <a:lnTo>
                    <a:pt x="402" y="91"/>
                  </a:lnTo>
                  <a:lnTo>
                    <a:pt x="400" y="94"/>
                  </a:lnTo>
                  <a:lnTo>
                    <a:pt x="398" y="97"/>
                  </a:lnTo>
                  <a:lnTo>
                    <a:pt x="395" y="99"/>
                  </a:lnTo>
                  <a:lnTo>
                    <a:pt x="393" y="101"/>
                  </a:lnTo>
                  <a:lnTo>
                    <a:pt x="392" y="104"/>
                  </a:lnTo>
                  <a:lnTo>
                    <a:pt x="390" y="107"/>
                  </a:lnTo>
                  <a:lnTo>
                    <a:pt x="388" y="109"/>
                  </a:lnTo>
                  <a:lnTo>
                    <a:pt x="386" y="111"/>
                  </a:lnTo>
                  <a:lnTo>
                    <a:pt x="385" y="113"/>
                  </a:lnTo>
                  <a:lnTo>
                    <a:pt x="384" y="116"/>
                  </a:lnTo>
                  <a:lnTo>
                    <a:pt x="383" y="118"/>
                  </a:lnTo>
                  <a:lnTo>
                    <a:pt x="381" y="120"/>
                  </a:lnTo>
                  <a:lnTo>
                    <a:pt x="379" y="122"/>
                  </a:lnTo>
                  <a:lnTo>
                    <a:pt x="377" y="122"/>
                  </a:lnTo>
                  <a:lnTo>
                    <a:pt x="376" y="119"/>
                  </a:lnTo>
                  <a:lnTo>
                    <a:pt x="377" y="116"/>
                  </a:lnTo>
                  <a:lnTo>
                    <a:pt x="379" y="112"/>
                  </a:lnTo>
                  <a:lnTo>
                    <a:pt x="383" y="109"/>
                  </a:lnTo>
                  <a:lnTo>
                    <a:pt x="385" y="106"/>
                  </a:lnTo>
                  <a:lnTo>
                    <a:pt x="403" y="83"/>
                  </a:lnTo>
                  <a:lnTo>
                    <a:pt x="421" y="60"/>
                  </a:lnTo>
                  <a:lnTo>
                    <a:pt x="436" y="37"/>
                  </a:lnTo>
                  <a:lnTo>
                    <a:pt x="437" y="31"/>
                  </a:lnTo>
                  <a:lnTo>
                    <a:pt x="437" y="26"/>
                  </a:lnTo>
                  <a:lnTo>
                    <a:pt x="437" y="21"/>
                  </a:lnTo>
                  <a:lnTo>
                    <a:pt x="435" y="21"/>
                  </a:lnTo>
                  <a:close/>
                  <a:moveTo>
                    <a:pt x="191" y="15"/>
                  </a:moveTo>
                  <a:lnTo>
                    <a:pt x="176" y="34"/>
                  </a:lnTo>
                  <a:lnTo>
                    <a:pt x="161" y="52"/>
                  </a:lnTo>
                  <a:lnTo>
                    <a:pt x="147" y="72"/>
                  </a:lnTo>
                  <a:lnTo>
                    <a:pt x="135" y="93"/>
                  </a:lnTo>
                  <a:lnTo>
                    <a:pt x="133" y="94"/>
                  </a:lnTo>
                  <a:lnTo>
                    <a:pt x="132" y="94"/>
                  </a:lnTo>
                  <a:lnTo>
                    <a:pt x="129" y="95"/>
                  </a:lnTo>
                  <a:lnTo>
                    <a:pt x="129" y="99"/>
                  </a:lnTo>
                  <a:lnTo>
                    <a:pt x="129" y="103"/>
                  </a:lnTo>
                  <a:lnTo>
                    <a:pt x="131" y="106"/>
                  </a:lnTo>
                  <a:lnTo>
                    <a:pt x="134" y="103"/>
                  </a:lnTo>
                  <a:lnTo>
                    <a:pt x="137" y="99"/>
                  </a:lnTo>
                  <a:lnTo>
                    <a:pt x="140" y="95"/>
                  </a:lnTo>
                  <a:lnTo>
                    <a:pt x="143" y="93"/>
                  </a:lnTo>
                  <a:lnTo>
                    <a:pt x="169" y="62"/>
                  </a:lnTo>
                  <a:lnTo>
                    <a:pt x="193" y="31"/>
                  </a:lnTo>
                  <a:lnTo>
                    <a:pt x="192" y="27"/>
                  </a:lnTo>
                  <a:lnTo>
                    <a:pt x="192" y="24"/>
                  </a:lnTo>
                  <a:lnTo>
                    <a:pt x="192" y="21"/>
                  </a:lnTo>
                  <a:lnTo>
                    <a:pt x="192" y="19"/>
                  </a:lnTo>
                  <a:lnTo>
                    <a:pt x="191" y="15"/>
                  </a:lnTo>
                  <a:close/>
                  <a:moveTo>
                    <a:pt x="313" y="11"/>
                  </a:moveTo>
                  <a:lnTo>
                    <a:pt x="308" y="19"/>
                  </a:lnTo>
                  <a:lnTo>
                    <a:pt x="302" y="25"/>
                  </a:lnTo>
                  <a:lnTo>
                    <a:pt x="297" y="32"/>
                  </a:lnTo>
                  <a:lnTo>
                    <a:pt x="296" y="33"/>
                  </a:lnTo>
                  <a:lnTo>
                    <a:pt x="296" y="35"/>
                  </a:lnTo>
                  <a:lnTo>
                    <a:pt x="296" y="35"/>
                  </a:lnTo>
                  <a:lnTo>
                    <a:pt x="295" y="36"/>
                  </a:lnTo>
                  <a:lnTo>
                    <a:pt x="293" y="37"/>
                  </a:lnTo>
                  <a:lnTo>
                    <a:pt x="292" y="38"/>
                  </a:lnTo>
                  <a:lnTo>
                    <a:pt x="292" y="39"/>
                  </a:lnTo>
                  <a:lnTo>
                    <a:pt x="292" y="41"/>
                  </a:lnTo>
                  <a:lnTo>
                    <a:pt x="291" y="43"/>
                  </a:lnTo>
                  <a:lnTo>
                    <a:pt x="290" y="44"/>
                  </a:lnTo>
                  <a:lnTo>
                    <a:pt x="289" y="44"/>
                  </a:lnTo>
                  <a:lnTo>
                    <a:pt x="289" y="44"/>
                  </a:lnTo>
                  <a:lnTo>
                    <a:pt x="287" y="46"/>
                  </a:lnTo>
                  <a:lnTo>
                    <a:pt x="284" y="49"/>
                  </a:lnTo>
                  <a:lnTo>
                    <a:pt x="283" y="52"/>
                  </a:lnTo>
                  <a:lnTo>
                    <a:pt x="282" y="56"/>
                  </a:lnTo>
                  <a:lnTo>
                    <a:pt x="281" y="56"/>
                  </a:lnTo>
                  <a:lnTo>
                    <a:pt x="280" y="56"/>
                  </a:lnTo>
                  <a:lnTo>
                    <a:pt x="279" y="57"/>
                  </a:lnTo>
                  <a:lnTo>
                    <a:pt x="278" y="59"/>
                  </a:lnTo>
                  <a:lnTo>
                    <a:pt x="277" y="60"/>
                  </a:lnTo>
                  <a:lnTo>
                    <a:pt x="277" y="62"/>
                  </a:lnTo>
                  <a:lnTo>
                    <a:pt x="275" y="64"/>
                  </a:lnTo>
                  <a:lnTo>
                    <a:pt x="272" y="65"/>
                  </a:lnTo>
                  <a:lnTo>
                    <a:pt x="271" y="67"/>
                  </a:lnTo>
                  <a:lnTo>
                    <a:pt x="271" y="69"/>
                  </a:lnTo>
                  <a:lnTo>
                    <a:pt x="271" y="70"/>
                  </a:lnTo>
                  <a:lnTo>
                    <a:pt x="270" y="71"/>
                  </a:lnTo>
                  <a:lnTo>
                    <a:pt x="270" y="71"/>
                  </a:lnTo>
                  <a:lnTo>
                    <a:pt x="269" y="71"/>
                  </a:lnTo>
                  <a:lnTo>
                    <a:pt x="268" y="71"/>
                  </a:lnTo>
                  <a:lnTo>
                    <a:pt x="268" y="73"/>
                  </a:lnTo>
                  <a:lnTo>
                    <a:pt x="268" y="75"/>
                  </a:lnTo>
                  <a:lnTo>
                    <a:pt x="267" y="76"/>
                  </a:lnTo>
                  <a:lnTo>
                    <a:pt x="267" y="76"/>
                  </a:lnTo>
                  <a:lnTo>
                    <a:pt x="266" y="76"/>
                  </a:lnTo>
                  <a:lnTo>
                    <a:pt x="265" y="76"/>
                  </a:lnTo>
                  <a:lnTo>
                    <a:pt x="265" y="76"/>
                  </a:lnTo>
                  <a:lnTo>
                    <a:pt x="265" y="76"/>
                  </a:lnTo>
                  <a:lnTo>
                    <a:pt x="265" y="77"/>
                  </a:lnTo>
                  <a:lnTo>
                    <a:pt x="263" y="84"/>
                  </a:lnTo>
                  <a:lnTo>
                    <a:pt x="258" y="91"/>
                  </a:lnTo>
                  <a:lnTo>
                    <a:pt x="255" y="97"/>
                  </a:lnTo>
                  <a:lnTo>
                    <a:pt x="255" y="106"/>
                  </a:lnTo>
                  <a:lnTo>
                    <a:pt x="257" y="103"/>
                  </a:lnTo>
                  <a:lnTo>
                    <a:pt x="260" y="100"/>
                  </a:lnTo>
                  <a:lnTo>
                    <a:pt x="263" y="97"/>
                  </a:lnTo>
                  <a:lnTo>
                    <a:pt x="268" y="87"/>
                  </a:lnTo>
                  <a:lnTo>
                    <a:pt x="276" y="77"/>
                  </a:lnTo>
                  <a:lnTo>
                    <a:pt x="289" y="60"/>
                  </a:lnTo>
                  <a:lnTo>
                    <a:pt x="302" y="43"/>
                  </a:lnTo>
                  <a:lnTo>
                    <a:pt x="307" y="36"/>
                  </a:lnTo>
                  <a:lnTo>
                    <a:pt x="312" y="28"/>
                  </a:lnTo>
                  <a:lnTo>
                    <a:pt x="315" y="20"/>
                  </a:lnTo>
                  <a:lnTo>
                    <a:pt x="314" y="11"/>
                  </a:lnTo>
                  <a:lnTo>
                    <a:pt x="313" y="11"/>
                  </a:lnTo>
                  <a:close/>
                  <a:moveTo>
                    <a:pt x="135" y="1"/>
                  </a:moveTo>
                  <a:lnTo>
                    <a:pt x="132" y="1"/>
                  </a:lnTo>
                  <a:lnTo>
                    <a:pt x="128" y="2"/>
                  </a:lnTo>
                  <a:lnTo>
                    <a:pt x="128" y="7"/>
                  </a:lnTo>
                  <a:lnTo>
                    <a:pt x="127" y="10"/>
                  </a:lnTo>
                  <a:lnTo>
                    <a:pt x="128" y="14"/>
                  </a:lnTo>
                  <a:lnTo>
                    <a:pt x="129" y="17"/>
                  </a:lnTo>
                  <a:lnTo>
                    <a:pt x="132" y="13"/>
                  </a:lnTo>
                  <a:lnTo>
                    <a:pt x="135" y="10"/>
                  </a:lnTo>
                  <a:lnTo>
                    <a:pt x="138" y="5"/>
                  </a:lnTo>
                  <a:lnTo>
                    <a:pt x="141" y="1"/>
                  </a:lnTo>
                  <a:lnTo>
                    <a:pt x="138" y="1"/>
                  </a:lnTo>
                  <a:lnTo>
                    <a:pt x="135" y="1"/>
                  </a:lnTo>
                  <a:close/>
                  <a:moveTo>
                    <a:pt x="189" y="0"/>
                  </a:moveTo>
                  <a:lnTo>
                    <a:pt x="187" y="0"/>
                  </a:lnTo>
                  <a:lnTo>
                    <a:pt x="167" y="23"/>
                  </a:lnTo>
                  <a:lnTo>
                    <a:pt x="147" y="48"/>
                  </a:lnTo>
                  <a:lnTo>
                    <a:pt x="128" y="72"/>
                  </a:lnTo>
                  <a:lnTo>
                    <a:pt x="129" y="75"/>
                  </a:lnTo>
                  <a:lnTo>
                    <a:pt x="129" y="77"/>
                  </a:lnTo>
                  <a:lnTo>
                    <a:pt x="129" y="81"/>
                  </a:lnTo>
                  <a:lnTo>
                    <a:pt x="129" y="83"/>
                  </a:lnTo>
                  <a:lnTo>
                    <a:pt x="129" y="85"/>
                  </a:lnTo>
                  <a:lnTo>
                    <a:pt x="138" y="77"/>
                  </a:lnTo>
                  <a:lnTo>
                    <a:pt x="145" y="68"/>
                  </a:lnTo>
                  <a:lnTo>
                    <a:pt x="151" y="58"/>
                  </a:lnTo>
                  <a:lnTo>
                    <a:pt x="160" y="50"/>
                  </a:lnTo>
                  <a:lnTo>
                    <a:pt x="161" y="47"/>
                  </a:lnTo>
                  <a:lnTo>
                    <a:pt x="163" y="44"/>
                  </a:lnTo>
                  <a:lnTo>
                    <a:pt x="165" y="41"/>
                  </a:lnTo>
                  <a:lnTo>
                    <a:pt x="168" y="41"/>
                  </a:lnTo>
                  <a:lnTo>
                    <a:pt x="167" y="39"/>
                  </a:lnTo>
                  <a:lnTo>
                    <a:pt x="168" y="39"/>
                  </a:lnTo>
                  <a:lnTo>
                    <a:pt x="168" y="38"/>
                  </a:lnTo>
                  <a:lnTo>
                    <a:pt x="168" y="38"/>
                  </a:lnTo>
                  <a:lnTo>
                    <a:pt x="168" y="37"/>
                  </a:lnTo>
                  <a:lnTo>
                    <a:pt x="177" y="26"/>
                  </a:lnTo>
                  <a:lnTo>
                    <a:pt x="185" y="15"/>
                  </a:lnTo>
                  <a:lnTo>
                    <a:pt x="192" y="1"/>
                  </a:lnTo>
                  <a:lnTo>
                    <a:pt x="191" y="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6" name="Freeform 151"/>
            <p:cNvSpPr>
              <a:spLocks noEditPoints="1"/>
            </p:cNvSpPr>
            <p:nvPr/>
          </p:nvSpPr>
          <p:spPr bwMode="auto">
            <a:xfrm>
              <a:off x="5922683" y="2166477"/>
              <a:ext cx="3522006" cy="2938781"/>
            </a:xfrm>
            <a:custGeom>
              <a:avLst/>
              <a:gdLst>
                <a:gd name="T0" fmla="*/ 245 w 622"/>
                <a:gd name="T1" fmla="*/ 167 h 519"/>
                <a:gd name="T2" fmla="*/ 249 w 622"/>
                <a:gd name="T3" fmla="*/ 178 h 519"/>
                <a:gd name="T4" fmla="*/ 510 w 622"/>
                <a:gd name="T5" fmla="*/ 180 h 519"/>
                <a:gd name="T6" fmla="*/ 362 w 622"/>
                <a:gd name="T7" fmla="*/ 189 h 519"/>
                <a:gd name="T8" fmla="*/ 362 w 622"/>
                <a:gd name="T9" fmla="*/ 209 h 519"/>
                <a:gd name="T10" fmla="*/ 450 w 622"/>
                <a:gd name="T11" fmla="*/ 224 h 519"/>
                <a:gd name="T12" fmla="*/ 368 w 622"/>
                <a:gd name="T13" fmla="*/ 159 h 519"/>
                <a:gd name="T14" fmla="*/ 336 w 622"/>
                <a:gd name="T15" fmla="*/ 223 h 519"/>
                <a:gd name="T16" fmla="*/ 453 w 622"/>
                <a:gd name="T17" fmla="*/ 200 h 519"/>
                <a:gd name="T18" fmla="*/ 502 w 622"/>
                <a:gd name="T19" fmla="*/ 150 h 519"/>
                <a:gd name="T20" fmla="*/ 339 w 622"/>
                <a:gd name="T21" fmla="*/ 181 h 519"/>
                <a:gd name="T22" fmla="*/ 510 w 622"/>
                <a:gd name="T23" fmla="*/ 102 h 519"/>
                <a:gd name="T24" fmla="*/ 488 w 622"/>
                <a:gd name="T25" fmla="*/ 129 h 519"/>
                <a:gd name="T26" fmla="*/ 470 w 622"/>
                <a:gd name="T27" fmla="*/ 169 h 519"/>
                <a:gd name="T28" fmla="*/ 354 w 622"/>
                <a:gd name="T29" fmla="*/ 153 h 519"/>
                <a:gd name="T30" fmla="*/ 351 w 622"/>
                <a:gd name="T31" fmla="*/ 115 h 519"/>
                <a:gd name="T32" fmla="*/ 354 w 622"/>
                <a:gd name="T33" fmla="*/ 89 h 519"/>
                <a:gd name="T34" fmla="*/ 334 w 622"/>
                <a:gd name="T35" fmla="*/ 135 h 519"/>
                <a:gd name="T36" fmla="*/ 359 w 622"/>
                <a:gd name="T37" fmla="*/ 83 h 519"/>
                <a:gd name="T38" fmla="*/ 334 w 622"/>
                <a:gd name="T39" fmla="*/ 91 h 519"/>
                <a:gd name="T40" fmla="*/ 446 w 622"/>
                <a:gd name="T41" fmla="*/ 175 h 519"/>
                <a:gd name="T42" fmla="*/ 461 w 622"/>
                <a:gd name="T43" fmla="*/ 129 h 519"/>
                <a:gd name="T44" fmla="*/ 476 w 622"/>
                <a:gd name="T45" fmla="*/ 116 h 519"/>
                <a:gd name="T46" fmla="*/ 445 w 622"/>
                <a:gd name="T47" fmla="*/ 129 h 519"/>
                <a:gd name="T48" fmla="*/ 493 w 622"/>
                <a:gd name="T49" fmla="*/ 35 h 519"/>
                <a:gd name="T50" fmla="*/ 463 w 622"/>
                <a:gd name="T51" fmla="*/ 91 h 519"/>
                <a:gd name="T52" fmla="*/ 462 w 622"/>
                <a:gd name="T53" fmla="*/ 9 h 519"/>
                <a:gd name="T54" fmla="*/ 474 w 622"/>
                <a:gd name="T55" fmla="*/ 12 h 519"/>
                <a:gd name="T56" fmla="*/ 470 w 622"/>
                <a:gd name="T57" fmla="*/ 45 h 519"/>
                <a:gd name="T58" fmla="*/ 450 w 622"/>
                <a:gd name="T59" fmla="*/ 89 h 519"/>
                <a:gd name="T60" fmla="*/ 491 w 622"/>
                <a:gd name="T61" fmla="*/ 7 h 519"/>
                <a:gd name="T62" fmla="*/ 519 w 622"/>
                <a:gd name="T63" fmla="*/ 213 h 519"/>
                <a:gd name="T64" fmla="*/ 526 w 622"/>
                <a:gd name="T65" fmla="*/ 361 h 519"/>
                <a:gd name="T66" fmla="*/ 528 w 622"/>
                <a:gd name="T67" fmla="*/ 416 h 519"/>
                <a:gd name="T68" fmla="*/ 618 w 622"/>
                <a:gd name="T69" fmla="*/ 515 h 519"/>
                <a:gd name="T70" fmla="*/ 521 w 622"/>
                <a:gd name="T71" fmla="*/ 516 h 519"/>
                <a:gd name="T72" fmla="*/ 382 w 622"/>
                <a:gd name="T73" fmla="*/ 517 h 519"/>
                <a:gd name="T74" fmla="*/ 363 w 622"/>
                <a:gd name="T75" fmla="*/ 515 h 519"/>
                <a:gd name="T76" fmla="*/ 249 w 622"/>
                <a:gd name="T77" fmla="*/ 509 h 519"/>
                <a:gd name="T78" fmla="*/ 179 w 622"/>
                <a:gd name="T79" fmla="*/ 513 h 519"/>
                <a:gd name="T80" fmla="*/ 87 w 622"/>
                <a:gd name="T81" fmla="*/ 511 h 519"/>
                <a:gd name="T82" fmla="*/ 78 w 622"/>
                <a:gd name="T83" fmla="*/ 504 h 519"/>
                <a:gd name="T84" fmla="*/ 79 w 622"/>
                <a:gd name="T85" fmla="*/ 406 h 519"/>
                <a:gd name="T86" fmla="*/ 150 w 622"/>
                <a:gd name="T87" fmla="*/ 305 h 519"/>
                <a:gd name="T88" fmla="*/ 152 w 622"/>
                <a:gd name="T89" fmla="*/ 421 h 519"/>
                <a:gd name="T90" fmla="*/ 205 w 622"/>
                <a:gd name="T91" fmla="*/ 471 h 519"/>
                <a:gd name="T92" fmla="*/ 200 w 622"/>
                <a:gd name="T93" fmla="*/ 285 h 519"/>
                <a:gd name="T94" fmla="*/ 276 w 622"/>
                <a:gd name="T95" fmla="*/ 161 h 519"/>
                <a:gd name="T96" fmla="*/ 276 w 622"/>
                <a:gd name="T97" fmla="*/ 224 h 519"/>
                <a:gd name="T98" fmla="*/ 283 w 622"/>
                <a:gd name="T99" fmla="*/ 368 h 519"/>
                <a:gd name="T100" fmla="*/ 329 w 622"/>
                <a:gd name="T101" fmla="*/ 435 h 519"/>
                <a:gd name="T102" fmla="*/ 330 w 622"/>
                <a:gd name="T103" fmla="*/ 362 h 519"/>
                <a:gd name="T104" fmla="*/ 322 w 622"/>
                <a:gd name="T105" fmla="*/ 82 h 519"/>
                <a:gd name="T106" fmla="*/ 395 w 622"/>
                <a:gd name="T107" fmla="*/ 105 h 519"/>
                <a:gd name="T108" fmla="*/ 399 w 622"/>
                <a:gd name="T109" fmla="*/ 242 h 519"/>
                <a:gd name="T110" fmla="*/ 404 w 622"/>
                <a:gd name="T111" fmla="*/ 454 h 519"/>
                <a:gd name="T112" fmla="*/ 449 w 622"/>
                <a:gd name="T113" fmla="*/ 358 h 519"/>
                <a:gd name="T114" fmla="*/ 443 w 622"/>
                <a:gd name="T115" fmla="*/ 332 h 519"/>
                <a:gd name="T116" fmla="*/ 442 w 622"/>
                <a:gd name="T117" fmla="*/ 229 h 519"/>
                <a:gd name="T118" fmla="*/ 434 w 622"/>
                <a:gd name="T119" fmla="*/ 44 h 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22" h="519">
                  <a:moveTo>
                    <a:pt x="239" y="165"/>
                  </a:moveTo>
                  <a:lnTo>
                    <a:pt x="231" y="166"/>
                  </a:lnTo>
                  <a:lnTo>
                    <a:pt x="225" y="169"/>
                  </a:lnTo>
                  <a:lnTo>
                    <a:pt x="219" y="174"/>
                  </a:lnTo>
                  <a:lnTo>
                    <a:pt x="216" y="180"/>
                  </a:lnTo>
                  <a:lnTo>
                    <a:pt x="212" y="186"/>
                  </a:lnTo>
                  <a:lnTo>
                    <a:pt x="206" y="190"/>
                  </a:lnTo>
                  <a:lnTo>
                    <a:pt x="206" y="193"/>
                  </a:lnTo>
                  <a:lnTo>
                    <a:pt x="206" y="197"/>
                  </a:lnTo>
                  <a:lnTo>
                    <a:pt x="206" y="199"/>
                  </a:lnTo>
                  <a:lnTo>
                    <a:pt x="207" y="202"/>
                  </a:lnTo>
                  <a:lnTo>
                    <a:pt x="207" y="205"/>
                  </a:lnTo>
                  <a:lnTo>
                    <a:pt x="224" y="186"/>
                  </a:lnTo>
                  <a:lnTo>
                    <a:pt x="239" y="165"/>
                  </a:lnTo>
                  <a:close/>
                  <a:moveTo>
                    <a:pt x="254" y="164"/>
                  </a:moveTo>
                  <a:lnTo>
                    <a:pt x="250" y="165"/>
                  </a:lnTo>
                  <a:lnTo>
                    <a:pt x="248" y="166"/>
                  </a:lnTo>
                  <a:lnTo>
                    <a:pt x="245" y="167"/>
                  </a:lnTo>
                  <a:lnTo>
                    <a:pt x="242" y="169"/>
                  </a:lnTo>
                  <a:lnTo>
                    <a:pt x="233" y="182"/>
                  </a:lnTo>
                  <a:lnTo>
                    <a:pt x="223" y="194"/>
                  </a:lnTo>
                  <a:lnTo>
                    <a:pt x="221" y="197"/>
                  </a:lnTo>
                  <a:lnTo>
                    <a:pt x="218" y="198"/>
                  </a:lnTo>
                  <a:lnTo>
                    <a:pt x="216" y="200"/>
                  </a:lnTo>
                  <a:lnTo>
                    <a:pt x="216" y="201"/>
                  </a:lnTo>
                  <a:lnTo>
                    <a:pt x="217" y="202"/>
                  </a:lnTo>
                  <a:lnTo>
                    <a:pt x="216" y="203"/>
                  </a:lnTo>
                  <a:lnTo>
                    <a:pt x="212" y="209"/>
                  </a:lnTo>
                  <a:lnTo>
                    <a:pt x="209" y="214"/>
                  </a:lnTo>
                  <a:lnTo>
                    <a:pt x="206" y="221"/>
                  </a:lnTo>
                  <a:lnTo>
                    <a:pt x="207" y="227"/>
                  </a:lnTo>
                  <a:lnTo>
                    <a:pt x="215" y="221"/>
                  </a:lnTo>
                  <a:lnTo>
                    <a:pt x="221" y="213"/>
                  </a:lnTo>
                  <a:lnTo>
                    <a:pt x="226" y="205"/>
                  </a:lnTo>
                  <a:lnTo>
                    <a:pt x="237" y="192"/>
                  </a:lnTo>
                  <a:lnTo>
                    <a:pt x="249" y="178"/>
                  </a:lnTo>
                  <a:lnTo>
                    <a:pt x="258" y="165"/>
                  </a:lnTo>
                  <a:lnTo>
                    <a:pt x="254" y="164"/>
                  </a:lnTo>
                  <a:close/>
                  <a:moveTo>
                    <a:pt x="513" y="162"/>
                  </a:moveTo>
                  <a:lnTo>
                    <a:pt x="482" y="200"/>
                  </a:lnTo>
                  <a:lnTo>
                    <a:pt x="453" y="238"/>
                  </a:lnTo>
                  <a:lnTo>
                    <a:pt x="453" y="241"/>
                  </a:lnTo>
                  <a:lnTo>
                    <a:pt x="452" y="243"/>
                  </a:lnTo>
                  <a:lnTo>
                    <a:pt x="451" y="245"/>
                  </a:lnTo>
                  <a:lnTo>
                    <a:pt x="450" y="247"/>
                  </a:lnTo>
                  <a:lnTo>
                    <a:pt x="450" y="249"/>
                  </a:lnTo>
                  <a:lnTo>
                    <a:pt x="449" y="252"/>
                  </a:lnTo>
                  <a:lnTo>
                    <a:pt x="450" y="255"/>
                  </a:lnTo>
                  <a:lnTo>
                    <a:pt x="461" y="243"/>
                  </a:lnTo>
                  <a:lnTo>
                    <a:pt x="470" y="230"/>
                  </a:lnTo>
                  <a:lnTo>
                    <a:pt x="482" y="218"/>
                  </a:lnTo>
                  <a:lnTo>
                    <a:pt x="491" y="205"/>
                  </a:lnTo>
                  <a:lnTo>
                    <a:pt x="501" y="193"/>
                  </a:lnTo>
                  <a:lnTo>
                    <a:pt x="510" y="180"/>
                  </a:lnTo>
                  <a:lnTo>
                    <a:pt x="511" y="180"/>
                  </a:lnTo>
                  <a:lnTo>
                    <a:pt x="512" y="180"/>
                  </a:lnTo>
                  <a:lnTo>
                    <a:pt x="513" y="179"/>
                  </a:lnTo>
                  <a:lnTo>
                    <a:pt x="514" y="179"/>
                  </a:lnTo>
                  <a:lnTo>
                    <a:pt x="514" y="170"/>
                  </a:lnTo>
                  <a:lnTo>
                    <a:pt x="513" y="162"/>
                  </a:lnTo>
                  <a:close/>
                  <a:moveTo>
                    <a:pt x="391" y="152"/>
                  </a:moveTo>
                  <a:lnTo>
                    <a:pt x="383" y="161"/>
                  </a:lnTo>
                  <a:lnTo>
                    <a:pt x="377" y="170"/>
                  </a:lnTo>
                  <a:lnTo>
                    <a:pt x="374" y="174"/>
                  </a:lnTo>
                  <a:lnTo>
                    <a:pt x="371" y="177"/>
                  </a:lnTo>
                  <a:lnTo>
                    <a:pt x="370" y="180"/>
                  </a:lnTo>
                  <a:lnTo>
                    <a:pt x="368" y="183"/>
                  </a:lnTo>
                  <a:lnTo>
                    <a:pt x="367" y="186"/>
                  </a:lnTo>
                  <a:lnTo>
                    <a:pt x="366" y="186"/>
                  </a:lnTo>
                  <a:lnTo>
                    <a:pt x="365" y="187"/>
                  </a:lnTo>
                  <a:lnTo>
                    <a:pt x="363" y="187"/>
                  </a:lnTo>
                  <a:lnTo>
                    <a:pt x="362" y="189"/>
                  </a:lnTo>
                  <a:lnTo>
                    <a:pt x="362" y="191"/>
                  </a:lnTo>
                  <a:lnTo>
                    <a:pt x="361" y="192"/>
                  </a:lnTo>
                  <a:lnTo>
                    <a:pt x="357" y="199"/>
                  </a:lnTo>
                  <a:lnTo>
                    <a:pt x="351" y="205"/>
                  </a:lnTo>
                  <a:lnTo>
                    <a:pt x="348" y="213"/>
                  </a:lnTo>
                  <a:lnTo>
                    <a:pt x="344" y="217"/>
                  </a:lnTo>
                  <a:lnTo>
                    <a:pt x="342" y="222"/>
                  </a:lnTo>
                  <a:lnTo>
                    <a:pt x="338" y="227"/>
                  </a:lnTo>
                  <a:lnTo>
                    <a:pt x="336" y="233"/>
                  </a:lnTo>
                  <a:lnTo>
                    <a:pt x="331" y="235"/>
                  </a:lnTo>
                  <a:lnTo>
                    <a:pt x="332" y="240"/>
                  </a:lnTo>
                  <a:lnTo>
                    <a:pt x="332" y="246"/>
                  </a:lnTo>
                  <a:lnTo>
                    <a:pt x="332" y="250"/>
                  </a:lnTo>
                  <a:lnTo>
                    <a:pt x="338" y="245"/>
                  </a:lnTo>
                  <a:lnTo>
                    <a:pt x="343" y="237"/>
                  </a:lnTo>
                  <a:lnTo>
                    <a:pt x="348" y="229"/>
                  </a:lnTo>
                  <a:lnTo>
                    <a:pt x="356" y="219"/>
                  </a:lnTo>
                  <a:lnTo>
                    <a:pt x="362" y="209"/>
                  </a:lnTo>
                  <a:lnTo>
                    <a:pt x="367" y="205"/>
                  </a:lnTo>
                  <a:lnTo>
                    <a:pt x="369" y="201"/>
                  </a:lnTo>
                  <a:lnTo>
                    <a:pt x="372" y="197"/>
                  </a:lnTo>
                  <a:lnTo>
                    <a:pt x="375" y="193"/>
                  </a:lnTo>
                  <a:lnTo>
                    <a:pt x="379" y="190"/>
                  </a:lnTo>
                  <a:lnTo>
                    <a:pt x="381" y="187"/>
                  </a:lnTo>
                  <a:lnTo>
                    <a:pt x="386" y="179"/>
                  </a:lnTo>
                  <a:lnTo>
                    <a:pt x="391" y="171"/>
                  </a:lnTo>
                  <a:lnTo>
                    <a:pt x="393" y="162"/>
                  </a:lnTo>
                  <a:lnTo>
                    <a:pt x="392" y="152"/>
                  </a:lnTo>
                  <a:lnTo>
                    <a:pt x="391" y="152"/>
                  </a:lnTo>
                  <a:close/>
                  <a:moveTo>
                    <a:pt x="513" y="142"/>
                  </a:moveTo>
                  <a:lnTo>
                    <a:pt x="498" y="161"/>
                  </a:lnTo>
                  <a:lnTo>
                    <a:pt x="483" y="179"/>
                  </a:lnTo>
                  <a:lnTo>
                    <a:pt x="467" y="197"/>
                  </a:lnTo>
                  <a:lnTo>
                    <a:pt x="462" y="206"/>
                  </a:lnTo>
                  <a:lnTo>
                    <a:pt x="455" y="215"/>
                  </a:lnTo>
                  <a:lnTo>
                    <a:pt x="450" y="224"/>
                  </a:lnTo>
                  <a:lnTo>
                    <a:pt x="450" y="225"/>
                  </a:lnTo>
                  <a:lnTo>
                    <a:pt x="450" y="228"/>
                  </a:lnTo>
                  <a:lnTo>
                    <a:pt x="450" y="230"/>
                  </a:lnTo>
                  <a:lnTo>
                    <a:pt x="449" y="233"/>
                  </a:lnTo>
                  <a:lnTo>
                    <a:pt x="450" y="235"/>
                  </a:lnTo>
                  <a:lnTo>
                    <a:pt x="467" y="213"/>
                  </a:lnTo>
                  <a:lnTo>
                    <a:pt x="483" y="191"/>
                  </a:lnTo>
                  <a:lnTo>
                    <a:pt x="502" y="170"/>
                  </a:lnTo>
                  <a:lnTo>
                    <a:pt x="505" y="163"/>
                  </a:lnTo>
                  <a:lnTo>
                    <a:pt x="511" y="156"/>
                  </a:lnTo>
                  <a:lnTo>
                    <a:pt x="514" y="150"/>
                  </a:lnTo>
                  <a:lnTo>
                    <a:pt x="513" y="142"/>
                  </a:lnTo>
                  <a:close/>
                  <a:moveTo>
                    <a:pt x="391" y="129"/>
                  </a:moveTo>
                  <a:lnTo>
                    <a:pt x="385" y="135"/>
                  </a:lnTo>
                  <a:lnTo>
                    <a:pt x="380" y="142"/>
                  </a:lnTo>
                  <a:lnTo>
                    <a:pt x="374" y="147"/>
                  </a:lnTo>
                  <a:lnTo>
                    <a:pt x="371" y="156"/>
                  </a:lnTo>
                  <a:lnTo>
                    <a:pt x="368" y="159"/>
                  </a:lnTo>
                  <a:lnTo>
                    <a:pt x="366" y="163"/>
                  </a:lnTo>
                  <a:lnTo>
                    <a:pt x="363" y="166"/>
                  </a:lnTo>
                  <a:lnTo>
                    <a:pt x="362" y="170"/>
                  </a:lnTo>
                  <a:lnTo>
                    <a:pt x="359" y="173"/>
                  </a:lnTo>
                  <a:lnTo>
                    <a:pt x="356" y="176"/>
                  </a:lnTo>
                  <a:lnTo>
                    <a:pt x="355" y="180"/>
                  </a:lnTo>
                  <a:lnTo>
                    <a:pt x="354" y="183"/>
                  </a:lnTo>
                  <a:lnTo>
                    <a:pt x="346" y="192"/>
                  </a:lnTo>
                  <a:lnTo>
                    <a:pt x="339" y="201"/>
                  </a:lnTo>
                  <a:lnTo>
                    <a:pt x="333" y="211"/>
                  </a:lnTo>
                  <a:lnTo>
                    <a:pt x="333" y="214"/>
                  </a:lnTo>
                  <a:lnTo>
                    <a:pt x="333" y="216"/>
                  </a:lnTo>
                  <a:lnTo>
                    <a:pt x="333" y="218"/>
                  </a:lnTo>
                  <a:lnTo>
                    <a:pt x="332" y="219"/>
                  </a:lnTo>
                  <a:lnTo>
                    <a:pt x="331" y="222"/>
                  </a:lnTo>
                  <a:lnTo>
                    <a:pt x="330" y="225"/>
                  </a:lnTo>
                  <a:lnTo>
                    <a:pt x="330" y="229"/>
                  </a:lnTo>
                  <a:lnTo>
                    <a:pt x="336" y="223"/>
                  </a:lnTo>
                  <a:lnTo>
                    <a:pt x="342" y="215"/>
                  </a:lnTo>
                  <a:lnTo>
                    <a:pt x="346" y="207"/>
                  </a:lnTo>
                  <a:lnTo>
                    <a:pt x="351" y="201"/>
                  </a:lnTo>
                  <a:lnTo>
                    <a:pt x="372" y="171"/>
                  </a:lnTo>
                  <a:lnTo>
                    <a:pt x="392" y="143"/>
                  </a:lnTo>
                  <a:lnTo>
                    <a:pt x="392" y="139"/>
                  </a:lnTo>
                  <a:lnTo>
                    <a:pt x="392" y="134"/>
                  </a:lnTo>
                  <a:lnTo>
                    <a:pt x="392" y="131"/>
                  </a:lnTo>
                  <a:lnTo>
                    <a:pt x="391" y="130"/>
                  </a:lnTo>
                  <a:lnTo>
                    <a:pt x="391" y="129"/>
                  </a:lnTo>
                  <a:close/>
                  <a:moveTo>
                    <a:pt x="512" y="121"/>
                  </a:moveTo>
                  <a:lnTo>
                    <a:pt x="502" y="134"/>
                  </a:lnTo>
                  <a:lnTo>
                    <a:pt x="493" y="146"/>
                  </a:lnTo>
                  <a:lnTo>
                    <a:pt x="482" y="158"/>
                  </a:lnTo>
                  <a:lnTo>
                    <a:pt x="474" y="171"/>
                  </a:lnTo>
                  <a:lnTo>
                    <a:pt x="464" y="186"/>
                  </a:lnTo>
                  <a:lnTo>
                    <a:pt x="453" y="198"/>
                  </a:lnTo>
                  <a:lnTo>
                    <a:pt x="453" y="200"/>
                  </a:lnTo>
                  <a:lnTo>
                    <a:pt x="453" y="200"/>
                  </a:lnTo>
                  <a:lnTo>
                    <a:pt x="453" y="202"/>
                  </a:lnTo>
                  <a:lnTo>
                    <a:pt x="453" y="203"/>
                  </a:lnTo>
                  <a:lnTo>
                    <a:pt x="451" y="204"/>
                  </a:lnTo>
                  <a:lnTo>
                    <a:pt x="449" y="204"/>
                  </a:lnTo>
                  <a:lnTo>
                    <a:pt x="447" y="205"/>
                  </a:lnTo>
                  <a:lnTo>
                    <a:pt x="447" y="209"/>
                  </a:lnTo>
                  <a:lnTo>
                    <a:pt x="447" y="212"/>
                  </a:lnTo>
                  <a:lnTo>
                    <a:pt x="447" y="216"/>
                  </a:lnTo>
                  <a:lnTo>
                    <a:pt x="451" y="215"/>
                  </a:lnTo>
                  <a:lnTo>
                    <a:pt x="452" y="213"/>
                  </a:lnTo>
                  <a:lnTo>
                    <a:pt x="453" y="211"/>
                  </a:lnTo>
                  <a:lnTo>
                    <a:pt x="454" y="209"/>
                  </a:lnTo>
                  <a:lnTo>
                    <a:pt x="455" y="206"/>
                  </a:lnTo>
                  <a:lnTo>
                    <a:pt x="467" y="193"/>
                  </a:lnTo>
                  <a:lnTo>
                    <a:pt x="479" y="179"/>
                  </a:lnTo>
                  <a:lnTo>
                    <a:pt x="498" y="155"/>
                  </a:lnTo>
                  <a:lnTo>
                    <a:pt x="502" y="150"/>
                  </a:lnTo>
                  <a:lnTo>
                    <a:pt x="507" y="142"/>
                  </a:lnTo>
                  <a:lnTo>
                    <a:pt x="512" y="134"/>
                  </a:lnTo>
                  <a:lnTo>
                    <a:pt x="513" y="128"/>
                  </a:lnTo>
                  <a:lnTo>
                    <a:pt x="512" y="121"/>
                  </a:lnTo>
                  <a:close/>
                  <a:moveTo>
                    <a:pt x="389" y="106"/>
                  </a:moveTo>
                  <a:lnTo>
                    <a:pt x="374" y="126"/>
                  </a:lnTo>
                  <a:lnTo>
                    <a:pt x="361" y="146"/>
                  </a:lnTo>
                  <a:lnTo>
                    <a:pt x="346" y="166"/>
                  </a:lnTo>
                  <a:lnTo>
                    <a:pt x="346" y="167"/>
                  </a:lnTo>
                  <a:lnTo>
                    <a:pt x="346" y="168"/>
                  </a:lnTo>
                  <a:lnTo>
                    <a:pt x="346" y="168"/>
                  </a:lnTo>
                  <a:lnTo>
                    <a:pt x="346" y="170"/>
                  </a:lnTo>
                  <a:lnTo>
                    <a:pt x="344" y="173"/>
                  </a:lnTo>
                  <a:lnTo>
                    <a:pt x="342" y="176"/>
                  </a:lnTo>
                  <a:lnTo>
                    <a:pt x="341" y="180"/>
                  </a:lnTo>
                  <a:lnTo>
                    <a:pt x="341" y="179"/>
                  </a:lnTo>
                  <a:lnTo>
                    <a:pt x="339" y="180"/>
                  </a:lnTo>
                  <a:lnTo>
                    <a:pt x="339" y="181"/>
                  </a:lnTo>
                  <a:lnTo>
                    <a:pt x="339" y="182"/>
                  </a:lnTo>
                  <a:lnTo>
                    <a:pt x="338" y="182"/>
                  </a:lnTo>
                  <a:lnTo>
                    <a:pt x="337" y="183"/>
                  </a:lnTo>
                  <a:lnTo>
                    <a:pt x="335" y="183"/>
                  </a:lnTo>
                  <a:lnTo>
                    <a:pt x="334" y="190"/>
                  </a:lnTo>
                  <a:lnTo>
                    <a:pt x="332" y="195"/>
                  </a:lnTo>
                  <a:lnTo>
                    <a:pt x="330" y="201"/>
                  </a:lnTo>
                  <a:lnTo>
                    <a:pt x="330" y="207"/>
                  </a:lnTo>
                  <a:lnTo>
                    <a:pt x="351" y="179"/>
                  </a:lnTo>
                  <a:lnTo>
                    <a:pt x="371" y="149"/>
                  </a:lnTo>
                  <a:lnTo>
                    <a:pt x="391" y="119"/>
                  </a:lnTo>
                  <a:lnTo>
                    <a:pt x="390" y="117"/>
                  </a:lnTo>
                  <a:lnTo>
                    <a:pt x="390" y="115"/>
                  </a:lnTo>
                  <a:lnTo>
                    <a:pt x="390" y="111"/>
                  </a:lnTo>
                  <a:lnTo>
                    <a:pt x="390" y="109"/>
                  </a:lnTo>
                  <a:lnTo>
                    <a:pt x="390" y="107"/>
                  </a:lnTo>
                  <a:lnTo>
                    <a:pt x="389" y="106"/>
                  </a:lnTo>
                  <a:close/>
                  <a:moveTo>
                    <a:pt x="510" y="102"/>
                  </a:moveTo>
                  <a:lnTo>
                    <a:pt x="509" y="102"/>
                  </a:lnTo>
                  <a:lnTo>
                    <a:pt x="509" y="102"/>
                  </a:lnTo>
                  <a:lnTo>
                    <a:pt x="509" y="104"/>
                  </a:lnTo>
                  <a:lnTo>
                    <a:pt x="507" y="106"/>
                  </a:lnTo>
                  <a:lnTo>
                    <a:pt x="506" y="107"/>
                  </a:lnTo>
                  <a:lnTo>
                    <a:pt x="504" y="108"/>
                  </a:lnTo>
                  <a:lnTo>
                    <a:pt x="502" y="109"/>
                  </a:lnTo>
                  <a:lnTo>
                    <a:pt x="500" y="114"/>
                  </a:lnTo>
                  <a:lnTo>
                    <a:pt x="498" y="117"/>
                  </a:lnTo>
                  <a:lnTo>
                    <a:pt x="495" y="119"/>
                  </a:lnTo>
                  <a:lnTo>
                    <a:pt x="492" y="122"/>
                  </a:lnTo>
                  <a:lnTo>
                    <a:pt x="492" y="123"/>
                  </a:lnTo>
                  <a:lnTo>
                    <a:pt x="491" y="126"/>
                  </a:lnTo>
                  <a:lnTo>
                    <a:pt x="490" y="127"/>
                  </a:lnTo>
                  <a:lnTo>
                    <a:pt x="490" y="127"/>
                  </a:lnTo>
                  <a:lnTo>
                    <a:pt x="489" y="127"/>
                  </a:lnTo>
                  <a:lnTo>
                    <a:pt x="489" y="127"/>
                  </a:lnTo>
                  <a:lnTo>
                    <a:pt x="488" y="129"/>
                  </a:lnTo>
                  <a:lnTo>
                    <a:pt x="487" y="131"/>
                  </a:lnTo>
                  <a:lnTo>
                    <a:pt x="486" y="133"/>
                  </a:lnTo>
                  <a:lnTo>
                    <a:pt x="477" y="144"/>
                  </a:lnTo>
                  <a:lnTo>
                    <a:pt x="468" y="155"/>
                  </a:lnTo>
                  <a:lnTo>
                    <a:pt x="462" y="164"/>
                  </a:lnTo>
                  <a:lnTo>
                    <a:pt x="455" y="173"/>
                  </a:lnTo>
                  <a:lnTo>
                    <a:pt x="450" y="182"/>
                  </a:lnTo>
                  <a:lnTo>
                    <a:pt x="447" y="183"/>
                  </a:lnTo>
                  <a:lnTo>
                    <a:pt x="446" y="185"/>
                  </a:lnTo>
                  <a:lnTo>
                    <a:pt x="446" y="187"/>
                  </a:lnTo>
                  <a:lnTo>
                    <a:pt x="446" y="189"/>
                  </a:lnTo>
                  <a:lnTo>
                    <a:pt x="446" y="191"/>
                  </a:lnTo>
                  <a:lnTo>
                    <a:pt x="446" y="194"/>
                  </a:lnTo>
                  <a:lnTo>
                    <a:pt x="446" y="195"/>
                  </a:lnTo>
                  <a:lnTo>
                    <a:pt x="447" y="198"/>
                  </a:lnTo>
                  <a:lnTo>
                    <a:pt x="456" y="189"/>
                  </a:lnTo>
                  <a:lnTo>
                    <a:pt x="463" y="179"/>
                  </a:lnTo>
                  <a:lnTo>
                    <a:pt x="470" y="169"/>
                  </a:lnTo>
                  <a:lnTo>
                    <a:pt x="485" y="151"/>
                  </a:lnTo>
                  <a:lnTo>
                    <a:pt x="499" y="132"/>
                  </a:lnTo>
                  <a:lnTo>
                    <a:pt x="513" y="113"/>
                  </a:lnTo>
                  <a:lnTo>
                    <a:pt x="513" y="102"/>
                  </a:lnTo>
                  <a:lnTo>
                    <a:pt x="511" y="102"/>
                  </a:lnTo>
                  <a:lnTo>
                    <a:pt x="510" y="102"/>
                  </a:lnTo>
                  <a:close/>
                  <a:moveTo>
                    <a:pt x="386" y="90"/>
                  </a:moveTo>
                  <a:lnTo>
                    <a:pt x="366" y="115"/>
                  </a:lnTo>
                  <a:lnTo>
                    <a:pt x="347" y="143"/>
                  </a:lnTo>
                  <a:lnTo>
                    <a:pt x="330" y="170"/>
                  </a:lnTo>
                  <a:lnTo>
                    <a:pt x="330" y="175"/>
                  </a:lnTo>
                  <a:lnTo>
                    <a:pt x="330" y="178"/>
                  </a:lnTo>
                  <a:lnTo>
                    <a:pt x="329" y="182"/>
                  </a:lnTo>
                  <a:lnTo>
                    <a:pt x="330" y="187"/>
                  </a:lnTo>
                  <a:lnTo>
                    <a:pt x="339" y="173"/>
                  </a:lnTo>
                  <a:lnTo>
                    <a:pt x="348" y="157"/>
                  </a:lnTo>
                  <a:lnTo>
                    <a:pt x="351" y="155"/>
                  </a:lnTo>
                  <a:lnTo>
                    <a:pt x="354" y="153"/>
                  </a:lnTo>
                  <a:lnTo>
                    <a:pt x="355" y="150"/>
                  </a:lnTo>
                  <a:lnTo>
                    <a:pt x="357" y="146"/>
                  </a:lnTo>
                  <a:lnTo>
                    <a:pt x="359" y="143"/>
                  </a:lnTo>
                  <a:lnTo>
                    <a:pt x="362" y="139"/>
                  </a:lnTo>
                  <a:lnTo>
                    <a:pt x="366" y="134"/>
                  </a:lnTo>
                  <a:lnTo>
                    <a:pt x="368" y="131"/>
                  </a:lnTo>
                  <a:lnTo>
                    <a:pt x="369" y="128"/>
                  </a:lnTo>
                  <a:lnTo>
                    <a:pt x="371" y="125"/>
                  </a:lnTo>
                  <a:lnTo>
                    <a:pt x="377" y="117"/>
                  </a:lnTo>
                  <a:lnTo>
                    <a:pt x="383" y="107"/>
                  </a:lnTo>
                  <a:lnTo>
                    <a:pt x="387" y="98"/>
                  </a:lnTo>
                  <a:lnTo>
                    <a:pt x="386" y="90"/>
                  </a:lnTo>
                  <a:close/>
                  <a:moveTo>
                    <a:pt x="380" y="84"/>
                  </a:moveTo>
                  <a:lnTo>
                    <a:pt x="379" y="84"/>
                  </a:lnTo>
                  <a:lnTo>
                    <a:pt x="377" y="85"/>
                  </a:lnTo>
                  <a:lnTo>
                    <a:pt x="374" y="85"/>
                  </a:lnTo>
                  <a:lnTo>
                    <a:pt x="363" y="101"/>
                  </a:lnTo>
                  <a:lnTo>
                    <a:pt x="351" y="115"/>
                  </a:lnTo>
                  <a:lnTo>
                    <a:pt x="341" y="131"/>
                  </a:lnTo>
                  <a:lnTo>
                    <a:pt x="333" y="150"/>
                  </a:lnTo>
                  <a:lnTo>
                    <a:pt x="330" y="152"/>
                  </a:lnTo>
                  <a:lnTo>
                    <a:pt x="327" y="155"/>
                  </a:lnTo>
                  <a:lnTo>
                    <a:pt x="327" y="164"/>
                  </a:lnTo>
                  <a:lnTo>
                    <a:pt x="331" y="163"/>
                  </a:lnTo>
                  <a:lnTo>
                    <a:pt x="332" y="162"/>
                  </a:lnTo>
                  <a:lnTo>
                    <a:pt x="334" y="158"/>
                  </a:lnTo>
                  <a:lnTo>
                    <a:pt x="336" y="156"/>
                  </a:lnTo>
                  <a:lnTo>
                    <a:pt x="337" y="153"/>
                  </a:lnTo>
                  <a:lnTo>
                    <a:pt x="339" y="152"/>
                  </a:lnTo>
                  <a:lnTo>
                    <a:pt x="349" y="133"/>
                  </a:lnTo>
                  <a:lnTo>
                    <a:pt x="361" y="118"/>
                  </a:lnTo>
                  <a:lnTo>
                    <a:pt x="372" y="102"/>
                  </a:lnTo>
                  <a:lnTo>
                    <a:pt x="383" y="84"/>
                  </a:lnTo>
                  <a:lnTo>
                    <a:pt x="380" y="84"/>
                  </a:lnTo>
                  <a:close/>
                  <a:moveTo>
                    <a:pt x="359" y="83"/>
                  </a:moveTo>
                  <a:lnTo>
                    <a:pt x="354" y="89"/>
                  </a:lnTo>
                  <a:lnTo>
                    <a:pt x="347" y="94"/>
                  </a:lnTo>
                  <a:lnTo>
                    <a:pt x="343" y="102"/>
                  </a:lnTo>
                  <a:lnTo>
                    <a:pt x="339" y="110"/>
                  </a:lnTo>
                  <a:lnTo>
                    <a:pt x="337" y="111"/>
                  </a:lnTo>
                  <a:lnTo>
                    <a:pt x="336" y="113"/>
                  </a:lnTo>
                  <a:lnTo>
                    <a:pt x="335" y="115"/>
                  </a:lnTo>
                  <a:lnTo>
                    <a:pt x="334" y="117"/>
                  </a:lnTo>
                  <a:lnTo>
                    <a:pt x="333" y="119"/>
                  </a:lnTo>
                  <a:lnTo>
                    <a:pt x="332" y="121"/>
                  </a:lnTo>
                  <a:lnTo>
                    <a:pt x="331" y="122"/>
                  </a:lnTo>
                  <a:lnTo>
                    <a:pt x="327" y="123"/>
                  </a:lnTo>
                  <a:lnTo>
                    <a:pt x="329" y="129"/>
                  </a:lnTo>
                  <a:lnTo>
                    <a:pt x="327" y="137"/>
                  </a:lnTo>
                  <a:lnTo>
                    <a:pt x="327" y="143"/>
                  </a:lnTo>
                  <a:lnTo>
                    <a:pt x="331" y="142"/>
                  </a:lnTo>
                  <a:lnTo>
                    <a:pt x="332" y="140"/>
                  </a:lnTo>
                  <a:lnTo>
                    <a:pt x="333" y="138"/>
                  </a:lnTo>
                  <a:lnTo>
                    <a:pt x="334" y="135"/>
                  </a:lnTo>
                  <a:lnTo>
                    <a:pt x="335" y="133"/>
                  </a:lnTo>
                  <a:lnTo>
                    <a:pt x="337" y="131"/>
                  </a:lnTo>
                  <a:lnTo>
                    <a:pt x="341" y="126"/>
                  </a:lnTo>
                  <a:lnTo>
                    <a:pt x="344" y="121"/>
                  </a:lnTo>
                  <a:lnTo>
                    <a:pt x="348" y="116"/>
                  </a:lnTo>
                  <a:lnTo>
                    <a:pt x="350" y="111"/>
                  </a:lnTo>
                  <a:lnTo>
                    <a:pt x="353" y="108"/>
                  </a:lnTo>
                  <a:lnTo>
                    <a:pt x="355" y="105"/>
                  </a:lnTo>
                  <a:lnTo>
                    <a:pt x="355" y="105"/>
                  </a:lnTo>
                  <a:lnTo>
                    <a:pt x="356" y="105"/>
                  </a:lnTo>
                  <a:lnTo>
                    <a:pt x="356" y="105"/>
                  </a:lnTo>
                  <a:lnTo>
                    <a:pt x="362" y="95"/>
                  </a:lnTo>
                  <a:lnTo>
                    <a:pt x="370" y="84"/>
                  </a:lnTo>
                  <a:lnTo>
                    <a:pt x="368" y="83"/>
                  </a:lnTo>
                  <a:lnTo>
                    <a:pt x="366" y="83"/>
                  </a:lnTo>
                  <a:lnTo>
                    <a:pt x="363" y="83"/>
                  </a:lnTo>
                  <a:lnTo>
                    <a:pt x="361" y="83"/>
                  </a:lnTo>
                  <a:lnTo>
                    <a:pt x="359" y="83"/>
                  </a:lnTo>
                  <a:close/>
                  <a:moveTo>
                    <a:pt x="344" y="81"/>
                  </a:moveTo>
                  <a:lnTo>
                    <a:pt x="341" y="89"/>
                  </a:lnTo>
                  <a:lnTo>
                    <a:pt x="335" y="95"/>
                  </a:lnTo>
                  <a:lnTo>
                    <a:pt x="331" y="102"/>
                  </a:lnTo>
                  <a:lnTo>
                    <a:pt x="327" y="109"/>
                  </a:lnTo>
                  <a:lnTo>
                    <a:pt x="327" y="119"/>
                  </a:lnTo>
                  <a:lnTo>
                    <a:pt x="336" y="107"/>
                  </a:lnTo>
                  <a:lnTo>
                    <a:pt x="344" y="94"/>
                  </a:lnTo>
                  <a:lnTo>
                    <a:pt x="351" y="82"/>
                  </a:lnTo>
                  <a:lnTo>
                    <a:pt x="349" y="82"/>
                  </a:lnTo>
                  <a:lnTo>
                    <a:pt x="347" y="82"/>
                  </a:lnTo>
                  <a:lnTo>
                    <a:pt x="346" y="81"/>
                  </a:lnTo>
                  <a:lnTo>
                    <a:pt x="344" y="81"/>
                  </a:lnTo>
                  <a:close/>
                  <a:moveTo>
                    <a:pt x="327" y="81"/>
                  </a:moveTo>
                  <a:lnTo>
                    <a:pt x="327" y="87"/>
                  </a:lnTo>
                  <a:lnTo>
                    <a:pt x="326" y="94"/>
                  </a:lnTo>
                  <a:lnTo>
                    <a:pt x="327" y="99"/>
                  </a:lnTo>
                  <a:lnTo>
                    <a:pt x="334" y="91"/>
                  </a:lnTo>
                  <a:lnTo>
                    <a:pt x="341" y="81"/>
                  </a:lnTo>
                  <a:lnTo>
                    <a:pt x="337" y="82"/>
                  </a:lnTo>
                  <a:lnTo>
                    <a:pt x="333" y="82"/>
                  </a:lnTo>
                  <a:lnTo>
                    <a:pt x="327" y="81"/>
                  </a:lnTo>
                  <a:close/>
                  <a:moveTo>
                    <a:pt x="511" y="79"/>
                  </a:moveTo>
                  <a:lnTo>
                    <a:pt x="494" y="99"/>
                  </a:lnTo>
                  <a:lnTo>
                    <a:pt x="478" y="120"/>
                  </a:lnTo>
                  <a:lnTo>
                    <a:pt x="463" y="141"/>
                  </a:lnTo>
                  <a:lnTo>
                    <a:pt x="450" y="162"/>
                  </a:lnTo>
                  <a:lnTo>
                    <a:pt x="450" y="163"/>
                  </a:lnTo>
                  <a:lnTo>
                    <a:pt x="450" y="164"/>
                  </a:lnTo>
                  <a:lnTo>
                    <a:pt x="450" y="165"/>
                  </a:lnTo>
                  <a:lnTo>
                    <a:pt x="447" y="167"/>
                  </a:lnTo>
                  <a:lnTo>
                    <a:pt x="446" y="168"/>
                  </a:lnTo>
                  <a:lnTo>
                    <a:pt x="446" y="170"/>
                  </a:lnTo>
                  <a:lnTo>
                    <a:pt x="446" y="171"/>
                  </a:lnTo>
                  <a:lnTo>
                    <a:pt x="446" y="173"/>
                  </a:lnTo>
                  <a:lnTo>
                    <a:pt x="446" y="175"/>
                  </a:lnTo>
                  <a:lnTo>
                    <a:pt x="446" y="176"/>
                  </a:lnTo>
                  <a:lnTo>
                    <a:pt x="468" y="149"/>
                  </a:lnTo>
                  <a:lnTo>
                    <a:pt x="490" y="120"/>
                  </a:lnTo>
                  <a:lnTo>
                    <a:pt x="513" y="92"/>
                  </a:lnTo>
                  <a:lnTo>
                    <a:pt x="512" y="90"/>
                  </a:lnTo>
                  <a:lnTo>
                    <a:pt x="512" y="87"/>
                  </a:lnTo>
                  <a:lnTo>
                    <a:pt x="512" y="84"/>
                  </a:lnTo>
                  <a:lnTo>
                    <a:pt x="512" y="82"/>
                  </a:lnTo>
                  <a:lnTo>
                    <a:pt x="511" y="79"/>
                  </a:lnTo>
                  <a:close/>
                  <a:moveTo>
                    <a:pt x="511" y="60"/>
                  </a:moveTo>
                  <a:lnTo>
                    <a:pt x="503" y="67"/>
                  </a:lnTo>
                  <a:lnTo>
                    <a:pt x="498" y="75"/>
                  </a:lnTo>
                  <a:lnTo>
                    <a:pt x="490" y="82"/>
                  </a:lnTo>
                  <a:lnTo>
                    <a:pt x="485" y="93"/>
                  </a:lnTo>
                  <a:lnTo>
                    <a:pt x="477" y="102"/>
                  </a:lnTo>
                  <a:lnTo>
                    <a:pt x="471" y="111"/>
                  </a:lnTo>
                  <a:lnTo>
                    <a:pt x="466" y="119"/>
                  </a:lnTo>
                  <a:lnTo>
                    <a:pt x="461" y="129"/>
                  </a:lnTo>
                  <a:lnTo>
                    <a:pt x="459" y="129"/>
                  </a:lnTo>
                  <a:lnTo>
                    <a:pt x="459" y="130"/>
                  </a:lnTo>
                  <a:lnTo>
                    <a:pt x="458" y="131"/>
                  </a:lnTo>
                  <a:lnTo>
                    <a:pt x="457" y="132"/>
                  </a:lnTo>
                  <a:lnTo>
                    <a:pt x="456" y="131"/>
                  </a:lnTo>
                  <a:lnTo>
                    <a:pt x="453" y="139"/>
                  </a:lnTo>
                  <a:lnTo>
                    <a:pt x="449" y="145"/>
                  </a:lnTo>
                  <a:lnTo>
                    <a:pt x="445" y="152"/>
                  </a:lnTo>
                  <a:lnTo>
                    <a:pt x="445" y="158"/>
                  </a:lnTo>
                  <a:lnTo>
                    <a:pt x="454" y="146"/>
                  </a:lnTo>
                  <a:lnTo>
                    <a:pt x="465" y="134"/>
                  </a:lnTo>
                  <a:lnTo>
                    <a:pt x="465" y="133"/>
                  </a:lnTo>
                  <a:lnTo>
                    <a:pt x="464" y="132"/>
                  </a:lnTo>
                  <a:lnTo>
                    <a:pt x="465" y="131"/>
                  </a:lnTo>
                  <a:lnTo>
                    <a:pt x="466" y="130"/>
                  </a:lnTo>
                  <a:lnTo>
                    <a:pt x="467" y="129"/>
                  </a:lnTo>
                  <a:lnTo>
                    <a:pt x="468" y="128"/>
                  </a:lnTo>
                  <a:lnTo>
                    <a:pt x="476" y="116"/>
                  </a:lnTo>
                  <a:lnTo>
                    <a:pt x="485" y="104"/>
                  </a:lnTo>
                  <a:lnTo>
                    <a:pt x="494" y="93"/>
                  </a:lnTo>
                  <a:lnTo>
                    <a:pt x="503" y="82"/>
                  </a:lnTo>
                  <a:lnTo>
                    <a:pt x="509" y="75"/>
                  </a:lnTo>
                  <a:lnTo>
                    <a:pt x="512" y="68"/>
                  </a:lnTo>
                  <a:lnTo>
                    <a:pt x="511" y="60"/>
                  </a:lnTo>
                  <a:close/>
                  <a:moveTo>
                    <a:pt x="507" y="41"/>
                  </a:moveTo>
                  <a:lnTo>
                    <a:pt x="489" y="65"/>
                  </a:lnTo>
                  <a:lnTo>
                    <a:pt x="470" y="89"/>
                  </a:lnTo>
                  <a:lnTo>
                    <a:pt x="452" y="113"/>
                  </a:lnTo>
                  <a:lnTo>
                    <a:pt x="452" y="115"/>
                  </a:lnTo>
                  <a:lnTo>
                    <a:pt x="452" y="116"/>
                  </a:lnTo>
                  <a:lnTo>
                    <a:pt x="451" y="117"/>
                  </a:lnTo>
                  <a:lnTo>
                    <a:pt x="451" y="118"/>
                  </a:lnTo>
                  <a:lnTo>
                    <a:pt x="450" y="120"/>
                  </a:lnTo>
                  <a:lnTo>
                    <a:pt x="445" y="122"/>
                  </a:lnTo>
                  <a:lnTo>
                    <a:pt x="445" y="126"/>
                  </a:lnTo>
                  <a:lnTo>
                    <a:pt x="445" y="129"/>
                  </a:lnTo>
                  <a:lnTo>
                    <a:pt x="445" y="133"/>
                  </a:lnTo>
                  <a:lnTo>
                    <a:pt x="445" y="135"/>
                  </a:lnTo>
                  <a:lnTo>
                    <a:pt x="446" y="139"/>
                  </a:lnTo>
                  <a:lnTo>
                    <a:pt x="458" y="123"/>
                  </a:lnTo>
                  <a:lnTo>
                    <a:pt x="470" y="106"/>
                  </a:lnTo>
                  <a:lnTo>
                    <a:pt x="481" y="90"/>
                  </a:lnTo>
                  <a:lnTo>
                    <a:pt x="494" y="75"/>
                  </a:lnTo>
                  <a:lnTo>
                    <a:pt x="498" y="68"/>
                  </a:lnTo>
                  <a:lnTo>
                    <a:pt x="502" y="61"/>
                  </a:lnTo>
                  <a:lnTo>
                    <a:pt x="507" y="55"/>
                  </a:lnTo>
                  <a:lnTo>
                    <a:pt x="511" y="48"/>
                  </a:lnTo>
                  <a:lnTo>
                    <a:pt x="509" y="41"/>
                  </a:lnTo>
                  <a:lnTo>
                    <a:pt x="507" y="41"/>
                  </a:lnTo>
                  <a:close/>
                  <a:moveTo>
                    <a:pt x="507" y="19"/>
                  </a:moveTo>
                  <a:lnTo>
                    <a:pt x="507" y="19"/>
                  </a:lnTo>
                  <a:lnTo>
                    <a:pt x="506" y="19"/>
                  </a:lnTo>
                  <a:lnTo>
                    <a:pt x="505" y="19"/>
                  </a:lnTo>
                  <a:lnTo>
                    <a:pt x="493" y="35"/>
                  </a:lnTo>
                  <a:lnTo>
                    <a:pt x="482" y="54"/>
                  </a:lnTo>
                  <a:lnTo>
                    <a:pt x="475" y="62"/>
                  </a:lnTo>
                  <a:lnTo>
                    <a:pt x="467" y="70"/>
                  </a:lnTo>
                  <a:lnTo>
                    <a:pt x="461" y="79"/>
                  </a:lnTo>
                  <a:lnTo>
                    <a:pt x="458" y="82"/>
                  </a:lnTo>
                  <a:lnTo>
                    <a:pt x="456" y="87"/>
                  </a:lnTo>
                  <a:lnTo>
                    <a:pt x="453" y="92"/>
                  </a:lnTo>
                  <a:lnTo>
                    <a:pt x="450" y="97"/>
                  </a:lnTo>
                  <a:lnTo>
                    <a:pt x="446" y="102"/>
                  </a:lnTo>
                  <a:lnTo>
                    <a:pt x="444" y="107"/>
                  </a:lnTo>
                  <a:lnTo>
                    <a:pt x="445" y="114"/>
                  </a:lnTo>
                  <a:lnTo>
                    <a:pt x="447" y="113"/>
                  </a:lnTo>
                  <a:lnTo>
                    <a:pt x="450" y="110"/>
                  </a:lnTo>
                  <a:lnTo>
                    <a:pt x="452" y="107"/>
                  </a:lnTo>
                  <a:lnTo>
                    <a:pt x="453" y="105"/>
                  </a:lnTo>
                  <a:lnTo>
                    <a:pt x="455" y="103"/>
                  </a:lnTo>
                  <a:lnTo>
                    <a:pt x="457" y="102"/>
                  </a:lnTo>
                  <a:lnTo>
                    <a:pt x="463" y="91"/>
                  </a:lnTo>
                  <a:lnTo>
                    <a:pt x="469" y="83"/>
                  </a:lnTo>
                  <a:lnTo>
                    <a:pt x="477" y="74"/>
                  </a:lnTo>
                  <a:lnTo>
                    <a:pt x="482" y="65"/>
                  </a:lnTo>
                  <a:lnTo>
                    <a:pt x="497" y="47"/>
                  </a:lnTo>
                  <a:lnTo>
                    <a:pt x="510" y="30"/>
                  </a:lnTo>
                  <a:lnTo>
                    <a:pt x="510" y="27"/>
                  </a:lnTo>
                  <a:lnTo>
                    <a:pt x="510" y="24"/>
                  </a:lnTo>
                  <a:lnTo>
                    <a:pt x="510" y="21"/>
                  </a:lnTo>
                  <a:lnTo>
                    <a:pt x="510" y="19"/>
                  </a:lnTo>
                  <a:lnTo>
                    <a:pt x="507" y="19"/>
                  </a:lnTo>
                  <a:close/>
                  <a:moveTo>
                    <a:pt x="453" y="8"/>
                  </a:moveTo>
                  <a:lnTo>
                    <a:pt x="450" y="8"/>
                  </a:lnTo>
                  <a:lnTo>
                    <a:pt x="445" y="9"/>
                  </a:lnTo>
                  <a:lnTo>
                    <a:pt x="444" y="15"/>
                  </a:lnTo>
                  <a:lnTo>
                    <a:pt x="443" y="22"/>
                  </a:lnTo>
                  <a:lnTo>
                    <a:pt x="444" y="30"/>
                  </a:lnTo>
                  <a:lnTo>
                    <a:pt x="453" y="20"/>
                  </a:lnTo>
                  <a:lnTo>
                    <a:pt x="462" y="9"/>
                  </a:lnTo>
                  <a:lnTo>
                    <a:pt x="457" y="8"/>
                  </a:lnTo>
                  <a:lnTo>
                    <a:pt x="453" y="8"/>
                  </a:lnTo>
                  <a:close/>
                  <a:moveTo>
                    <a:pt x="469" y="8"/>
                  </a:moveTo>
                  <a:lnTo>
                    <a:pt x="466" y="8"/>
                  </a:lnTo>
                  <a:lnTo>
                    <a:pt x="457" y="20"/>
                  </a:lnTo>
                  <a:lnTo>
                    <a:pt x="450" y="31"/>
                  </a:lnTo>
                  <a:lnTo>
                    <a:pt x="442" y="44"/>
                  </a:lnTo>
                  <a:lnTo>
                    <a:pt x="443" y="45"/>
                  </a:lnTo>
                  <a:lnTo>
                    <a:pt x="443" y="46"/>
                  </a:lnTo>
                  <a:lnTo>
                    <a:pt x="443" y="48"/>
                  </a:lnTo>
                  <a:lnTo>
                    <a:pt x="444" y="50"/>
                  </a:lnTo>
                  <a:lnTo>
                    <a:pt x="444" y="53"/>
                  </a:lnTo>
                  <a:lnTo>
                    <a:pt x="445" y="54"/>
                  </a:lnTo>
                  <a:lnTo>
                    <a:pt x="454" y="41"/>
                  </a:lnTo>
                  <a:lnTo>
                    <a:pt x="463" y="27"/>
                  </a:lnTo>
                  <a:lnTo>
                    <a:pt x="474" y="15"/>
                  </a:lnTo>
                  <a:lnTo>
                    <a:pt x="474" y="13"/>
                  </a:lnTo>
                  <a:lnTo>
                    <a:pt x="474" y="12"/>
                  </a:lnTo>
                  <a:lnTo>
                    <a:pt x="475" y="11"/>
                  </a:lnTo>
                  <a:lnTo>
                    <a:pt x="475" y="10"/>
                  </a:lnTo>
                  <a:lnTo>
                    <a:pt x="476" y="9"/>
                  </a:lnTo>
                  <a:lnTo>
                    <a:pt x="473" y="8"/>
                  </a:lnTo>
                  <a:lnTo>
                    <a:pt x="469" y="8"/>
                  </a:lnTo>
                  <a:close/>
                  <a:moveTo>
                    <a:pt x="505" y="6"/>
                  </a:moveTo>
                  <a:lnTo>
                    <a:pt x="503" y="6"/>
                  </a:lnTo>
                  <a:lnTo>
                    <a:pt x="501" y="7"/>
                  </a:lnTo>
                  <a:lnTo>
                    <a:pt x="500" y="8"/>
                  </a:lnTo>
                  <a:lnTo>
                    <a:pt x="498" y="9"/>
                  </a:lnTo>
                  <a:lnTo>
                    <a:pt x="495" y="10"/>
                  </a:lnTo>
                  <a:lnTo>
                    <a:pt x="495" y="12"/>
                  </a:lnTo>
                  <a:lnTo>
                    <a:pt x="494" y="13"/>
                  </a:lnTo>
                  <a:lnTo>
                    <a:pt x="493" y="14"/>
                  </a:lnTo>
                  <a:lnTo>
                    <a:pt x="493" y="15"/>
                  </a:lnTo>
                  <a:lnTo>
                    <a:pt x="492" y="17"/>
                  </a:lnTo>
                  <a:lnTo>
                    <a:pt x="480" y="30"/>
                  </a:lnTo>
                  <a:lnTo>
                    <a:pt x="470" y="45"/>
                  </a:lnTo>
                  <a:lnTo>
                    <a:pt x="461" y="60"/>
                  </a:lnTo>
                  <a:lnTo>
                    <a:pt x="451" y="74"/>
                  </a:lnTo>
                  <a:lnTo>
                    <a:pt x="451" y="75"/>
                  </a:lnTo>
                  <a:lnTo>
                    <a:pt x="452" y="77"/>
                  </a:lnTo>
                  <a:lnTo>
                    <a:pt x="452" y="78"/>
                  </a:lnTo>
                  <a:lnTo>
                    <a:pt x="452" y="79"/>
                  </a:lnTo>
                  <a:lnTo>
                    <a:pt x="450" y="80"/>
                  </a:lnTo>
                  <a:lnTo>
                    <a:pt x="449" y="81"/>
                  </a:lnTo>
                  <a:lnTo>
                    <a:pt x="447" y="81"/>
                  </a:lnTo>
                  <a:lnTo>
                    <a:pt x="445" y="81"/>
                  </a:lnTo>
                  <a:lnTo>
                    <a:pt x="444" y="84"/>
                  </a:lnTo>
                  <a:lnTo>
                    <a:pt x="444" y="87"/>
                  </a:lnTo>
                  <a:lnTo>
                    <a:pt x="444" y="91"/>
                  </a:lnTo>
                  <a:lnTo>
                    <a:pt x="444" y="93"/>
                  </a:lnTo>
                  <a:lnTo>
                    <a:pt x="446" y="92"/>
                  </a:lnTo>
                  <a:lnTo>
                    <a:pt x="447" y="91"/>
                  </a:lnTo>
                  <a:lnTo>
                    <a:pt x="449" y="90"/>
                  </a:lnTo>
                  <a:lnTo>
                    <a:pt x="450" y="89"/>
                  </a:lnTo>
                  <a:lnTo>
                    <a:pt x="469" y="61"/>
                  </a:lnTo>
                  <a:lnTo>
                    <a:pt x="489" y="35"/>
                  </a:lnTo>
                  <a:lnTo>
                    <a:pt x="507" y="7"/>
                  </a:lnTo>
                  <a:lnTo>
                    <a:pt x="505" y="6"/>
                  </a:lnTo>
                  <a:close/>
                  <a:moveTo>
                    <a:pt x="487" y="6"/>
                  </a:moveTo>
                  <a:lnTo>
                    <a:pt x="473" y="22"/>
                  </a:lnTo>
                  <a:lnTo>
                    <a:pt x="458" y="41"/>
                  </a:lnTo>
                  <a:lnTo>
                    <a:pt x="447" y="61"/>
                  </a:lnTo>
                  <a:lnTo>
                    <a:pt x="445" y="62"/>
                  </a:lnTo>
                  <a:lnTo>
                    <a:pt x="444" y="65"/>
                  </a:lnTo>
                  <a:lnTo>
                    <a:pt x="443" y="68"/>
                  </a:lnTo>
                  <a:lnTo>
                    <a:pt x="442" y="70"/>
                  </a:lnTo>
                  <a:lnTo>
                    <a:pt x="443" y="71"/>
                  </a:lnTo>
                  <a:lnTo>
                    <a:pt x="444" y="73"/>
                  </a:lnTo>
                  <a:lnTo>
                    <a:pt x="461" y="51"/>
                  </a:lnTo>
                  <a:lnTo>
                    <a:pt x="477" y="29"/>
                  </a:lnTo>
                  <a:lnTo>
                    <a:pt x="493" y="7"/>
                  </a:lnTo>
                  <a:lnTo>
                    <a:pt x="491" y="7"/>
                  </a:lnTo>
                  <a:lnTo>
                    <a:pt x="489" y="7"/>
                  </a:lnTo>
                  <a:lnTo>
                    <a:pt x="488" y="6"/>
                  </a:lnTo>
                  <a:lnTo>
                    <a:pt x="487" y="6"/>
                  </a:lnTo>
                  <a:close/>
                  <a:moveTo>
                    <a:pt x="498" y="0"/>
                  </a:moveTo>
                  <a:lnTo>
                    <a:pt x="515" y="1"/>
                  </a:lnTo>
                  <a:lnTo>
                    <a:pt x="514" y="22"/>
                  </a:lnTo>
                  <a:lnTo>
                    <a:pt x="515" y="44"/>
                  </a:lnTo>
                  <a:lnTo>
                    <a:pt x="516" y="67"/>
                  </a:lnTo>
                  <a:lnTo>
                    <a:pt x="517" y="89"/>
                  </a:lnTo>
                  <a:lnTo>
                    <a:pt x="516" y="107"/>
                  </a:lnTo>
                  <a:lnTo>
                    <a:pt x="518" y="131"/>
                  </a:lnTo>
                  <a:lnTo>
                    <a:pt x="518" y="156"/>
                  </a:lnTo>
                  <a:lnTo>
                    <a:pt x="518" y="180"/>
                  </a:lnTo>
                  <a:lnTo>
                    <a:pt x="521" y="203"/>
                  </a:lnTo>
                  <a:lnTo>
                    <a:pt x="519" y="205"/>
                  </a:lnTo>
                  <a:lnTo>
                    <a:pt x="519" y="207"/>
                  </a:lnTo>
                  <a:lnTo>
                    <a:pt x="519" y="211"/>
                  </a:lnTo>
                  <a:lnTo>
                    <a:pt x="519" y="213"/>
                  </a:lnTo>
                  <a:lnTo>
                    <a:pt x="519" y="216"/>
                  </a:lnTo>
                  <a:lnTo>
                    <a:pt x="518" y="218"/>
                  </a:lnTo>
                  <a:lnTo>
                    <a:pt x="522" y="227"/>
                  </a:lnTo>
                  <a:lnTo>
                    <a:pt x="522" y="239"/>
                  </a:lnTo>
                  <a:lnTo>
                    <a:pt x="522" y="240"/>
                  </a:lnTo>
                  <a:lnTo>
                    <a:pt x="523" y="240"/>
                  </a:lnTo>
                  <a:lnTo>
                    <a:pt x="524" y="240"/>
                  </a:lnTo>
                  <a:lnTo>
                    <a:pt x="523" y="253"/>
                  </a:lnTo>
                  <a:lnTo>
                    <a:pt x="523" y="265"/>
                  </a:lnTo>
                  <a:lnTo>
                    <a:pt x="523" y="279"/>
                  </a:lnTo>
                  <a:lnTo>
                    <a:pt x="523" y="294"/>
                  </a:lnTo>
                  <a:lnTo>
                    <a:pt x="524" y="296"/>
                  </a:lnTo>
                  <a:lnTo>
                    <a:pt x="525" y="298"/>
                  </a:lnTo>
                  <a:lnTo>
                    <a:pt x="525" y="299"/>
                  </a:lnTo>
                  <a:lnTo>
                    <a:pt x="526" y="323"/>
                  </a:lnTo>
                  <a:lnTo>
                    <a:pt x="527" y="351"/>
                  </a:lnTo>
                  <a:lnTo>
                    <a:pt x="526" y="356"/>
                  </a:lnTo>
                  <a:lnTo>
                    <a:pt x="526" y="361"/>
                  </a:lnTo>
                  <a:lnTo>
                    <a:pt x="525" y="366"/>
                  </a:lnTo>
                  <a:lnTo>
                    <a:pt x="526" y="371"/>
                  </a:lnTo>
                  <a:lnTo>
                    <a:pt x="527" y="377"/>
                  </a:lnTo>
                  <a:lnTo>
                    <a:pt x="527" y="382"/>
                  </a:lnTo>
                  <a:lnTo>
                    <a:pt x="527" y="386"/>
                  </a:lnTo>
                  <a:lnTo>
                    <a:pt x="527" y="392"/>
                  </a:lnTo>
                  <a:lnTo>
                    <a:pt x="527" y="397"/>
                  </a:lnTo>
                  <a:lnTo>
                    <a:pt x="527" y="401"/>
                  </a:lnTo>
                  <a:lnTo>
                    <a:pt x="528" y="404"/>
                  </a:lnTo>
                  <a:lnTo>
                    <a:pt x="528" y="407"/>
                  </a:lnTo>
                  <a:lnTo>
                    <a:pt x="528" y="408"/>
                  </a:lnTo>
                  <a:lnTo>
                    <a:pt x="527" y="408"/>
                  </a:lnTo>
                  <a:lnTo>
                    <a:pt x="526" y="409"/>
                  </a:lnTo>
                  <a:lnTo>
                    <a:pt x="526" y="410"/>
                  </a:lnTo>
                  <a:lnTo>
                    <a:pt x="527" y="411"/>
                  </a:lnTo>
                  <a:lnTo>
                    <a:pt x="527" y="413"/>
                  </a:lnTo>
                  <a:lnTo>
                    <a:pt x="528" y="414"/>
                  </a:lnTo>
                  <a:lnTo>
                    <a:pt x="528" y="416"/>
                  </a:lnTo>
                  <a:lnTo>
                    <a:pt x="527" y="419"/>
                  </a:lnTo>
                  <a:lnTo>
                    <a:pt x="527" y="421"/>
                  </a:lnTo>
                  <a:lnTo>
                    <a:pt x="527" y="426"/>
                  </a:lnTo>
                  <a:lnTo>
                    <a:pt x="528" y="430"/>
                  </a:lnTo>
                  <a:lnTo>
                    <a:pt x="528" y="433"/>
                  </a:lnTo>
                  <a:lnTo>
                    <a:pt x="527" y="471"/>
                  </a:lnTo>
                  <a:lnTo>
                    <a:pt x="527" y="509"/>
                  </a:lnTo>
                  <a:lnTo>
                    <a:pt x="555" y="511"/>
                  </a:lnTo>
                  <a:lnTo>
                    <a:pt x="585" y="511"/>
                  </a:lnTo>
                  <a:lnTo>
                    <a:pt x="612" y="510"/>
                  </a:lnTo>
                  <a:lnTo>
                    <a:pt x="614" y="510"/>
                  </a:lnTo>
                  <a:lnTo>
                    <a:pt x="617" y="510"/>
                  </a:lnTo>
                  <a:lnTo>
                    <a:pt x="619" y="510"/>
                  </a:lnTo>
                  <a:lnTo>
                    <a:pt x="620" y="510"/>
                  </a:lnTo>
                  <a:lnTo>
                    <a:pt x="622" y="511"/>
                  </a:lnTo>
                  <a:lnTo>
                    <a:pt x="621" y="513"/>
                  </a:lnTo>
                  <a:lnTo>
                    <a:pt x="620" y="515"/>
                  </a:lnTo>
                  <a:lnTo>
                    <a:pt x="618" y="515"/>
                  </a:lnTo>
                  <a:lnTo>
                    <a:pt x="615" y="515"/>
                  </a:lnTo>
                  <a:lnTo>
                    <a:pt x="612" y="515"/>
                  </a:lnTo>
                  <a:lnTo>
                    <a:pt x="609" y="515"/>
                  </a:lnTo>
                  <a:lnTo>
                    <a:pt x="606" y="515"/>
                  </a:lnTo>
                  <a:lnTo>
                    <a:pt x="594" y="516"/>
                  </a:lnTo>
                  <a:lnTo>
                    <a:pt x="583" y="517"/>
                  </a:lnTo>
                  <a:lnTo>
                    <a:pt x="574" y="516"/>
                  </a:lnTo>
                  <a:lnTo>
                    <a:pt x="564" y="514"/>
                  </a:lnTo>
                  <a:lnTo>
                    <a:pt x="547" y="515"/>
                  </a:lnTo>
                  <a:lnTo>
                    <a:pt x="528" y="514"/>
                  </a:lnTo>
                  <a:lnTo>
                    <a:pt x="527" y="515"/>
                  </a:lnTo>
                  <a:lnTo>
                    <a:pt x="526" y="516"/>
                  </a:lnTo>
                  <a:lnTo>
                    <a:pt x="526" y="517"/>
                  </a:lnTo>
                  <a:lnTo>
                    <a:pt x="526" y="519"/>
                  </a:lnTo>
                  <a:lnTo>
                    <a:pt x="525" y="519"/>
                  </a:lnTo>
                  <a:lnTo>
                    <a:pt x="523" y="519"/>
                  </a:lnTo>
                  <a:lnTo>
                    <a:pt x="522" y="518"/>
                  </a:lnTo>
                  <a:lnTo>
                    <a:pt x="521" y="516"/>
                  </a:lnTo>
                  <a:lnTo>
                    <a:pt x="521" y="514"/>
                  </a:lnTo>
                  <a:lnTo>
                    <a:pt x="490" y="514"/>
                  </a:lnTo>
                  <a:lnTo>
                    <a:pt x="458" y="515"/>
                  </a:lnTo>
                  <a:lnTo>
                    <a:pt x="457" y="515"/>
                  </a:lnTo>
                  <a:lnTo>
                    <a:pt x="456" y="517"/>
                  </a:lnTo>
                  <a:lnTo>
                    <a:pt x="456" y="518"/>
                  </a:lnTo>
                  <a:lnTo>
                    <a:pt x="455" y="519"/>
                  </a:lnTo>
                  <a:lnTo>
                    <a:pt x="454" y="518"/>
                  </a:lnTo>
                  <a:lnTo>
                    <a:pt x="453" y="517"/>
                  </a:lnTo>
                  <a:lnTo>
                    <a:pt x="452" y="516"/>
                  </a:lnTo>
                  <a:lnTo>
                    <a:pt x="452" y="516"/>
                  </a:lnTo>
                  <a:lnTo>
                    <a:pt x="430" y="516"/>
                  </a:lnTo>
                  <a:lnTo>
                    <a:pt x="406" y="516"/>
                  </a:lnTo>
                  <a:lnTo>
                    <a:pt x="384" y="514"/>
                  </a:lnTo>
                  <a:lnTo>
                    <a:pt x="383" y="515"/>
                  </a:lnTo>
                  <a:lnTo>
                    <a:pt x="383" y="515"/>
                  </a:lnTo>
                  <a:lnTo>
                    <a:pt x="382" y="516"/>
                  </a:lnTo>
                  <a:lnTo>
                    <a:pt x="382" y="517"/>
                  </a:lnTo>
                  <a:lnTo>
                    <a:pt x="381" y="517"/>
                  </a:lnTo>
                  <a:lnTo>
                    <a:pt x="380" y="515"/>
                  </a:lnTo>
                  <a:lnTo>
                    <a:pt x="378" y="515"/>
                  </a:lnTo>
                  <a:lnTo>
                    <a:pt x="375" y="514"/>
                  </a:lnTo>
                  <a:lnTo>
                    <a:pt x="373" y="514"/>
                  </a:lnTo>
                  <a:lnTo>
                    <a:pt x="371" y="514"/>
                  </a:lnTo>
                  <a:lnTo>
                    <a:pt x="369" y="514"/>
                  </a:lnTo>
                  <a:lnTo>
                    <a:pt x="368" y="514"/>
                  </a:lnTo>
                  <a:lnTo>
                    <a:pt x="367" y="514"/>
                  </a:lnTo>
                  <a:lnTo>
                    <a:pt x="366" y="515"/>
                  </a:lnTo>
                  <a:lnTo>
                    <a:pt x="366" y="516"/>
                  </a:lnTo>
                  <a:lnTo>
                    <a:pt x="365" y="517"/>
                  </a:lnTo>
                  <a:lnTo>
                    <a:pt x="365" y="517"/>
                  </a:lnTo>
                  <a:lnTo>
                    <a:pt x="362" y="517"/>
                  </a:lnTo>
                  <a:lnTo>
                    <a:pt x="361" y="517"/>
                  </a:lnTo>
                  <a:lnTo>
                    <a:pt x="361" y="517"/>
                  </a:lnTo>
                  <a:lnTo>
                    <a:pt x="362" y="516"/>
                  </a:lnTo>
                  <a:lnTo>
                    <a:pt x="363" y="515"/>
                  </a:lnTo>
                  <a:lnTo>
                    <a:pt x="363" y="515"/>
                  </a:lnTo>
                  <a:lnTo>
                    <a:pt x="365" y="514"/>
                  </a:lnTo>
                  <a:lnTo>
                    <a:pt x="357" y="514"/>
                  </a:lnTo>
                  <a:lnTo>
                    <a:pt x="348" y="513"/>
                  </a:lnTo>
                  <a:lnTo>
                    <a:pt x="341" y="513"/>
                  </a:lnTo>
                  <a:lnTo>
                    <a:pt x="333" y="515"/>
                  </a:lnTo>
                  <a:lnTo>
                    <a:pt x="322" y="512"/>
                  </a:lnTo>
                  <a:lnTo>
                    <a:pt x="312" y="512"/>
                  </a:lnTo>
                  <a:lnTo>
                    <a:pt x="301" y="512"/>
                  </a:lnTo>
                  <a:lnTo>
                    <a:pt x="293" y="512"/>
                  </a:lnTo>
                  <a:lnTo>
                    <a:pt x="285" y="512"/>
                  </a:lnTo>
                  <a:lnTo>
                    <a:pt x="278" y="514"/>
                  </a:lnTo>
                  <a:lnTo>
                    <a:pt x="270" y="511"/>
                  </a:lnTo>
                  <a:lnTo>
                    <a:pt x="261" y="511"/>
                  </a:lnTo>
                  <a:lnTo>
                    <a:pt x="252" y="511"/>
                  </a:lnTo>
                  <a:lnTo>
                    <a:pt x="251" y="511"/>
                  </a:lnTo>
                  <a:lnTo>
                    <a:pt x="250" y="510"/>
                  </a:lnTo>
                  <a:lnTo>
                    <a:pt x="249" y="509"/>
                  </a:lnTo>
                  <a:lnTo>
                    <a:pt x="246" y="509"/>
                  </a:lnTo>
                  <a:lnTo>
                    <a:pt x="242" y="510"/>
                  </a:lnTo>
                  <a:lnTo>
                    <a:pt x="238" y="510"/>
                  </a:lnTo>
                  <a:lnTo>
                    <a:pt x="235" y="510"/>
                  </a:lnTo>
                  <a:lnTo>
                    <a:pt x="233" y="510"/>
                  </a:lnTo>
                  <a:lnTo>
                    <a:pt x="230" y="510"/>
                  </a:lnTo>
                  <a:lnTo>
                    <a:pt x="227" y="510"/>
                  </a:lnTo>
                  <a:lnTo>
                    <a:pt x="223" y="510"/>
                  </a:lnTo>
                  <a:lnTo>
                    <a:pt x="221" y="511"/>
                  </a:lnTo>
                  <a:lnTo>
                    <a:pt x="219" y="512"/>
                  </a:lnTo>
                  <a:lnTo>
                    <a:pt x="218" y="513"/>
                  </a:lnTo>
                  <a:lnTo>
                    <a:pt x="216" y="513"/>
                  </a:lnTo>
                  <a:lnTo>
                    <a:pt x="215" y="512"/>
                  </a:lnTo>
                  <a:lnTo>
                    <a:pt x="216" y="512"/>
                  </a:lnTo>
                  <a:lnTo>
                    <a:pt x="216" y="511"/>
                  </a:lnTo>
                  <a:lnTo>
                    <a:pt x="215" y="510"/>
                  </a:lnTo>
                  <a:lnTo>
                    <a:pt x="193" y="512"/>
                  </a:lnTo>
                  <a:lnTo>
                    <a:pt x="179" y="513"/>
                  </a:lnTo>
                  <a:lnTo>
                    <a:pt x="165" y="513"/>
                  </a:lnTo>
                  <a:lnTo>
                    <a:pt x="151" y="512"/>
                  </a:lnTo>
                  <a:lnTo>
                    <a:pt x="143" y="511"/>
                  </a:lnTo>
                  <a:lnTo>
                    <a:pt x="137" y="510"/>
                  </a:lnTo>
                  <a:lnTo>
                    <a:pt x="129" y="512"/>
                  </a:lnTo>
                  <a:lnTo>
                    <a:pt x="129" y="509"/>
                  </a:lnTo>
                  <a:lnTo>
                    <a:pt x="128" y="509"/>
                  </a:lnTo>
                  <a:lnTo>
                    <a:pt x="126" y="509"/>
                  </a:lnTo>
                  <a:lnTo>
                    <a:pt x="125" y="507"/>
                  </a:lnTo>
                  <a:lnTo>
                    <a:pt x="122" y="507"/>
                  </a:lnTo>
                  <a:lnTo>
                    <a:pt x="121" y="509"/>
                  </a:lnTo>
                  <a:lnTo>
                    <a:pt x="120" y="509"/>
                  </a:lnTo>
                  <a:lnTo>
                    <a:pt x="119" y="510"/>
                  </a:lnTo>
                  <a:lnTo>
                    <a:pt x="109" y="511"/>
                  </a:lnTo>
                  <a:lnTo>
                    <a:pt x="99" y="511"/>
                  </a:lnTo>
                  <a:lnTo>
                    <a:pt x="91" y="510"/>
                  </a:lnTo>
                  <a:lnTo>
                    <a:pt x="90" y="510"/>
                  </a:lnTo>
                  <a:lnTo>
                    <a:pt x="87" y="511"/>
                  </a:lnTo>
                  <a:lnTo>
                    <a:pt x="85" y="511"/>
                  </a:lnTo>
                  <a:lnTo>
                    <a:pt x="83" y="512"/>
                  </a:lnTo>
                  <a:lnTo>
                    <a:pt x="82" y="514"/>
                  </a:lnTo>
                  <a:lnTo>
                    <a:pt x="80" y="513"/>
                  </a:lnTo>
                  <a:lnTo>
                    <a:pt x="80" y="512"/>
                  </a:lnTo>
                  <a:lnTo>
                    <a:pt x="79" y="511"/>
                  </a:lnTo>
                  <a:lnTo>
                    <a:pt x="77" y="510"/>
                  </a:lnTo>
                  <a:lnTo>
                    <a:pt x="67" y="510"/>
                  </a:lnTo>
                  <a:lnTo>
                    <a:pt x="58" y="510"/>
                  </a:lnTo>
                  <a:lnTo>
                    <a:pt x="37" y="510"/>
                  </a:lnTo>
                  <a:lnTo>
                    <a:pt x="19" y="510"/>
                  </a:lnTo>
                  <a:lnTo>
                    <a:pt x="0" y="507"/>
                  </a:lnTo>
                  <a:lnTo>
                    <a:pt x="2" y="506"/>
                  </a:lnTo>
                  <a:lnTo>
                    <a:pt x="6" y="505"/>
                  </a:lnTo>
                  <a:lnTo>
                    <a:pt x="9" y="503"/>
                  </a:lnTo>
                  <a:lnTo>
                    <a:pt x="32" y="504"/>
                  </a:lnTo>
                  <a:lnTo>
                    <a:pt x="54" y="505"/>
                  </a:lnTo>
                  <a:lnTo>
                    <a:pt x="78" y="504"/>
                  </a:lnTo>
                  <a:lnTo>
                    <a:pt x="80" y="494"/>
                  </a:lnTo>
                  <a:lnTo>
                    <a:pt x="80" y="483"/>
                  </a:lnTo>
                  <a:lnTo>
                    <a:pt x="80" y="471"/>
                  </a:lnTo>
                  <a:lnTo>
                    <a:pt x="80" y="470"/>
                  </a:lnTo>
                  <a:lnTo>
                    <a:pt x="79" y="468"/>
                  </a:lnTo>
                  <a:lnTo>
                    <a:pt x="78" y="467"/>
                  </a:lnTo>
                  <a:lnTo>
                    <a:pt x="79" y="464"/>
                  </a:lnTo>
                  <a:lnTo>
                    <a:pt x="80" y="461"/>
                  </a:lnTo>
                  <a:lnTo>
                    <a:pt x="80" y="457"/>
                  </a:lnTo>
                  <a:lnTo>
                    <a:pt x="79" y="453"/>
                  </a:lnTo>
                  <a:lnTo>
                    <a:pt x="78" y="451"/>
                  </a:lnTo>
                  <a:lnTo>
                    <a:pt x="78" y="449"/>
                  </a:lnTo>
                  <a:lnTo>
                    <a:pt x="78" y="447"/>
                  </a:lnTo>
                  <a:lnTo>
                    <a:pt x="79" y="446"/>
                  </a:lnTo>
                  <a:lnTo>
                    <a:pt x="80" y="445"/>
                  </a:lnTo>
                  <a:lnTo>
                    <a:pt x="80" y="444"/>
                  </a:lnTo>
                  <a:lnTo>
                    <a:pt x="80" y="425"/>
                  </a:lnTo>
                  <a:lnTo>
                    <a:pt x="79" y="406"/>
                  </a:lnTo>
                  <a:lnTo>
                    <a:pt x="78" y="387"/>
                  </a:lnTo>
                  <a:lnTo>
                    <a:pt x="78" y="369"/>
                  </a:lnTo>
                  <a:lnTo>
                    <a:pt x="78" y="349"/>
                  </a:lnTo>
                  <a:lnTo>
                    <a:pt x="75" y="331"/>
                  </a:lnTo>
                  <a:lnTo>
                    <a:pt x="78" y="308"/>
                  </a:lnTo>
                  <a:lnTo>
                    <a:pt x="77" y="286"/>
                  </a:lnTo>
                  <a:lnTo>
                    <a:pt x="74" y="281"/>
                  </a:lnTo>
                  <a:lnTo>
                    <a:pt x="73" y="275"/>
                  </a:lnTo>
                  <a:lnTo>
                    <a:pt x="74" y="271"/>
                  </a:lnTo>
                  <a:lnTo>
                    <a:pt x="78" y="266"/>
                  </a:lnTo>
                  <a:lnTo>
                    <a:pt x="92" y="265"/>
                  </a:lnTo>
                  <a:lnTo>
                    <a:pt x="108" y="265"/>
                  </a:lnTo>
                  <a:lnTo>
                    <a:pt x="125" y="264"/>
                  </a:lnTo>
                  <a:lnTo>
                    <a:pt x="132" y="263"/>
                  </a:lnTo>
                  <a:lnTo>
                    <a:pt x="140" y="263"/>
                  </a:lnTo>
                  <a:lnTo>
                    <a:pt x="146" y="264"/>
                  </a:lnTo>
                  <a:lnTo>
                    <a:pt x="149" y="284"/>
                  </a:lnTo>
                  <a:lnTo>
                    <a:pt x="150" y="305"/>
                  </a:lnTo>
                  <a:lnTo>
                    <a:pt x="149" y="323"/>
                  </a:lnTo>
                  <a:lnTo>
                    <a:pt x="150" y="324"/>
                  </a:lnTo>
                  <a:lnTo>
                    <a:pt x="151" y="326"/>
                  </a:lnTo>
                  <a:lnTo>
                    <a:pt x="152" y="327"/>
                  </a:lnTo>
                  <a:lnTo>
                    <a:pt x="154" y="329"/>
                  </a:lnTo>
                  <a:lnTo>
                    <a:pt x="153" y="330"/>
                  </a:lnTo>
                  <a:lnTo>
                    <a:pt x="152" y="331"/>
                  </a:lnTo>
                  <a:lnTo>
                    <a:pt x="151" y="332"/>
                  </a:lnTo>
                  <a:lnTo>
                    <a:pt x="149" y="333"/>
                  </a:lnTo>
                  <a:lnTo>
                    <a:pt x="151" y="354"/>
                  </a:lnTo>
                  <a:lnTo>
                    <a:pt x="151" y="377"/>
                  </a:lnTo>
                  <a:lnTo>
                    <a:pt x="152" y="393"/>
                  </a:lnTo>
                  <a:lnTo>
                    <a:pt x="153" y="407"/>
                  </a:lnTo>
                  <a:lnTo>
                    <a:pt x="152" y="410"/>
                  </a:lnTo>
                  <a:lnTo>
                    <a:pt x="152" y="413"/>
                  </a:lnTo>
                  <a:lnTo>
                    <a:pt x="151" y="416"/>
                  </a:lnTo>
                  <a:lnTo>
                    <a:pt x="151" y="418"/>
                  </a:lnTo>
                  <a:lnTo>
                    <a:pt x="152" y="421"/>
                  </a:lnTo>
                  <a:lnTo>
                    <a:pt x="152" y="425"/>
                  </a:lnTo>
                  <a:lnTo>
                    <a:pt x="152" y="428"/>
                  </a:lnTo>
                  <a:lnTo>
                    <a:pt x="152" y="430"/>
                  </a:lnTo>
                  <a:lnTo>
                    <a:pt x="152" y="432"/>
                  </a:lnTo>
                  <a:lnTo>
                    <a:pt x="152" y="435"/>
                  </a:lnTo>
                  <a:lnTo>
                    <a:pt x="152" y="439"/>
                  </a:lnTo>
                  <a:lnTo>
                    <a:pt x="152" y="442"/>
                  </a:lnTo>
                  <a:lnTo>
                    <a:pt x="152" y="444"/>
                  </a:lnTo>
                  <a:lnTo>
                    <a:pt x="153" y="447"/>
                  </a:lnTo>
                  <a:lnTo>
                    <a:pt x="153" y="463"/>
                  </a:lnTo>
                  <a:lnTo>
                    <a:pt x="153" y="478"/>
                  </a:lnTo>
                  <a:lnTo>
                    <a:pt x="153" y="493"/>
                  </a:lnTo>
                  <a:lnTo>
                    <a:pt x="155" y="506"/>
                  </a:lnTo>
                  <a:lnTo>
                    <a:pt x="181" y="506"/>
                  </a:lnTo>
                  <a:lnTo>
                    <a:pt x="206" y="505"/>
                  </a:lnTo>
                  <a:lnTo>
                    <a:pt x="207" y="493"/>
                  </a:lnTo>
                  <a:lnTo>
                    <a:pt x="207" y="481"/>
                  </a:lnTo>
                  <a:lnTo>
                    <a:pt x="205" y="471"/>
                  </a:lnTo>
                  <a:lnTo>
                    <a:pt x="207" y="459"/>
                  </a:lnTo>
                  <a:lnTo>
                    <a:pt x="207" y="447"/>
                  </a:lnTo>
                  <a:lnTo>
                    <a:pt x="207" y="407"/>
                  </a:lnTo>
                  <a:lnTo>
                    <a:pt x="206" y="368"/>
                  </a:lnTo>
                  <a:lnTo>
                    <a:pt x="206" y="367"/>
                  </a:lnTo>
                  <a:lnTo>
                    <a:pt x="205" y="366"/>
                  </a:lnTo>
                  <a:lnTo>
                    <a:pt x="204" y="366"/>
                  </a:lnTo>
                  <a:lnTo>
                    <a:pt x="204" y="365"/>
                  </a:lnTo>
                  <a:lnTo>
                    <a:pt x="204" y="363"/>
                  </a:lnTo>
                  <a:lnTo>
                    <a:pt x="205" y="350"/>
                  </a:lnTo>
                  <a:lnTo>
                    <a:pt x="204" y="335"/>
                  </a:lnTo>
                  <a:lnTo>
                    <a:pt x="204" y="319"/>
                  </a:lnTo>
                  <a:lnTo>
                    <a:pt x="203" y="314"/>
                  </a:lnTo>
                  <a:lnTo>
                    <a:pt x="203" y="310"/>
                  </a:lnTo>
                  <a:lnTo>
                    <a:pt x="202" y="306"/>
                  </a:lnTo>
                  <a:lnTo>
                    <a:pt x="202" y="297"/>
                  </a:lnTo>
                  <a:lnTo>
                    <a:pt x="203" y="290"/>
                  </a:lnTo>
                  <a:lnTo>
                    <a:pt x="200" y="285"/>
                  </a:lnTo>
                  <a:lnTo>
                    <a:pt x="204" y="278"/>
                  </a:lnTo>
                  <a:lnTo>
                    <a:pt x="203" y="260"/>
                  </a:lnTo>
                  <a:lnTo>
                    <a:pt x="203" y="240"/>
                  </a:lnTo>
                  <a:lnTo>
                    <a:pt x="203" y="221"/>
                  </a:lnTo>
                  <a:lnTo>
                    <a:pt x="202" y="219"/>
                  </a:lnTo>
                  <a:lnTo>
                    <a:pt x="201" y="218"/>
                  </a:lnTo>
                  <a:lnTo>
                    <a:pt x="200" y="217"/>
                  </a:lnTo>
                  <a:lnTo>
                    <a:pt x="200" y="215"/>
                  </a:lnTo>
                  <a:lnTo>
                    <a:pt x="201" y="214"/>
                  </a:lnTo>
                  <a:lnTo>
                    <a:pt x="201" y="212"/>
                  </a:lnTo>
                  <a:lnTo>
                    <a:pt x="202" y="211"/>
                  </a:lnTo>
                  <a:lnTo>
                    <a:pt x="202" y="193"/>
                  </a:lnTo>
                  <a:lnTo>
                    <a:pt x="201" y="178"/>
                  </a:lnTo>
                  <a:lnTo>
                    <a:pt x="201" y="162"/>
                  </a:lnTo>
                  <a:lnTo>
                    <a:pt x="227" y="159"/>
                  </a:lnTo>
                  <a:lnTo>
                    <a:pt x="253" y="158"/>
                  </a:lnTo>
                  <a:lnTo>
                    <a:pt x="265" y="158"/>
                  </a:lnTo>
                  <a:lnTo>
                    <a:pt x="276" y="161"/>
                  </a:lnTo>
                  <a:lnTo>
                    <a:pt x="276" y="163"/>
                  </a:lnTo>
                  <a:lnTo>
                    <a:pt x="276" y="165"/>
                  </a:lnTo>
                  <a:lnTo>
                    <a:pt x="276" y="167"/>
                  </a:lnTo>
                  <a:lnTo>
                    <a:pt x="276" y="169"/>
                  </a:lnTo>
                  <a:lnTo>
                    <a:pt x="277" y="170"/>
                  </a:lnTo>
                  <a:lnTo>
                    <a:pt x="275" y="180"/>
                  </a:lnTo>
                  <a:lnTo>
                    <a:pt x="275" y="191"/>
                  </a:lnTo>
                  <a:lnTo>
                    <a:pt x="275" y="202"/>
                  </a:lnTo>
                  <a:lnTo>
                    <a:pt x="275" y="213"/>
                  </a:lnTo>
                  <a:lnTo>
                    <a:pt x="275" y="214"/>
                  </a:lnTo>
                  <a:lnTo>
                    <a:pt x="276" y="215"/>
                  </a:lnTo>
                  <a:lnTo>
                    <a:pt x="278" y="216"/>
                  </a:lnTo>
                  <a:lnTo>
                    <a:pt x="279" y="216"/>
                  </a:lnTo>
                  <a:lnTo>
                    <a:pt x="279" y="218"/>
                  </a:lnTo>
                  <a:lnTo>
                    <a:pt x="279" y="219"/>
                  </a:lnTo>
                  <a:lnTo>
                    <a:pt x="278" y="222"/>
                  </a:lnTo>
                  <a:lnTo>
                    <a:pt x="276" y="223"/>
                  </a:lnTo>
                  <a:lnTo>
                    <a:pt x="276" y="224"/>
                  </a:lnTo>
                  <a:lnTo>
                    <a:pt x="276" y="233"/>
                  </a:lnTo>
                  <a:lnTo>
                    <a:pt x="277" y="241"/>
                  </a:lnTo>
                  <a:lnTo>
                    <a:pt x="276" y="249"/>
                  </a:lnTo>
                  <a:lnTo>
                    <a:pt x="277" y="250"/>
                  </a:lnTo>
                  <a:lnTo>
                    <a:pt x="278" y="251"/>
                  </a:lnTo>
                  <a:lnTo>
                    <a:pt x="279" y="252"/>
                  </a:lnTo>
                  <a:lnTo>
                    <a:pt x="278" y="274"/>
                  </a:lnTo>
                  <a:lnTo>
                    <a:pt x="278" y="294"/>
                  </a:lnTo>
                  <a:lnTo>
                    <a:pt x="282" y="313"/>
                  </a:lnTo>
                  <a:lnTo>
                    <a:pt x="281" y="314"/>
                  </a:lnTo>
                  <a:lnTo>
                    <a:pt x="281" y="315"/>
                  </a:lnTo>
                  <a:lnTo>
                    <a:pt x="279" y="315"/>
                  </a:lnTo>
                  <a:lnTo>
                    <a:pt x="279" y="317"/>
                  </a:lnTo>
                  <a:lnTo>
                    <a:pt x="279" y="318"/>
                  </a:lnTo>
                  <a:lnTo>
                    <a:pt x="281" y="332"/>
                  </a:lnTo>
                  <a:lnTo>
                    <a:pt x="282" y="344"/>
                  </a:lnTo>
                  <a:lnTo>
                    <a:pt x="282" y="355"/>
                  </a:lnTo>
                  <a:lnTo>
                    <a:pt x="283" y="368"/>
                  </a:lnTo>
                  <a:lnTo>
                    <a:pt x="282" y="381"/>
                  </a:lnTo>
                  <a:lnTo>
                    <a:pt x="281" y="396"/>
                  </a:lnTo>
                  <a:lnTo>
                    <a:pt x="282" y="413"/>
                  </a:lnTo>
                  <a:lnTo>
                    <a:pt x="282" y="427"/>
                  </a:lnTo>
                  <a:lnTo>
                    <a:pt x="281" y="454"/>
                  </a:lnTo>
                  <a:lnTo>
                    <a:pt x="279" y="480"/>
                  </a:lnTo>
                  <a:lnTo>
                    <a:pt x="282" y="506"/>
                  </a:lnTo>
                  <a:lnTo>
                    <a:pt x="294" y="507"/>
                  </a:lnTo>
                  <a:lnTo>
                    <a:pt x="305" y="507"/>
                  </a:lnTo>
                  <a:lnTo>
                    <a:pt x="315" y="507"/>
                  </a:lnTo>
                  <a:lnTo>
                    <a:pt x="330" y="509"/>
                  </a:lnTo>
                  <a:lnTo>
                    <a:pt x="332" y="485"/>
                  </a:lnTo>
                  <a:lnTo>
                    <a:pt x="332" y="463"/>
                  </a:lnTo>
                  <a:lnTo>
                    <a:pt x="331" y="438"/>
                  </a:lnTo>
                  <a:lnTo>
                    <a:pt x="331" y="437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29" y="435"/>
                  </a:lnTo>
                  <a:lnTo>
                    <a:pt x="329" y="434"/>
                  </a:lnTo>
                  <a:lnTo>
                    <a:pt x="330" y="427"/>
                  </a:lnTo>
                  <a:lnTo>
                    <a:pt x="330" y="417"/>
                  </a:lnTo>
                  <a:lnTo>
                    <a:pt x="327" y="409"/>
                  </a:lnTo>
                  <a:lnTo>
                    <a:pt x="330" y="402"/>
                  </a:lnTo>
                  <a:lnTo>
                    <a:pt x="330" y="394"/>
                  </a:lnTo>
                  <a:lnTo>
                    <a:pt x="327" y="389"/>
                  </a:lnTo>
                  <a:lnTo>
                    <a:pt x="329" y="385"/>
                  </a:lnTo>
                  <a:lnTo>
                    <a:pt x="330" y="382"/>
                  </a:lnTo>
                  <a:lnTo>
                    <a:pt x="330" y="380"/>
                  </a:lnTo>
                  <a:lnTo>
                    <a:pt x="330" y="375"/>
                  </a:lnTo>
                  <a:lnTo>
                    <a:pt x="330" y="373"/>
                  </a:lnTo>
                  <a:lnTo>
                    <a:pt x="329" y="371"/>
                  </a:lnTo>
                  <a:lnTo>
                    <a:pt x="327" y="369"/>
                  </a:lnTo>
                  <a:lnTo>
                    <a:pt x="327" y="367"/>
                  </a:lnTo>
                  <a:lnTo>
                    <a:pt x="327" y="366"/>
                  </a:lnTo>
                  <a:lnTo>
                    <a:pt x="329" y="365"/>
                  </a:lnTo>
                  <a:lnTo>
                    <a:pt x="330" y="362"/>
                  </a:lnTo>
                  <a:lnTo>
                    <a:pt x="331" y="360"/>
                  </a:lnTo>
                  <a:lnTo>
                    <a:pt x="330" y="356"/>
                  </a:lnTo>
                  <a:lnTo>
                    <a:pt x="330" y="351"/>
                  </a:lnTo>
                  <a:lnTo>
                    <a:pt x="330" y="347"/>
                  </a:lnTo>
                  <a:lnTo>
                    <a:pt x="330" y="339"/>
                  </a:lnTo>
                  <a:lnTo>
                    <a:pt x="330" y="334"/>
                  </a:lnTo>
                  <a:lnTo>
                    <a:pt x="327" y="329"/>
                  </a:lnTo>
                  <a:lnTo>
                    <a:pt x="330" y="301"/>
                  </a:lnTo>
                  <a:lnTo>
                    <a:pt x="327" y="272"/>
                  </a:lnTo>
                  <a:lnTo>
                    <a:pt x="326" y="242"/>
                  </a:lnTo>
                  <a:lnTo>
                    <a:pt x="325" y="214"/>
                  </a:lnTo>
                  <a:lnTo>
                    <a:pt x="324" y="187"/>
                  </a:lnTo>
                  <a:lnTo>
                    <a:pt x="323" y="157"/>
                  </a:lnTo>
                  <a:lnTo>
                    <a:pt x="321" y="126"/>
                  </a:lnTo>
                  <a:lnTo>
                    <a:pt x="322" y="92"/>
                  </a:lnTo>
                  <a:lnTo>
                    <a:pt x="322" y="89"/>
                  </a:lnTo>
                  <a:lnTo>
                    <a:pt x="322" y="85"/>
                  </a:lnTo>
                  <a:lnTo>
                    <a:pt x="322" y="82"/>
                  </a:lnTo>
                  <a:lnTo>
                    <a:pt x="321" y="79"/>
                  </a:lnTo>
                  <a:lnTo>
                    <a:pt x="331" y="75"/>
                  </a:lnTo>
                  <a:lnTo>
                    <a:pt x="341" y="75"/>
                  </a:lnTo>
                  <a:lnTo>
                    <a:pt x="362" y="77"/>
                  </a:lnTo>
                  <a:lnTo>
                    <a:pt x="382" y="79"/>
                  </a:lnTo>
                  <a:lnTo>
                    <a:pt x="385" y="78"/>
                  </a:lnTo>
                  <a:lnTo>
                    <a:pt x="389" y="77"/>
                  </a:lnTo>
                  <a:lnTo>
                    <a:pt x="392" y="78"/>
                  </a:lnTo>
                  <a:lnTo>
                    <a:pt x="394" y="79"/>
                  </a:lnTo>
                  <a:lnTo>
                    <a:pt x="395" y="81"/>
                  </a:lnTo>
                  <a:lnTo>
                    <a:pt x="394" y="84"/>
                  </a:lnTo>
                  <a:lnTo>
                    <a:pt x="394" y="86"/>
                  </a:lnTo>
                  <a:lnTo>
                    <a:pt x="393" y="89"/>
                  </a:lnTo>
                  <a:lnTo>
                    <a:pt x="393" y="92"/>
                  </a:lnTo>
                  <a:lnTo>
                    <a:pt x="394" y="93"/>
                  </a:lnTo>
                  <a:lnTo>
                    <a:pt x="394" y="94"/>
                  </a:lnTo>
                  <a:lnTo>
                    <a:pt x="395" y="96"/>
                  </a:lnTo>
                  <a:lnTo>
                    <a:pt x="395" y="105"/>
                  </a:lnTo>
                  <a:lnTo>
                    <a:pt x="395" y="114"/>
                  </a:lnTo>
                  <a:lnTo>
                    <a:pt x="397" y="120"/>
                  </a:lnTo>
                  <a:lnTo>
                    <a:pt x="397" y="122"/>
                  </a:lnTo>
                  <a:lnTo>
                    <a:pt x="396" y="123"/>
                  </a:lnTo>
                  <a:lnTo>
                    <a:pt x="396" y="123"/>
                  </a:lnTo>
                  <a:lnTo>
                    <a:pt x="395" y="125"/>
                  </a:lnTo>
                  <a:lnTo>
                    <a:pt x="396" y="132"/>
                  </a:lnTo>
                  <a:lnTo>
                    <a:pt x="397" y="141"/>
                  </a:lnTo>
                  <a:lnTo>
                    <a:pt x="397" y="151"/>
                  </a:lnTo>
                  <a:lnTo>
                    <a:pt x="397" y="161"/>
                  </a:lnTo>
                  <a:lnTo>
                    <a:pt x="398" y="163"/>
                  </a:lnTo>
                  <a:lnTo>
                    <a:pt x="399" y="164"/>
                  </a:lnTo>
                  <a:lnTo>
                    <a:pt x="399" y="166"/>
                  </a:lnTo>
                  <a:lnTo>
                    <a:pt x="397" y="169"/>
                  </a:lnTo>
                  <a:lnTo>
                    <a:pt x="398" y="177"/>
                  </a:lnTo>
                  <a:lnTo>
                    <a:pt x="397" y="183"/>
                  </a:lnTo>
                  <a:lnTo>
                    <a:pt x="399" y="190"/>
                  </a:lnTo>
                  <a:lnTo>
                    <a:pt x="399" y="242"/>
                  </a:lnTo>
                  <a:lnTo>
                    <a:pt x="401" y="296"/>
                  </a:lnTo>
                  <a:lnTo>
                    <a:pt x="401" y="300"/>
                  </a:lnTo>
                  <a:lnTo>
                    <a:pt x="402" y="303"/>
                  </a:lnTo>
                  <a:lnTo>
                    <a:pt x="403" y="308"/>
                  </a:lnTo>
                  <a:lnTo>
                    <a:pt x="403" y="319"/>
                  </a:lnTo>
                  <a:lnTo>
                    <a:pt x="403" y="329"/>
                  </a:lnTo>
                  <a:lnTo>
                    <a:pt x="403" y="342"/>
                  </a:lnTo>
                  <a:lnTo>
                    <a:pt x="402" y="353"/>
                  </a:lnTo>
                  <a:lnTo>
                    <a:pt x="403" y="356"/>
                  </a:lnTo>
                  <a:lnTo>
                    <a:pt x="404" y="359"/>
                  </a:lnTo>
                  <a:lnTo>
                    <a:pt x="404" y="361"/>
                  </a:lnTo>
                  <a:lnTo>
                    <a:pt x="404" y="366"/>
                  </a:lnTo>
                  <a:lnTo>
                    <a:pt x="403" y="370"/>
                  </a:lnTo>
                  <a:lnTo>
                    <a:pt x="403" y="374"/>
                  </a:lnTo>
                  <a:lnTo>
                    <a:pt x="404" y="441"/>
                  </a:lnTo>
                  <a:lnTo>
                    <a:pt x="404" y="445"/>
                  </a:lnTo>
                  <a:lnTo>
                    <a:pt x="404" y="450"/>
                  </a:lnTo>
                  <a:lnTo>
                    <a:pt x="404" y="454"/>
                  </a:lnTo>
                  <a:lnTo>
                    <a:pt x="404" y="455"/>
                  </a:lnTo>
                  <a:lnTo>
                    <a:pt x="403" y="456"/>
                  </a:lnTo>
                  <a:lnTo>
                    <a:pt x="403" y="456"/>
                  </a:lnTo>
                  <a:lnTo>
                    <a:pt x="403" y="455"/>
                  </a:lnTo>
                  <a:lnTo>
                    <a:pt x="404" y="459"/>
                  </a:lnTo>
                  <a:lnTo>
                    <a:pt x="405" y="465"/>
                  </a:lnTo>
                  <a:lnTo>
                    <a:pt x="405" y="469"/>
                  </a:lnTo>
                  <a:lnTo>
                    <a:pt x="405" y="483"/>
                  </a:lnTo>
                  <a:lnTo>
                    <a:pt x="405" y="497"/>
                  </a:lnTo>
                  <a:lnTo>
                    <a:pt x="406" y="511"/>
                  </a:lnTo>
                  <a:lnTo>
                    <a:pt x="422" y="511"/>
                  </a:lnTo>
                  <a:lnTo>
                    <a:pt x="438" y="512"/>
                  </a:lnTo>
                  <a:lnTo>
                    <a:pt x="452" y="511"/>
                  </a:lnTo>
                  <a:lnTo>
                    <a:pt x="453" y="473"/>
                  </a:lnTo>
                  <a:lnTo>
                    <a:pt x="452" y="435"/>
                  </a:lnTo>
                  <a:lnTo>
                    <a:pt x="450" y="398"/>
                  </a:lnTo>
                  <a:lnTo>
                    <a:pt x="447" y="361"/>
                  </a:lnTo>
                  <a:lnTo>
                    <a:pt x="449" y="358"/>
                  </a:lnTo>
                  <a:lnTo>
                    <a:pt x="449" y="356"/>
                  </a:lnTo>
                  <a:lnTo>
                    <a:pt x="450" y="353"/>
                  </a:lnTo>
                  <a:lnTo>
                    <a:pt x="449" y="349"/>
                  </a:lnTo>
                  <a:lnTo>
                    <a:pt x="447" y="349"/>
                  </a:lnTo>
                  <a:lnTo>
                    <a:pt x="446" y="349"/>
                  </a:lnTo>
                  <a:lnTo>
                    <a:pt x="445" y="348"/>
                  </a:lnTo>
                  <a:lnTo>
                    <a:pt x="445" y="348"/>
                  </a:lnTo>
                  <a:lnTo>
                    <a:pt x="444" y="347"/>
                  </a:lnTo>
                  <a:lnTo>
                    <a:pt x="445" y="345"/>
                  </a:lnTo>
                  <a:lnTo>
                    <a:pt x="446" y="344"/>
                  </a:lnTo>
                  <a:lnTo>
                    <a:pt x="447" y="342"/>
                  </a:lnTo>
                  <a:lnTo>
                    <a:pt x="447" y="339"/>
                  </a:lnTo>
                  <a:lnTo>
                    <a:pt x="447" y="337"/>
                  </a:lnTo>
                  <a:lnTo>
                    <a:pt x="447" y="334"/>
                  </a:lnTo>
                  <a:lnTo>
                    <a:pt x="446" y="333"/>
                  </a:lnTo>
                  <a:lnTo>
                    <a:pt x="445" y="333"/>
                  </a:lnTo>
                  <a:lnTo>
                    <a:pt x="444" y="333"/>
                  </a:lnTo>
                  <a:lnTo>
                    <a:pt x="443" y="332"/>
                  </a:lnTo>
                  <a:lnTo>
                    <a:pt x="443" y="331"/>
                  </a:lnTo>
                  <a:lnTo>
                    <a:pt x="445" y="324"/>
                  </a:lnTo>
                  <a:lnTo>
                    <a:pt x="447" y="318"/>
                  </a:lnTo>
                  <a:lnTo>
                    <a:pt x="445" y="310"/>
                  </a:lnTo>
                  <a:lnTo>
                    <a:pt x="446" y="297"/>
                  </a:lnTo>
                  <a:lnTo>
                    <a:pt x="445" y="284"/>
                  </a:lnTo>
                  <a:lnTo>
                    <a:pt x="445" y="270"/>
                  </a:lnTo>
                  <a:lnTo>
                    <a:pt x="445" y="269"/>
                  </a:lnTo>
                  <a:lnTo>
                    <a:pt x="444" y="267"/>
                  </a:lnTo>
                  <a:lnTo>
                    <a:pt x="444" y="267"/>
                  </a:lnTo>
                  <a:lnTo>
                    <a:pt x="443" y="266"/>
                  </a:lnTo>
                  <a:lnTo>
                    <a:pt x="443" y="265"/>
                  </a:lnTo>
                  <a:lnTo>
                    <a:pt x="444" y="253"/>
                  </a:lnTo>
                  <a:lnTo>
                    <a:pt x="443" y="242"/>
                  </a:lnTo>
                  <a:lnTo>
                    <a:pt x="444" y="231"/>
                  </a:lnTo>
                  <a:lnTo>
                    <a:pt x="444" y="230"/>
                  </a:lnTo>
                  <a:lnTo>
                    <a:pt x="443" y="229"/>
                  </a:lnTo>
                  <a:lnTo>
                    <a:pt x="442" y="229"/>
                  </a:lnTo>
                  <a:lnTo>
                    <a:pt x="441" y="228"/>
                  </a:lnTo>
                  <a:lnTo>
                    <a:pt x="442" y="226"/>
                  </a:lnTo>
                  <a:lnTo>
                    <a:pt x="442" y="225"/>
                  </a:lnTo>
                  <a:lnTo>
                    <a:pt x="443" y="223"/>
                  </a:lnTo>
                  <a:lnTo>
                    <a:pt x="444" y="222"/>
                  </a:lnTo>
                  <a:lnTo>
                    <a:pt x="442" y="191"/>
                  </a:lnTo>
                  <a:lnTo>
                    <a:pt x="440" y="161"/>
                  </a:lnTo>
                  <a:lnTo>
                    <a:pt x="440" y="145"/>
                  </a:lnTo>
                  <a:lnTo>
                    <a:pt x="441" y="130"/>
                  </a:lnTo>
                  <a:lnTo>
                    <a:pt x="441" y="116"/>
                  </a:lnTo>
                  <a:lnTo>
                    <a:pt x="439" y="104"/>
                  </a:lnTo>
                  <a:lnTo>
                    <a:pt x="440" y="85"/>
                  </a:lnTo>
                  <a:lnTo>
                    <a:pt x="439" y="67"/>
                  </a:lnTo>
                  <a:lnTo>
                    <a:pt x="439" y="48"/>
                  </a:lnTo>
                  <a:lnTo>
                    <a:pt x="439" y="47"/>
                  </a:lnTo>
                  <a:lnTo>
                    <a:pt x="438" y="46"/>
                  </a:lnTo>
                  <a:lnTo>
                    <a:pt x="435" y="45"/>
                  </a:lnTo>
                  <a:lnTo>
                    <a:pt x="434" y="44"/>
                  </a:lnTo>
                  <a:lnTo>
                    <a:pt x="434" y="42"/>
                  </a:lnTo>
                  <a:lnTo>
                    <a:pt x="435" y="41"/>
                  </a:lnTo>
                  <a:lnTo>
                    <a:pt x="437" y="38"/>
                  </a:lnTo>
                  <a:lnTo>
                    <a:pt x="438" y="37"/>
                  </a:lnTo>
                  <a:lnTo>
                    <a:pt x="439" y="35"/>
                  </a:lnTo>
                  <a:lnTo>
                    <a:pt x="439" y="21"/>
                  </a:lnTo>
                  <a:lnTo>
                    <a:pt x="439" y="7"/>
                  </a:lnTo>
                  <a:lnTo>
                    <a:pt x="445" y="3"/>
                  </a:lnTo>
                  <a:lnTo>
                    <a:pt x="453" y="3"/>
                  </a:lnTo>
                  <a:lnTo>
                    <a:pt x="461" y="3"/>
                  </a:lnTo>
                  <a:lnTo>
                    <a:pt x="479" y="1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7" name="Freeform 152"/>
            <p:cNvSpPr>
              <a:spLocks/>
            </p:cNvSpPr>
            <p:nvPr/>
          </p:nvSpPr>
          <p:spPr bwMode="auto">
            <a:xfrm>
              <a:off x="6573860" y="1413381"/>
              <a:ext cx="2066774" cy="1953526"/>
            </a:xfrm>
            <a:custGeom>
              <a:avLst/>
              <a:gdLst>
                <a:gd name="T0" fmla="*/ 365 w 365"/>
                <a:gd name="T1" fmla="*/ 3 h 345"/>
                <a:gd name="T2" fmla="*/ 337 w 365"/>
                <a:gd name="T3" fmla="*/ 55 h 345"/>
                <a:gd name="T4" fmla="*/ 334 w 365"/>
                <a:gd name="T5" fmla="*/ 58 h 345"/>
                <a:gd name="T6" fmla="*/ 325 w 365"/>
                <a:gd name="T7" fmla="*/ 71 h 345"/>
                <a:gd name="T8" fmla="*/ 311 w 365"/>
                <a:gd name="T9" fmla="*/ 94 h 345"/>
                <a:gd name="T10" fmla="*/ 308 w 365"/>
                <a:gd name="T11" fmla="*/ 95 h 345"/>
                <a:gd name="T12" fmla="*/ 306 w 365"/>
                <a:gd name="T13" fmla="*/ 98 h 345"/>
                <a:gd name="T14" fmla="*/ 304 w 365"/>
                <a:gd name="T15" fmla="*/ 103 h 345"/>
                <a:gd name="T16" fmla="*/ 303 w 365"/>
                <a:gd name="T17" fmla="*/ 105 h 345"/>
                <a:gd name="T18" fmla="*/ 301 w 365"/>
                <a:gd name="T19" fmla="*/ 106 h 345"/>
                <a:gd name="T20" fmla="*/ 298 w 365"/>
                <a:gd name="T21" fmla="*/ 107 h 345"/>
                <a:gd name="T22" fmla="*/ 295 w 365"/>
                <a:gd name="T23" fmla="*/ 81 h 345"/>
                <a:gd name="T24" fmla="*/ 264 w 365"/>
                <a:gd name="T25" fmla="*/ 114 h 345"/>
                <a:gd name="T26" fmla="*/ 215 w 365"/>
                <a:gd name="T27" fmla="*/ 162 h 345"/>
                <a:gd name="T28" fmla="*/ 155 w 365"/>
                <a:gd name="T29" fmla="*/ 213 h 345"/>
                <a:gd name="T30" fmla="*/ 128 w 365"/>
                <a:gd name="T31" fmla="*/ 240 h 345"/>
                <a:gd name="T32" fmla="*/ 126 w 365"/>
                <a:gd name="T33" fmla="*/ 241 h 345"/>
                <a:gd name="T34" fmla="*/ 114 w 365"/>
                <a:gd name="T35" fmla="*/ 251 h 345"/>
                <a:gd name="T36" fmla="*/ 91 w 365"/>
                <a:gd name="T37" fmla="*/ 272 h 345"/>
                <a:gd name="T38" fmla="*/ 70 w 365"/>
                <a:gd name="T39" fmla="*/ 290 h 345"/>
                <a:gd name="T40" fmla="*/ 49 w 365"/>
                <a:gd name="T41" fmla="*/ 307 h 345"/>
                <a:gd name="T42" fmla="*/ 22 w 365"/>
                <a:gd name="T43" fmla="*/ 330 h 345"/>
                <a:gd name="T44" fmla="*/ 1 w 365"/>
                <a:gd name="T45" fmla="*/ 343 h 345"/>
                <a:gd name="T46" fmla="*/ 24 w 365"/>
                <a:gd name="T47" fmla="*/ 322 h 345"/>
                <a:gd name="T48" fmla="*/ 61 w 365"/>
                <a:gd name="T49" fmla="*/ 290 h 345"/>
                <a:gd name="T50" fmla="*/ 90 w 365"/>
                <a:gd name="T51" fmla="*/ 267 h 345"/>
                <a:gd name="T52" fmla="*/ 125 w 365"/>
                <a:gd name="T53" fmla="*/ 236 h 345"/>
                <a:gd name="T54" fmla="*/ 167 w 365"/>
                <a:gd name="T55" fmla="*/ 199 h 345"/>
                <a:gd name="T56" fmla="*/ 173 w 365"/>
                <a:gd name="T57" fmla="*/ 193 h 345"/>
                <a:gd name="T58" fmla="*/ 181 w 365"/>
                <a:gd name="T59" fmla="*/ 187 h 345"/>
                <a:gd name="T60" fmla="*/ 188 w 365"/>
                <a:gd name="T61" fmla="*/ 178 h 345"/>
                <a:gd name="T62" fmla="*/ 203 w 365"/>
                <a:gd name="T63" fmla="*/ 167 h 345"/>
                <a:gd name="T64" fmla="*/ 240 w 365"/>
                <a:gd name="T65" fmla="*/ 131 h 345"/>
                <a:gd name="T66" fmla="*/ 281 w 365"/>
                <a:gd name="T67" fmla="*/ 90 h 345"/>
                <a:gd name="T68" fmla="*/ 288 w 365"/>
                <a:gd name="T69" fmla="*/ 73 h 345"/>
                <a:gd name="T70" fmla="*/ 278 w 365"/>
                <a:gd name="T71" fmla="*/ 75 h 345"/>
                <a:gd name="T72" fmla="*/ 274 w 365"/>
                <a:gd name="T73" fmla="*/ 71 h 345"/>
                <a:gd name="T74" fmla="*/ 275 w 365"/>
                <a:gd name="T75" fmla="*/ 68 h 345"/>
                <a:gd name="T76" fmla="*/ 279 w 365"/>
                <a:gd name="T77" fmla="*/ 67 h 345"/>
                <a:gd name="T78" fmla="*/ 282 w 365"/>
                <a:gd name="T79" fmla="*/ 64 h 345"/>
                <a:gd name="T80" fmla="*/ 288 w 365"/>
                <a:gd name="T81" fmla="*/ 61 h 345"/>
                <a:gd name="T82" fmla="*/ 294 w 365"/>
                <a:gd name="T83" fmla="*/ 58 h 345"/>
                <a:gd name="T84" fmla="*/ 296 w 365"/>
                <a:gd name="T85" fmla="*/ 56 h 345"/>
                <a:gd name="T86" fmla="*/ 299 w 365"/>
                <a:gd name="T87" fmla="*/ 54 h 345"/>
                <a:gd name="T88" fmla="*/ 314 w 365"/>
                <a:gd name="T89" fmla="*/ 43 h 345"/>
                <a:gd name="T90" fmla="*/ 343 w 365"/>
                <a:gd name="T91" fmla="*/ 14 h 345"/>
                <a:gd name="T92" fmla="*/ 352 w 365"/>
                <a:gd name="T93" fmla="*/ 6 h 345"/>
                <a:gd name="T94" fmla="*/ 361 w 365"/>
                <a:gd name="T95" fmla="*/ 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65" h="345">
                  <a:moveTo>
                    <a:pt x="361" y="0"/>
                  </a:moveTo>
                  <a:lnTo>
                    <a:pt x="365" y="3"/>
                  </a:lnTo>
                  <a:lnTo>
                    <a:pt x="350" y="28"/>
                  </a:lnTo>
                  <a:lnTo>
                    <a:pt x="337" y="55"/>
                  </a:lnTo>
                  <a:lnTo>
                    <a:pt x="335" y="56"/>
                  </a:lnTo>
                  <a:lnTo>
                    <a:pt x="334" y="58"/>
                  </a:lnTo>
                  <a:lnTo>
                    <a:pt x="331" y="59"/>
                  </a:lnTo>
                  <a:lnTo>
                    <a:pt x="325" y="71"/>
                  </a:lnTo>
                  <a:lnTo>
                    <a:pt x="317" y="82"/>
                  </a:lnTo>
                  <a:lnTo>
                    <a:pt x="311" y="94"/>
                  </a:lnTo>
                  <a:lnTo>
                    <a:pt x="308" y="95"/>
                  </a:lnTo>
                  <a:lnTo>
                    <a:pt x="308" y="95"/>
                  </a:lnTo>
                  <a:lnTo>
                    <a:pt x="307" y="96"/>
                  </a:lnTo>
                  <a:lnTo>
                    <a:pt x="306" y="98"/>
                  </a:lnTo>
                  <a:lnTo>
                    <a:pt x="305" y="100"/>
                  </a:lnTo>
                  <a:lnTo>
                    <a:pt x="304" y="103"/>
                  </a:lnTo>
                  <a:lnTo>
                    <a:pt x="304" y="105"/>
                  </a:lnTo>
                  <a:lnTo>
                    <a:pt x="303" y="105"/>
                  </a:lnTo>
                  <a:lnTo>
                    <a:pt x="302" y="106"/>
                  </a:lnTo>
                  <a:lnTo>
                    <a:pt x="301" y="106"/>
                  </a:lnTo>
                  <a:lnTo>
                    <a:pt x="300" y="107"/>
                  </a:lnTo>
                  <a:lnTo>
                    <a:pt x="298" y="107"/>
                  </a:lnTo>
                  <a:lnTo>
                    <a:pt x="296" y="94"/>
                  </a:lnTo>
                  <a:lnTo>
                    <a:pt x="295" y="81"/>
                  </a:lnTo>
                  <a:lnTo>
                    <a:pt x="279" y="96"/>
                  </a:lnTo>
                  <a:lnTo>
                    <a:pt x="264" y="114"/>
                  </a:lnTo>
                  <a:lnTo>
                    <a:pt x="242" y="133"/>
                  </a:lnTo>
                  <a:lnTo>
                    <a:pt x="215" y="162"/>
                  </a:lnTo>
                  <a:lnTo>
                    <a:pt x="185" y="188"/>
                  </a:lnTo>
                  <a:lnTo>
                    <a:pt x="155" y="213"/>
                  </a:lnTo>
                  <a:lnTo>
                    <a:pt x="142" y="227"/>
                  </a:lnTo>
                  <a:lnTo>
                    <a:pt x="128" y="240"/>
                  </a:lnTo>
                  <a:lnTo>
                    <a:pt x="127" y="240"/>
                  </a:lnTo>
                  <a:lnTo>
                    <a:pt x="126" y="241"/>
                  </a:lnTo>
                  <a:lnTo>
                    <a:pt x="125" y="240"/>
                  </a:lnTo>
                  <a:lnTo>
                    <a:pt x="114" y="251"/>
                  </a:lnTo>
                  <a:lnTo>
                    <a:pt x="102" y="261"/>
                  </a:lnTo>
                  <a:lnTo>
                    <a:pt x="91" y="272"/>
                  </a:lnTo>
                  <a:lnTo>
                    <a:pt x="80" y="283"/>
                  </a:lnTo>
                  <a:lnTo>
                    <a:pt x="70" y="290"/>
                  </a:lnTo>
                  <a:lnTo>
                    <a:pt x="59" y="297"/>
                  </a:lnTo>
                  <a:lnTo>
                    <a:pt x="49" y="307"/>
                  </a:lnTo>
                  <a:lnTo>
                    <a:pt x="40" y="315"/>
                  </a:lnTo>
                  <a:lnTo>
                    <a:pt x="22" y="330"/>
                  </a:lnTo>
                  <a:lnTo>
                    <a:pt x="2" y="345"/>
                  </a:lnTo>
                  <a:lnTo>
                    <a:pt x="1" y="343"/>
                  </a:lnTo>
                  <a:lnTo>
                    <a:pt x="0" y="340"/>
                  </a:lnTo>
                  <a:lnTo>
                    <a:pt x="24" y="322"/>
                  </a:lnTo>
                  <a:lnTo>
                    <a:pt x="46" y="302"/>
                  </a:lnTo>
                  <a:lnTo>
                    <a:pt x="61" y="290"/>
                  </a:lnTo>
                  <a:lnTo>
                    <a:pt x="75" y="278"/>
                  </a:lnTo>
                  <a:lnTo>
                    <a:pt x="90" y="267"/>
                  </a:lnTo>
                  <a:lnTo>
                    <a:pt x="103" y="253"/>
                  </a:lnTo>
                  <a:lnTo>
                    <a:pt x="125" y="236"/>
                  </a:lnTo>
                  <a:lnTo>
                    <a:pt x="146" y="217"/>
                  </a:lnTo>
                  <a:lnTo>
                    <a:pt x="167" y="199"/>
                  </a:lnTo>
                  <a:lnTo>
                    <a:pt x="170" y="195"/>
                  </a:lnTo>
                  <a:lnTo>
                    <a:pt x="173" y="193"/>
                  </a:lnTo>
                  <a:lnTo>
                    <a:pt x="178" y="190"/>
                  </a:lnTo>
                  <a:lnTo>
                    <a:pt x="181" y="187"/>
                  </a:lnTo>
                  <a:lnTo>
                    <a:pt x="185" y="182"/>
                  </a:lnTo>
                  <a:lnTo>
                    <a:pt x="188" y="178"/>
                  </a:lnTo>
                  <a:lnTo>
                    <a:pt x="192" y="175"/>
                  </a:lnTo>
                  <a:lnTo>
                    <a:pt x="203" y="167"/>
                  </a:lnTo>
                  <a:lnTo>
                    <a:pt x="212" y="158"/>
                  </a:lnTo>
                  <a:lnTo>
                    <a:pt x="240" y="131"/>
                  </a:lnTo>
                  <a:lnTo>
                    <a:pt x="268" y="104"/>
                  </a:lnTo>
                  <a:lnTo>
                    <a:pt x="281" y="90"/>
                  </a:lnTo>
                  <a:lnTo>
                    <a:pt x="293" y="75"/>
                  </a:lnTo>
                  <a:lnTo>
                    <a:pt x="288" y="73"/>
                  </a:lnTo>
                  <a:lnTo>
                    <a:pt x="282" y="74"/>
                  </a:lnTo>
                  <a:lnTo>
                    <a:pt x="278" y="75"/>
                  </a:lnTo>
                  <a:lnTo>
                    <a:pt x="274" y="73"/>
                  </a:lnTo>
                  <a:lnTo>
                    <a:pt x="274" y="71"/>
                  </a:lnTo>
                  <a:lnTo>
                    <a:pt x="274" y="69"/>
                  </a:lnTo>
                  <a:lnTo>
                    <a:pt x="275" y="68"/>
                  </a:lnTo>
                  <a:lnTo>
                    <a:pt x="277" y="67"/>
                  </a:lnTo>
                  <a:lnTo>
                    <a:pt x="279" y="67"/>
                  </a:lnTo>
                  <a:lnTo>
                    <a:pt x="280" y="66"/>
                  </a:lnTo>
                  <a:lnTo>
                    <a:pt x="282" y="64"/>
                  </a:lnTo>
                  <a:lnTo>
                    <a:pt x="286" y="63"/>
                  </a:lnTo>
                  <a:lnTo>
                    <a:pt x="288" y="61"/>
                  </a:lnTo>
                  <a:lnTo>
                    <a:pt x="291" y="59"/>
                  </a:lnTo>
                  <a:lnTo>
                    <a:pt x="294" y="58"/>
                  </a:lnTo>
                  <a:lnTo>
                    <a:pt x="295" y="57"/>
                  </a:lnTo>
                  <a:lnTo>
                    <a:pt x="296" y="56"/>
                  </a:lnTo>
                  <a:lnTo>
                    <a:pt x="298" y="55"/>
                  </a:lnTo>
                  <a:lnTo>
                    <a:pt x="299" y="54"/>
                  </a:lnTo>
                  <a:lnTo>
                    <a:pt x="299" y="52"/>
                  </a:lnTo>
                  <a:lnTo>
                    <a:pt x="314" y="43"/>
                  </a:lnTo>
                  <a:lnTo>
                    <a:pt x="330" y="28"/>
                  </a:lnTo>
                  <a:lnTo>
                    <a:pt x="343" y="14"/>
                  </a:lnTo>
                  <a:lnTo>
                    <a:pt x="348" y="11"/>
                  </a:lnTo>
                  <a:lnTo>
                    <a:pt x="352" y="6"/>
                  </a:lnTo>
                  <a:lnTo>
                    <a:pt x="356" y="1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8" name="Freeform 153"/>
            <p:cNvSpPr>
              <a:spLocks/>
            </p:cNvSpPr>
            <p:nvPr/>
          </p:nvSpPr>
          <p:spPr bwMode="auto">
            <a:xfrm>
              <a:off x="6052920" y="3349918"/>
              <a:ext cx="532265" cy="317094"/>
            </a:xfrm>
            <a:custGeom>
              <a:avLst/>
              <a:gdLst>
                <a:gd name="T0" fmla="*/ 90 w 94"/>
                <a:gd name="T1" fmla="*/ 0 h 56"/>
                <a:gd name="T2" fmla="*/ 92 w 94"/>
                <a:gd name="T3" fmla="*/ 0 h 56"/>
                <a:gd name="T4" fmla="*/ 92 w 94"/>
                <a:gd name="T5" fmla="*/ 1 h 56"/>
                <a:gd name="T6" fmla="*/ 93 w 94"/>
                <a:gd name="T7" fmla="*/ 2 h 56"/>
                <a:gd name="T8" fmla="*/ 94 w 94"/>
                <a:gd name="T9" fmla="*/ 3 h 56"/>
                <a:gd name="T10" fmla="*/ 85 w 94"/>
                <a:gd name="T11" fmla="*/ 10 h 56"/>
                <a:gd name="T12" fmla="*/ 75 w 94"/>
                <a:gd name="T13" fmla="*/ 16 h 56"/>
                <a:gd name="T14" fmla="*/ 66 w 94"/>
                <a:gd name="T15" fmla="*/ 22 h 56"/>
                <a:gd name="T16" fmla="*/ 57 w 94"/>
                <a:gd name="T17" fmla="*/ 29 h 56"/>
                <a:gd name="T18" fmla="*/ 44 w 94"/>
                <a:gd name="T19" fmla="*/ 37 h 56"/>
                <a:gd name="T20" fmla="*/ 30 w 94"/>
                <a:gd name="T21" fmla="*/ 44 h 56"/>
                <a:gd name="T22" fmla="*/ 16 w 94"/>
                <a:gd name="T23" fmla="*/ 51 h 56"/>
                <a:gd name="T24" fmla="*/ 0 w 94"/>
                <a:gd name="T25" fmla="*/ 56 h 56"/>
                <a:gd name="T26" fmla="*/ 1 w 94"/>
                <a:gd name="T27" fmla="*/ 54 h 56"/>
                <a:gd name="T28" fmla="*/ 2 w 94"/>
                <a:gd name="T29" fmla="*/ 52 h 56"/>
                <a:gd name="T30" fmla="*/ 4 w 94"/>
                <a:gd name="T31" fmla="*/ 51 h 56"/>
                <a:gd name="T32" fmla="*/ 7 w 94"/>
                <a:gd name="T33" fmla="*/ 50 h 56"/>
                <a:gd name="T34" fmla="*/ 9 w 94"/>
                <a:gd name="T35" fmla="*/ 50 h 56"/>
                <a:gd name="T36" fmla="*/ 11 w 94"/>
                <a:gd name="T37" fmla="*/ 49 h 56"/>
                <a:gd name="T38" fmla="*/ 35 w 94"/>
                <a:gd name="T39" fmla="*/ 36 h 56"/>
                <a:gd name="T40" fmla="*/ 58 w 94"/>
                <a:gd name="T41" fmla="*/ 21 h 56"/>
                <a:gd name="T42" fmla="*/ 80 w 94"/>
                <a:gd name="T43" fmla="*/ 6 h 56"/>
                <a:gd name="T44" fmla="*/ 83 w 94"/>
                <a:gd name="T45" fmla="*/ 5 h 56"/>
                <a:gd name="T46" fmla="*/ 86 w 94"/>
                <a:gd name="T47" fmla="*/ 4 h 56"/>
                <a:gd name="T48" fmla="*/ 88 w 94"/>
                <a:gd name="T49" fmla="*/ 2 h 56"/>
                <a:gd name="T50" fmla="*/ 90 w 94"/>
                <a:gd name="T51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4" h="56">
                  <a:moveTo>
                    <a:pt x="90" y="0"/>
                  </a:moveTo>
                  <a:lnTo>
                    <a:pt x="92" y="0"/>
                  </a:lnTo>
                  <a:lnTo>
                    <a:pt x="92" y="1"/>
                  </a:lnTo>
                  <a:lnTo>
                    <a:pt x="93" y="2"/>
                  </a:lnTo>
                  <a:lnTo>
                    <a:pt x="94" y="3"/>
                  </a:lnTo>
                  <a:lnTo>
                    <a:pt x="85" y="10"/>
                  </a:lnTo>
                  <a:lnTo>
                    <a:pt x="75" y="16"/>
                  </a:lnTo>
                  <a:lnTo>
                    <a:pt x="66" y="22"/>
                  </a:lnTo>
                  <a:lnTo>
                    <a:pt x="57" y="29"/>
                  </a:lnTo>
                  <a:lnTo>
                    <a:pt x="44" y="37"/>
                  </a:lnTo>
                  <a:lnTo>
                    <a:pt x="30" y="44"/>
                  </a:lnTo>
                  <a:lnTo>
                    <a:pt x="16" y="51"/>
                  </a:lnTo>
                  <a:lnTo>
                    <a:pt x="0" y="56"/>
                  </a:lnTo>
                  <a:lnTo>
                    <a:pt x="1" y="54"/>
                  </a:lnTo>
                  <a:lnTo>
                    <a:pt x="2" y="52"/>
                  </a:lnTo>
                  <a:lnTo>
                    <a:pt x="4" y="51"/>
                  </a:lnTo>
                  <a:lnTo>
                    <a:pt x="7" y="50"/>
                  </a:lnTo>
                  <a:lnTo>
                    <a:pt x="9" y="50"/>
                  </a:lnTo>
                  <a:lnTo>
                    <a:pt x="11" y="49"/>
                  </a:lnTo>
                  <a:lnTo>
                    <a:pt x="35" y="36"/>
                  </a:lnTo>
                  <a:lnTo>
                    <a:pt x="58" y="21"/>
                  </a:lnTo>
                  <a:lnTo>
                    <a:pt x="80" y="6"/>
                  </a:lnTo>
                  <a:lnTo>
                    <a:pt x="83" y="5"/>
                  </a:lnTo>
                  <a:lnTo>
                    <a:pt x="86" y="4"/>
                  </a:lnTo>
                  <a:lnTo>
                    <a:pt x="88" y="2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480679" y="1108724"/>
            <a:ext cx="552301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个性化推荐算法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sym typeface="Arial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altLang="zh-CN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sym typeface="Arial"/>
            </a:endParaRPr>
          </a:p>
          <a:p>
            <a:r>
              <a:rPr lang="en-US" altLang="zh-CN" sz="2000" dirty="0"/>
              <a:t>1</a:t>
            </a:r>
            <a:r>
              <a:rPr lang="zh-CN" altLang="en-US" sz="2000" dirty="0"/>
              <a:t>、基于内容的推荐（</a:t>
            </a:r>
            <a:r>
              <a:rPr lang="en-US" altLang="zh-CN" sz="2000" dirty="0"/>
              <a:t>content-based filtering</a:t>
            </a:r>
            <a:r>
              <a:rPr lang="zh-CN" altLang="en-US" sz="2000" dirty="0"/>
              <a:t>）。 </a:t>
            </a:r>
            <a:r>
              <a:rPr lang="zh-CN" altLang="en-US" sz="2000" dirty="0" smtClean="0"/>
              <a:t>音乐</a:t>
            </a:r>
            <a:r>
              <a:rPr lang="zh-CN" altLang="en-US" sz="2000" dirty="0"/>
              <a:t>信息检索的领域，学术上一般</a:t>
            </a:r>
            <a:r>
              <a:rPr lang="en-US" altLang="zh-CN" sz="2000" dirty="0"/>
              <a:t>content-based</a:t>
            </a:r>
            <a:r>
              <a:rPr lang="zh-CN" altLang="en-US" sz="2000" dirty="0"/>
              <a:t>是特指音频内容本身的，主要涉及</a:t>
            </a:r>
            <a:r>
              <a:rPr lang="en-US" altLang="zh-CN" sz="2000" dirty="0"/>
              <a:t>feature extraction</a:t>
            </a:r>
            <a:r>
              <a:rPr lang="zh-CN" altLang="en-US" sz="2000" dirty="0"/>
              <a:t>，专辑、歌手和歌词等基于</a:t>
            </a:r>
            <a:r>
              <a:rPr lang="en-US" altLang="zh-CN" sz="2000" dirty="0"/>
              <a:t>text</a:t>
            </a:r>
            <a:r>
              <a:rPr lang="zh-CN" altLang="en-US" sz="2000" dirty="0"/>
              <a:t>或</a:t>
            </a:r>
            <a:r>
              <a:rPr lang="en-US" altLang="zh-CN" sz="2000" dirty="0"/>
              <a:t>tags</a:t>
            </a:r>
            <a:r>
              <a:rPr lang="zh-CN" altLang="en-US" sz="2000" dirty="0"/>
              <a:t>的因素，通常用来与</a:t>
            </a:r>
            <a:r>
              <a:rPr lang="en-US" altLang="zh-CN" sz="2000" dirty="0"/>
              <a:t>content</a:t>
            </a:r>
            <a:r>
              <a:rPr lang="zh-CN" altLang="en-US" sz="2000" dirty="0"/>
              <a:t>相结合来提高检索效率的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2000" dirty="0"/>
              <a:t/>
            </a:r>
            <a:br>
              <a:rPr lang="zh-CN" altLang="en-US" sz="2000" dirty="0"/>
            </a:br>
            <a:r>
              <a:rPr lang="en-US" altLang="zh-CN" sz="2000" dirty="0"/>
              <a:t>2</a:t>
            </a:r>
            <a:r>
              <a:rPr lang="zh-CN" altLang="en-US" sz="2000" dirty="0"/>
              <a:t>、基于协同过滤推荐（</a:t>
            </a:r>
            <a:r>
              <a:rPr lang="en-US" altLang="zh-CN" sz="2000" dirty="0"/>
              <a:t>collaboration filtering</a:t>
            </a:r>
            <a:r>
              <a:rPr lang="zh-CN" altLang="en-US" sz="2000" dirty="0"/>
              <a:t>）。基于广义的排行榜行和热门排行进行推荐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2000" dirty="0"/>
              <a:t/>
            </a:r>
            <a:br>
              <a:rPr lang="zh-CN" altLang="en-US" sz="2000" dirty="0"/>
            </a:br>
            <a:r>
              <a:rPr lang="en-US" altLang="zh-CN" sz="2000" dirty="0"/>
              <a:t>3</a:t>
            </a:r>
            <a:r>
              <a:rPr lang="zh-CN" altLang="en-US" sz="2000" dirty="0"/>
              <a:t>、社会化推荐（</a:t>
            </a:r>
            <a:r>
              <a:rPr lang="en-US" altLang="zh-CN" sz="2000" dirty="0"/>
              <a:t>social recommendation</a:t>
            </a:r>
            <a:r>
              <a:rPr lang="zh-CN" altLang="en-US" sz="2000" dirty="0"/>
              <a:t>）。基于关系的推荐。</a:t>
            </a:r>
          </a:p>
          <a:p>
            <a:r>
              <a:rPr lang="zh-CN" altLang="en-US" sz="2000" dirty="0"/>
              <a:t/>
            </a:r>
            <a:br>
              <a:rPr lang="zh-CN" altLang="en-US" sz="2000" dirty="0"/>
            </a:br>
            <a:r>
              <a:rPr lang="zh-CN" altLang="en-US" sz="2000" dirty="0"/>
              <a:t/>
            </a:r>
            <a:br>
              <a:rPr lang="zh-CN" altLang="en-US" sz="2000" dirty="0"/>
            </a:br>
            <a:endParaRPr lang="zh-CN" altLang="en-US" sz="2000" dirty="0"/>
          </a:p>
        </p:txBody>
      </p:sp>
      <p:sp>
        <p:nvSpPr>
          <p:cNvPr id="20" name="文本框 19"/>
          <p:cNvSpPr txBox="1"/>
          <p:nvPr/>
        </p:nvSpPr>
        <p:spPr>
          <a:xfrm>
            <a:off x="486131" y="27425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kern="1200" smtClean="0">
                <a:solidFill>
                  <a:schemeClr val="tx1"/>
                </a:solidFill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后期改进</a:t>
            </a:r>
            <a:endParaRPr lang="zh-CN" altLang="en-US" sz="2800" kern="1200" dirty="0">
              <a:solidFill>
                <a:schemeClr val="tx1"/>
              </a:solidFill>
              <a:latin typeface="Arial"/>
              <a:ea typeface="微软雅黑"/>
              <a:cs typeface="方正苏新诗柳楷简体-yolan" panose="02000000000000000000" pitchFamily="2" charset="-122"/>
              <a:sym typeface="Arial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368510" y="344765"/>
            <a:ext cx="636853" cy="393183"/>
            <a:chOff x="3610120" y="261689"/>
            <a:chExt cx="636853" cy="393183"/>
          </a:xfrm>
        </p:grpSpPr>
        <p:pic>
          <p:nvPicPr>
            <p:cNvPr id="22" name="图片 2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9115">
              <a:off x="3830226" y="261689"/>
              <a:ext cx="416747" cy="246260"/>
            </a:xfrm>
            <a:prstGeom prst="rect">
              <a:avLst/>
            </a:prstGeom>
          </p:spPr>
        </p:pic>
        <p:sp>
          <p:nvSpPr>
            <p:cNvPr id="23" name="Freeform 249"/>
            <p:cNvSpPr>
              <a:spLocks noEditPoints="1"/>
            </p:cNvSpPr>
            <p:nvPr userDrawn="1"/>
          </p:nvSpPr>
          <p:spPr bwMode="auto">
            <a:xfrm rot="2431720" flipH="1">
              <a:off x="3610120" y="366070"/>
              <a:ext cx="211706" cy="288802"/>
            </a:xfrm>
            <a:custGeom>
              <a:avLst/>
              <a:gdLst>
                <a:gd name="T0" fmla="*/ 82 w 239"/>
                <a:gd name="T1" fmla="*/ 301 h 301"/>
                <a:gd name="T2" fmla="*/ 64 w 239"/>
                <a:gd name="T3" fmla="*/ 298 h 301"/>
                <a:gd name="T4" fmla="*/ 8 w 239"/>
                <a:gd name="T5" fmla="*/ 212 h 301"/>
                <a:gd name="T6" fmla="*/ 100 w 239"/>
                <a:gd name="T7" fmla="*/ 162 h 301"/>
                <a:gd name="T8" fmla="*/ 153 w 239"/>
                <a:gd name="T9" fmla="*/ 182 h 301"/>
                <a:gd name="T10" fmla="*/ 44 w 239"/>
                <a:gd name="T11" fmla="*/ 17 h 301"/>
                <a:gd name="T12" fmla="*/ 53 w 239"/>
                <a:gd name="T13" fmla="*/ 47 h 301"/>
                <a:gd name="T14" fmla="*/ 51 w 239"/>
                <a:gd name="T15" fmla="*/ 52 h 301"/>
                <a:gd name="T16" fmla="*/ 46 w 239"/>
                <a:gd name="T17" fmla="*/ 50 h 301"/>
                <a:gd name="T18" fmla="*/ 34 w 239"/>
                <a:gd name="T19" fmla="*/ 11 h 301"/>
                <a:gd name="T20" fmla="*/ 33 w 239"/>
                <a:gd name="T21" fmla="*/ 8 h 301"/>
                <a:gd name="T22" fmla="*/ 34 w 239"/>
                <a:gd name="T23" fmla="*/ 3 h 301"/>
                <a:gd name="T24" fmla="*/ 36 w 239"/>
                <a:gd name="T25" fmla="*/ 3 h 301"/>
                <a:gd name="T26" fmla="*/ 44 w 239"/>
                <a:gd name="T27" fmla="*/ 0 h 301"/>
                <a:gd name="T28" fmla="*/ 81 w 239"/>
                <a:gd name="T29" fmla="*/ 6 h 301"/>
                <a:gd name="T30" fmla="*/ 80 w 239"/>
                <a:gd name="T31" fmla="*/ 14 h 301"/>
                <a:gd name="T32" fmla="*/ 47 w 239"/>
                <a:gd name="T33" fmla="*/ 9 h 301"/>
                <a:gd name="T34" fmla="*/ 161 w 239"/>
                <a:gd name="T35" fmla="*/ 187 h 301"/>
                <a:gd name="T36" fmla="*/ 239 w 239"/>
                <a:gd name="T37" fmla="*/ 288 h 301"/>
                <a:gd name="T38" fmla="*/ 236 w 239"/>
                <a:gd name="T39" fmla="*/ 293 h 301"/>
                <a:gd name="T40" fmla="*/ 231 w 239"/>
                <a:gd name="T41" fmla="*/ 291 h 301"/>
                <a:gd name="T42" fmla="*/ 161 w 239"/>
                <a:gd name="T43" fmla="*/ 197 h 301"/>
                <a:gd name="T44" fmla="*/ 149 w 239"/>
                <a:gd name="T45" fmla="*/ 252 h 301"/>
                <a:gd name="T46" fmla="*/ 82 w 239"/>
                <a:gd name="T47" fmla="*/ 301 h 301"/>
                <a:gd name="T48" fmla="*/ 79 w 239"/>
                <a:gd name="T49" fmla="*/ 168 h 301"/>
                <a:gd name="T50" fmla="*/ 16 w 239"/>
                <a:gd name="T51" fmla="*/ 214 h 301"/>
                <a:gd name="T52" fmla="*/ 66 w 239"/>
                <a:gd name="T53" fmla="*/ 291 h 301"/>
                <a:gd name="T54" fmla="*/ 141 w 239"/>
                <a:gd name="T55" fmla="*/ 249 h 301"/>
                <a:gd name="T56" fmla="*/ 153 w 239"/>
                <a:gd name="T57" fmla="*/ 191 h 301"/>
                <a:gd name="T58" fmla="*/ 99 w 239"/>
                <a:gd name="T59" fmla="*/ 170 h 301"/>
                <a:gd name="T60" fmla="*/ 79 w 239"/>
                <a:gd name="T61" fmla="*/ 16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9" h="301">
                  <a:moveTo>
                    <a:pt x="82" y="301"/>
                  </a:moveTo>
                  <a:cubicBezTo>
                    <a:pt x="76" y="301"/>
                    <a:pt x="70" y="300"/>
                    <a:pt x="64" y="298"/>
                  </a:cubicBezTo>
                  <a:cubicBezTo>
                    <a:pt x="17" y="285"/>
                    <a:pt x="0" y="245"/>
                    <a:pt x="8" y="212"/>
                  </a:cubicBezTo>
                  <a:cubicBezTo>
                    <a:pt x="15" y="180"/>
                    <a:pt x="47" y="152"/>
                    <a:pt x="100" y="162"/>
                  </a:cubicBezTo>
                  <a:cubicBezTo>
                    <a:pt x="120" y="165"/>
                    <a:pt x="137" y="173"/>
                    <a:pt x="153" y="182"/>
                  </a:cubicBezTo>
                  <a:cubicBezTo>
                    <a:pt x="148" y="130"/>
                    <a:pt x="116" y="69"/>
                    <a:pt x="44" y="1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4" y="49"/>
                    <a:pt x="53" y="51"/>
                    <a:pt x="51" y="52"/>
                  </a:cubicBezTo>
                  <a:cubicBezTo>
                    <a:pt x="49" y="53"/>
                    <a:pt x="46" y="52"/>
                    <a:pt x="46" y="50"/>
                  </a:cubicBezTo>
                  <a:cubicBezTo>
                    <a:pt x="41" y="41"/>
                    <a:pt x="33" y="22"/>
                    <a:pt x="34" y="1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6"/>
                    <a:pt x="33" y="4"/>
                    <a:pt x="34" y="3"/>
                  </a:cubicBezTo>
                  <a:cubicBezTo>
                    <a:pt x="35" y="3"/>
                    <a:pt x="35" y="3"/>
                    <a:pt x="36" y="3"/>
                  </a:cubicBezTo>
                  <a:cubicBezTo>
                    <a:pt x="37" y="1"/>
                    <a:pt x="40" y="0"/>
                    <a:pt x="44" y="0"/>
                  </a:cubicBezTo>
                  <a:cubicBezTo>
                    <a:pt x="59" y="3"/>
                    <a:pt x="81" y="6"/>
                    <a:pt x="81" y="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62" y="11"/>
                    <a:pt x="47" y="9"/>
                  </a:cubicBezTo>
                  <a:cubicBezTo>
                    <a:pt x="125" y="66"/>
                    <a:pt x="158" y="131"/>
                    <a:pt x="161" y="187"/>
                  </a:cubicBezTo>
                  <a:cubicBezTo>
                    <a:pt x="217" y="225"/>
                    <a:pt x="238" y="287"/>
                    <a:pt x="239" y="288"/>
                  </a:cubicBezTo>
                  <a:cubicBezTo>
                    <a:pt x="239" y="290"/>
                    <a:pt x="238" y="293"/>
                    <a:pt x="236" y="293"/>
                  </a:cubicBezTo>
                  <a:cubicBezTo>
                    <a:pt x="234" y="294"/>
                    <a:pt x="232" y="293"/>
                    <a:pt x="231" y="291"/>
                  </a:cubicBezTo>
                  <a:cubicBezTo>
                    <a:pt x="231" y="290"/>
                    <a:pt x="211" y="233"/>
                    <a:pt x="161" y="197"/>
                  </a:cubicBezTo>
                  <a:cubicBezTo>
                    <a:pt x="161" y="217"/>
                    <a:pt x="156" y="236"/>
                    <a:pt x="149" y="252"/>
                  </a:cubicBezTo>
                  <a:cubicBezTo>
                    <a:pt x="134" y="283"/>
                    <a:pt x="109" y="301"/>
                    <a:pt x="82" y="301"/>
                  </a:cubicBezTo>
                  <a:close/>
                  <a:moveTo>
                    <a:pt x="79" y="168"/>
                  </a:moveTo>
                  <a:cubicBezTo>
                    <a:pt x="43" y="168"/>
                    <a:pt x="21" y="189"/>
                    <a:pt x="16" y="214"/>
                  </a:cubicBezTo>
                  <a:cubicBezTo>
                    <a:pt x="9" y="243"/>
                    <a:pt x="24" y="279"/>
                    <a:pt x="66" y="291"/>
                  </a:cubicBezTo>
                  <a:cubicBezTo>
                    <a:pt x="96" y="299"/>
                    <a:pt x="125" y="283"/>
                    <a:pt x="141" y="249"/>
                  </a:cubicBezTo>
                  <a:cubicBezTo>
                    <a:pt x="149" y="232"/>
                    <a:pt x="154" y="212"/>
                    <a:pt x="153" y="191"/>
                  </a:cubicBezTo>
                  <a:cubicBezTo>
                    <a:pt x="138" y="181"/>
                    <a:pt x="120" y="174"/>
                    <a:pt x="99" y="170"/>
                  </a:cubicBezTo>
                  <a:cubicBezTo>
                    <a:pt x="92" y="168"/>
                    <a:pt x="85" y="168"/>
                    <a:pt x="79" y="1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Arial"/>
                <a:ea typeface="微软雅黑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8003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sp>
        <p:nvSpPr>
          <p:cNvPr id="3" name="PA_文本框 1"/>
          <p:cNvSpPr txBox="1"/>
          <p:nvPr>
            <p:custDataLst>
              <p:tags r:id="rId1"/>
            </p:custDataLst>
          </p:nvPr>
        </p:nvSpPr>
        <p:spPr>
          <a:xfrm>
            <a:off x="4559563" y="3924981"/>
            <a:ext cx="3121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Thank</a:t>
            </a:r>
            <a:r>
              <a:rPr lang="zh-CN" altLang="en-US" sz="4000" dirty="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 </a:t>
            </a:r>
            <a:r>
              <a:rPr lang="en-US" altLang="zh-CN" sz="4000" dirty="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You</a:t>
            </a:r>
            <a:r>
              <a:rPr lang="zh-CN" altLang="en-US" sz="4000" dirty="0" smtClean="0">
                <a:latin typeface="Arial"/>
                <a:ea typeface="微软雅黑"/>
                <a:cs typeface="方正苏新诗柳楷简体-yolan" panose="02000000000000000000" pitchFamily="2" charset="-122"/>
                <a:sym typeface="Arial"/>
              </a:rPr>
              <a:t>！</a:t>
            </a:r>
            <a:endParaRPr lang="zh-CN" altLang="en-US" sz="4000" dirty="0">
              <a:latin typeface="Arial"/>
              <a:ea typeface="微软雅黑"/>
              <a:cs typeface="方正苏新诗柳楷简体-yolan" panose="02000000000000000000" pitchFamily="2" charset="-122"/>
              <a:sym typeface="Arial"/>
            </a:endParaRPr>
          </a:p>
        </p:txBody>
      </p:sp>
      <p:grpSp>
        <p:nvGrpSpPr>
          <p:cNvPr id="6" name="PA_组合 66"/>
          <p:cNvGrpSpPr/>
          <p:nvPr>
            <p:custDataLst>
              <p:tags r:id="rId2"/>
            </p:custDataLst>
          </p:nvPr>
        </p:nvGrpSpPr>
        <p:grpSpPr>
          <a:xfrm>
            <a:off x="8569013" y="6204950"/>
            <a:ext cx="3344164" cy="466096"/>
            <a:chOff x="7637775" y="5530041"/>
            <a:chExt cx="4000129" cy="646029"/>
          </a:xfrm>
        </p:grpSpPr>
        <p:sp>
          <p:nvSpPr>
            <p:cNvPr id="7" name="任意多边形 6"/>
            <p:cNvSpPr/>
            <p:nvPr/>
          </p:nvSpPr>
          <p:spPr>
            <a:xfrm>
              <a:off x="7637775" y="6096678"/>
              <a:ext cx="2494104" cy="79392"/>
            </a:xfrm>
            <a:custGeom>
              <a:avLst/>
              <a:gdLst>
                <a:gd name="connsiteX0" fmla="*/ 2569580 w 2569580"/>
                <a:gd name="connsiteY0" fmla="*/ 13982 h 95004"/>
                <a:gd name="connsiteX1" fmla="*/ 2187616 w 2569580"/>
                <a:gd name="connsiteY1" fmla="*/ 13982 h 95004"/>
                <a:gd name="connsiteX2" fmla="*/ 2118167 w 2569580"/>
                <a:gd name="connsiteY2" fmla="*/ 37131 h 95004"/>
                <a:gd name="connsiteX3" fmla="*/ 1481560 w 2569580"/>
                <a:gd name="connsiteY3" fmla="*/ 60280 h 95004"/>
                <a:gd name="connsiteX4" fmla="*/ 1388962 w 2569580"/>
                <a:gd name="connsiteY4" fmla="*/ 71855 h 95004"/>
                <a:gd name="connsiteX5" fmla="*/ 1307940 w 2569580"/>
                <a:gd name="connsiteY5" fmla="*/ 83430 h 95004"/>
                <a:gd name="connsiteX6" fmla="*/ 844952 w 2569580"/>
                <a:gd name="connsiteY6" fmla="*/ 71855 h 95004"/>
                <a:gd name="connsiteX7" fmla="*/ 775504 w 2569580"/>
                <a:gd name="connsiteY7" fmla="*/ 48706 h 95004"/>
                <a:gd name="connsiteX8" fmla="*/ 740780 w 2569580"/>
                <a:gd name="connsiteY8" fmla="*/ 37131 h 95004"/>
                <a:gd name="connsiteX9" fmla="*/ 254643 w 2569580"/>
                <a:gd name="connsiteY9" fmla="*/ 48706 h 95004"/>
                <a:gd name="connsiteX10" fmla="*/ 219919 w 2569580"/>
                <a:gd name="connsiteY10" fmla="*/ 60280 h 95004"/>
                <a:gd name="connsiteX11" fmla="*/ 196770 w 2569580"/>
                <a:gd name="connsiteY11" fmla="*/ 95004 h 95004"/>
                <a:gd name="connsiteX12" fmla="*/ 0 w 2569580"/>
                <a:gd name="connsiteY12" fmla="*/ 83430 h 95004"/>
                <a:gd name="connsiteX0" fmla="*/ 2541747 w 2541747"/>
                <a:gd name="connsiteY0" fmla="*/ 13982 h 95004"/>
                <a:gd name="connsiteX1" fmla="*/ 2159783 w 2541747"/>
                <a:gd name="connsiteY1" fmla="*/ 13982 h 95004"/>
                <a:gd name="connsiteX2" fmla="*/ 2090334 w 2541747"/>
                <a:gd name="connsiteY2" fmla="*/ 37131 h 95004"/>
                <a:gd name="connsiteX3" fmla="*/ 1453727 w 2541747"/>
                <a:gd name="connsiteY3" fmla="*/ 60280 h 95004"/>
                <a:gd name="connsiteX4" fmla="*/ 1361129 w 2541747"/>
                <a:gd name="connsiteY4" fmla="*/ 71855 h 95004"/>
                <a:gd name="connsiteX5" fmla="*/ 1280107 w 2541747"/>
                <a:gd name="connsiteY5" fmla="*/ 83430 h 95004"/>
                <a:gd name="connsiteX6" fmla="*/ 817119 w 2541747"/>
                <a:gd name="connsiteY6" fmla="*/ 71855 h 95004"/>
                <a:gd name="connsiteX7" fmla="*/ 747671 w 2541747"/>
                <a:gd name="connsiteY7" fmla="*/ 48706 h 95004"/>
                <a:gd name="connsiteX8" fmla="*/ 712947 w 2541747"/>
                <a:gd name="connsiteY8" fmla="*/ 37131 h 95004"/>
                <a:gd name="connsiteX9" fmla="*/ 226810 w 2541747"/>
                <a:gd name="connsiteY9" fmla="*/ 48706 h 95004"/>
                <a:gd name="connsiteX10" fmla="*/ 192086 w 2541747"/>
                <a:gd name="connsiteY10" fmla="*/ 60280 h 95004"/>
                <a:gd name="connsiteX11" fmla="*/ 168937 w 2541747"/>
                <a:gd name="connsiteY11" fmla="*/ 95004 h 95004"/>
                <a:gd name="connsiteX12" fmla="*/ 0 w 2541747"/>
                <a:gd name="connsiteY12" fmla="*/ 24815 h 95004"/>
                <a:gd name="connsiteX0" fmla="*/ 2541747 w 2541747"/>
                <a:gd name="connsiteY0" fmla="*/ 13982 h 95004"/>
                <a:gd name="connsiteX1" fmla="*/ 2159783 w 2541747"/>
                <a:gd name="connsiteY1" fmla="*/ 13982 h 95004"/>
                <a:gd name="connsiteX2" fmla="*/ 2090334 w 2541747"/>
                <a:gd name="connsiteY2" fmla="*/ 37131 h 95004"/>
                <a:gd name="connsiteX3" fmla="*/ 1453727 w 2541747"/>
                <a:gd name="connsiteY3" fmla="*/ 60280 h 95004"/>
                <a:gd name="connsiteX4" fmla="*/ 1361129 w 2541747"/>
                <a:gd name="connsiteY4" fmla="*/ 71855 h 95004"/>
                <a:gd name="connsiteX5" fmla="*/ 1280107 w 2541747"/>
                <a:gd name="connsiteY5" fmla="*/ 83430 h 95004"/>
                <a:gd name="connsiteX6" fmla="*/ 817119 w 2541747"/>
                <a:gd name="connsiteY6" fmla="*/ 71855 h 95004"/>
                <a:gd name="connsiteX7" fmla="*/ 747671 w 2541747"/>
                <a:gd name="connsiteY7" fmla="*/ 48706 h 95004"/>
                <a:gd name="connsiteX8" fmla="*/ 712947 w 2541747"/>
                <a:gd name="connsiteY8" fmla="*/ 37131 h 95004"/>
                <a:gd name="connsiteX9" fmla="*/ 226810 w 2541747"/>
                <a:gd name="connsiteY9" fmla="*/ 48706 h 95004"/>
                <a:gd name="connsiteX10" fmla="*/ 192086 w 2541747"/>
                <a:gd name="connsiteY10" fmla="*/ 60280 h 95004"/>
                <a:gd name="connsiteX11" fmla="*/ 168937 w 2541747"/>
                <a:gd name="connsiteY11" fmla="*/ 95004 h 95004"/>
                <a:gd name="connsiteX12" fmla="*/ 0 w 2541747"/>
                <a:gd name="connsiteY12" fmla="*/ 24815 h 95004"/>
                <a:gd name="connsiteX0" fmla="*/ 2537771 w 2537771"/>
                <a:gd name="connsiteY0" fmla="*/ 13982 h 95004"/>
                <a:gd name="connsiteX1" fmla="*/ 2155807 w 2537771"/>
                <a:gd name="connsiteY1" fmla="*/ 13982 h 95004"/>
                <a:gd name="connsiteX2" fmla="*/ 2086358 w 2537771"/>
                <a:gd name="connsiteY2" fmla="*/ 37131 h 95004"/>
                <a:gd name="connsiteX3" fmla="*/ 1449751 w 2537771"/>
                <a:gd name="connsiteY3" fmla="*/ 60280 h 95004"/>
                <a:gd name="connsiteX4" fmla="*/ 1357153 w 2537771"/>
                <a:gd name="connsiteY4" fmla="*/ 71855 h 95004"/>
                <a:gd name="connsiteX5" fmla="*/ 1276131 w 2537771"/>
                <a:gd name="connsiteY5" fmla="*/ 83430 h 95004"/>
                <a:gd name="connsiteX6" fmla="*/ 813143 w 2537771"/>
                <a:gd name="connsiteY6" fmla="*/ 71855 h 95004"/>
                <a:gd name="connsiteX7" fmla="*/ 743695 w 2537771"/>
                <a:gd name="connsiteY7" fmla="*/ 48706 h 95004"/>
                <a:gd name="connsiteX8" fmla="*/ 708971 w 2537771"/>
                <a:gd name="connsiteY8" fmla="*/ 37131 h 95004"/>
                <a:gd name="connsiteX9" fmla="*/ 222834 w 2537771"/>
                <a:gd name="connsiteY9" fmla="*/ 48706 h 95004"/>
                <a:gd name="connsiteX10" fmla="*/ 188110 w 2537771"/>
                <a:gd name="connsiteY10" fmla="*/ 60280 h 95004"/>
                <a:gd name="connsiteX11" fmla="*/ 164961 w 2537771"/>
                <a:gd name="connsiteY11" fmla="*/ 95004 h 95004"/>
                <a:gd name="connsiteX12" fmla="*/ 0 w 2537771"/>
                <a:gd name="connsiteY12" fmla="*/ 1369 h 95004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22834 w 2537771"/>
                <a:gd name="connsiteY9" fmla="*/ 48706 h 83430"/>
                <a:gd name="connsiteX10" fmla="*/ 188110 w 2537771"/>
                <a:gd name="connsiteY10" fmla="*/ 60280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54643 w 2537771"/>
                <a:gd name="connsiteY9" fmla="*/ 72152 h 83430"/>
                <a:gd name="connsiteX10" fmla="*/ 188110 w 2537771"/>
                <a:gd name="connsiteY10" fmla="*/ 60280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708971 w 2537771"/>
                <a:gd name="connsiteY8" fmla="*/ 37131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3695 w 2537771"/>
                <a:gd name="connsiteY7" fmla="*/ 48706 h 83430"/>
                <a:gd name="connsiteX8" fmla="*/ 605592 w 2537771"/>
                <a:gd name="connsiteY8" fmla="*/ 60577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7671 w 2537771"/>
                <a:gd name="connsiteY7" fmla="*/ 60429 h 83430"/>
                <a:gd name="connsiteX8" fmla="*/ 605592 w 2537771"/>
                <a:gd name="connsiteY8" fmla="*/ 60577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430"/>
                <a:gd name="connsiteX1" fmla="*/ 2155807 w 2537771"/>
                <a:gd name="connsiteY1" fmla="*/ 13982 h 83430"/>
                <a:gd name="connsiteX2" fmla="*/ 2086358 w 2537771"/>
                <a:gd name="connsiteY2" fmla="*/ 37131 h 83430"/>
                <a:gd name="connsiteX3" fmla="*/ 1449751 w 2537771"/>
                <a:gd name="connsiteY3" fmla="*/ 60280 h 83430"/>
                <a:gd name="connsiteX4" fmla="*/ 1357153 w 2537771"/>
                <a:gd name="connsiteY4" fmla="*/ 71855 h 83430"/>
                <a:gd name="connsiteX5" fmla="*/ 1276131 w 2537771"/>
                <a:gd name="connsiteY5" fmla="*/ 83430 h 83430"/>
                <a:gd name="connsiteX6" fmla="*/ 813143 w 2537771"/>
                <a:gd name="connsiteY6" fmla="*/ 71855 h 83430"/>
                <a:gd name="connsiteX7" fmla="*/ 747671 w 2537771"/>
                <a:gd name="connsiteY7" fmla="*/ 60429 h 83430"/>
                <a:gd name="connsiteX8" fmla="*/ 526070 w 2537771"/>
                <a:gd name="connsiteY8" fmla="*/ 33224 h 83430"/>
                <a:gd name="connsiteX9" fmla="*/ 254643 w 2537771"/>
                <a:gd name="connsiteY9" fmla="*/ 72152 h 83430"/>
                <a:gd name="connsiteX10" fmla="*/ 180158 w 2537771"/>
                <a:gd name="connsiteY10" fmla="*/ 48557 h 83430"/>
                <a:gd name="connsiteX11" fmla="*/ 93392 w 2537771"/>
                <a:gd name="connsiteY11" fmla="*/ 83281 h 83430"/>
                <a:gd name="connsiteX12" fmla="*/ 0 w 2537771"/>
                <a:gd name="connsiteY12" fmla="*/ 1369 h 83430"/>
                <a:gd name="connsiteX0" fmla="*/ 2537771 w 2537771"/>
                <a:gd name="connsiteY0" fmla="*/ 13982 h 83934"/>
                <a:gd name="connsiteX1" fmla="*/ 2155807 w 2537771"/>
                <a:gd name="connsiteY1" fmla="*/ 13982 h 83934"/>
                <a:gd name="connsiteX2" fmla="*/ 2086358 w 2537771"/>
                <a:gd name="connsiteY2" fmla="*/ 37131 h 83934"/>
                <a:gd name="connsiteX3" fmla="*/ 1449751 w 2537771"/>
                <a:gd name="connsiteY3" fmla="*/ 60280 h 83934"/>
                <a:gd name="connsiteX4" fmla="*/ 1357153 w 2537771"/>
                <a:gd name="connsiteY4" fmla="*/ 71855 h 83934"/>
                <a:gd name="connsiteX5" fmla="*/ 1276131 w 2537771"/>
                <a:gd name="connsiteY5" fmla="*/ 83430 h 83934"/>
                <a:gd name="connsiteX6" fmla="*/ 960259 w 2537771"/>
                <a:gd name="connsiteY6" fmla="*/ 79670 h 83934"/>
                <a:gd name="connsiteX7" fmla="*/ 747671 w 2537771"/>
                <a:gd name="connsiteY7" fmla="*/ 60429 h 83934"/>
                <a:gd name="connsiteX8" fmla="*/ 526070 w 2537771"/>
                <a:gd name="connsiteY8" fmla="*/ 33224 h 83934"/>
                <a:gd name="connsiteX9" fmla="*/ 254643 w 2537771"/>
                <a:gd name="connsiteY9" fmla="*/ 72152 h 83934"/>
                <a:gd name="connsiteX10" fmla="*/ 180158 w 2537771"/>
                <a:gd name="connsiteY10" fmla="*/ 48557 h 83934"/>
                <a:gd name="connsiteX11" fmla="*/ 93392 w 2537771"/>
                <a:gd name="connsiteY11" fmla="*/ 83281 h 83934"/>
                <a:gd name="connsiteX12" fmla="*/ 0 w 2537771"/>
                <a:gd name="connsiteY12" fmla="*/ 1369 h 83934"/>
                <a:gd name="connsiteX0" fmla="*/ 2537771 w 2537771"/>
                <a:gd name="connsiteY0" fmla="*/ 13982 h 83934"/>
                <a:gd name="connsiteX1" fmla="*/ 2155807 w 2537771"/>
                <a:gd name="connsiteY1" fmla="*/ 13982 h 83934"/>
                <a:gd name="connsiteX2" fmla="*/ 2086358 w 2537771"/>
                <a:gd name="connsiteY2" fmla="*/ 37131 h 83934"/>
                <a:gd name="connsiteX3" fmla="*/ 1449751 w 2537771"/>
                <a:gd name="connsiteY3" fmla="*/ 60280 h 83934"/>
                <a:gd name="connsiteX4" fmla="*/ 1357153 w 2537771"/>
                <a:gd name="connsiteY4" fmla="*/ 71855 h 83934"/>
                <a:gd name="connsiteX5" fmla="*/ 1276131 w 2537771"/>
                <a:gd name="connsiteY5" fmla="*/ 83430 h 83934"/>
                <a:gd name="connsiteX6" fmla="*/ 960259 w 2537771"/>
                <a:gd name="connsiteY6" fmla="*/ 79670 h 83934"/>
                <a:gd name="connsiteX7" fmla="*/ 747671 w 2537771"/>
                <a:gd name="connsiteY7" fmla="*/ 60429 h 83934"/>
                <a:gd name="connsiteX8" fmla="*/ 526070 w 2537771"/>
                <a:gd name="connsiteY8" fmla="*/ 33224 h 83934"/>
                <a:gd name="connsiteX9" fmla="*/ 254643 w 2537771"/>
                <a:gd name="connsiteY9" fmla="*/ 72152 h 83934"/>
                <a:gd name="connsiteX10" fmla="*/ 180158 w 2537771"/>
                <a:gd name="connsiteY10" fmla="*/ 48557 h 83934"/>
                <a:gd name="connsiteX11" fmla="*/ 93392 w 2537771"/>
                <a:gd name="connsiteY11" fmla="*/ 83281 h 83934"/>
                <a:gd name="connsiteX12" fmla="*/ 0 w 2537771"/>
                <a:gd name="connsiteY12" fmla="*/ 1369 h 83934"/>
                <a:gd name="connsiteX0" fmla="*/ 2537771 w 2537771"/>
                <a:gd name="connsiteY0" fmla="*/ 13982 h 85357"/>
                <a:gd name="connsiteX1" fmla="*/ 2155807 w 2537771"/>
                <a:gd name="connsiteY1" fmla="*/ 13982 h 85357"/>
                <a:gd name="connsiteX2" fmla="*/ 2086358 w 2537771"/>
                <a:gd name="connsiteY2" fmla="*/ 37131 h 85357"/>
                <a:gd name="connsiteX3" fmla="*/ 1449751 w 2537771"/>
                <a:gd name="connsiteY3" fmla="*/ 60280 h 85357"/>
                <a:gd name="connsiteX4" fmla="*/ 1365106 w 2537771"/>
                <a:gd name="connsiteY4" fmla="*/ 52317 h 85357"/>
                <a:gd name="connsiteX5" fmla="*/ 1276131 w 2537771"/>
                <a:gd name="connsiteY5" fmla="*/ 83430 h 85357"/>
                <a:gd name="connsiteX6" fmla="*/ 960259 w 2537771"/>
                <a:gd name="connsiteY6" fmla="*/ 79670 h 85357"/>
                <a:gd name="connsiteX7" fmla="*/ 747671 w 2537771"/>
                <a:gd name="connsiteY7" fmla="*/ 60429 h 85357"/>
                <a:gd name="connsiteX8" fmla="*/ 526070 w 2537771"/>
                <a:gd name="connsiteY8" fmla="*/ 33224 h 85357"/>
                <a:gd name="connsiteX9" fmla="*/ 254643 w 2537771"/>
                <a:gd name="connsiteY9" fmla="*/ 72152 h 85357"/>
                <a:gd name="connsiteX10" fmla="*/ 180158 w 2537771"/>
                <a:gd name="connsiteY10" fmla="*/ 48557 h 85357"/>
                <a:gd name="connsiteX11" fmla="*/ 93392 w 2537771"/>
                <a:gd name="connsiteY11" fmla="*/ 83281 h 85357"/>
                <a:gd name="connsiteX12" fmla="*/ 0 w 2537771"/>
                <a:gd name="connsiteY12" fmla="*/ 1369 h 85357"/>
                <a:gd name="connsiteX0" fmla="*/ 2537771 w 2537771"/>
                <a:gd name="connsiteY0" fmla="*/ 13982 h 85357"/>
                <a:gd name="connsiteX1" fmla="*/ 2155807 w 2537771"/>
                <a:gd name="connsiteY1" fmla="*/ 13982 h 85357"/>
                <a:gd name="connsiteX2" fmla="*/ 2086358 w 2537771"/>
                <a:gd name="connsiteY2" fmla="*/ 37131 h 85357"/>
                <a:gd name="connsiteX3" fmla="*/ 1604819 w 2537771"/>
                <a:gd name="connsiteY3" fmla="*/ 72003 h 85357"/>
                <a:gd name="connsiteX4" fmla="*/ 1365106 w 2537771"/>
                <a:gd name="connsiteY4" fmla="*/ 52317 h 85357"/>
                <a:gd name="connsiteX5" fmla="*/ 1276131 w 2537771"/>
                <a:gd name="connsiteY5" fmla="*/ 83430 h 85357"/>
                <a:gd name="connsiteX6" fmla="*/ 960259 w 2537771"/>
                <a:gd name="connsiteY6" fmla="*/ 79670 h 85357"/>
                <a:gd name="connsiteX7" fmla="*/ 747671 w 2537771"/>
                <a:gd name="connsiteY7" fmla="*/ 60429 h 85357"/>
                <a:gd name="connsiteX8" fmla="*/ 526070 w 2537771"/>
                <a:gd name="connsiteY8" fmla="*/ 33224 h 85357"/>
                <a:gd name="connsiteX9" fmla="*/ 254643 w 2537771"/>
                <a:gd name="connsiteY9" fmla="*/ 72152 h 85357"/>
                <a:gd name="connsiteX10" fmla="*/ 180158 w 2537771"/>
                <a:gd name="connsiteY10" fmla="*/ 48557 h 85357"/>
                <a:gd name="connsiteX11" fmla="*/ 93392 w 2537771"/>
                <a:gd name="connsiteY11" fmla="*/ 83281 h 85357"/>
                <a:gd name="connsiteX12" fmla="*/ 0 w 2537771"/>
                <a:gd name="connsiteY12" fmla="*/ 1369 h 85357"/>
                <a:gd name="connsiteX0" fmla="*/ 2537771 w 2537771"/>
                <a:gd name="connsiteY0" fmla="*/ 13982 h 83281"/>
                <a:gd name="connsiteX1" fmla="*/ 2155807 w 2537771"/>
                <a:gd name="connsiteY1" fmla="*/ 13982 h 83281"/>
                <a:gd name="connsiteX2" fmla="*/ 2086358 w 2537771"/>
                <a:gd name="connsiteY2" fmla="*/ 37131 h 83281"/>
                <a:gd name="connsiteX3" fmla="*/ 1604819 w 2537771"/>
                <a:gd name="connsiteY3" fmla="*/ 72003 h 83281"/>
                <a:gd name="connsiteX4" fmla="*/ 1365106 w 2537771"/>
                <a:gd name="connsiteY4" fmla="*/ 52317 h 83281"/>
                <a:gd name="connsiteX5" fmla="*/ 1188657 w 2537771"/>
                <a:gd name="connsiteY5" fmla="*/ 71707 h 83281"/>
                <a:gd name="connsiteX6" fmla="*/ 960259 w 2537771"/>
                <a:gd name="connsiteY6" fmla="*/ 79670 h 83281"/>
                <a:gd name="connsiteX7" fmla="*/ 747671 w 2537771"/>
                <a:gd name="connsiteY7" fmla="*/ 60429 h 83281"/>
                <a:gd name="connsiteX8" fmla="*/ 526070 w 2537771"/>
                <a:gd name="connsiteY8" fmla="*/ 33224 h 83281"/>
                <a:gd name="connsiteX9" fmla="*/ 254643 w 2537771"/>
                <a:gd name="connsiteY9" fmla="*/ 72152 h 83281"/>
                <a:gd name="connsiteX10" fmla="*/ 180158 w 2537771"/>
                <a:gd name="connsiteY10" fmla="*/ 48557 h 83281"/>
                <a:gd name="connsiteX11" fmla="*/ 93392 w 2537771"/>
                <a:gd name="connsiteY11" fmla="*/ 83281 h 83281"/>
                <a:gd name="connsiteX12" fmla="*/ 0 w 2537771"/>
                <a:gd name="connsiteY12" fmla="*/ 1369 h 83281"/>
                <a:gd name="connsiteX0" fmla="*/ 2537771 w 2537771"/>
                <a:gd name="connsiteY0" fmla="*/ 12613 h 81912"/>
                <a:gd name="connsiteX1" fmla="*/ 2191592 w 2537771"/>
                <a:gd name="connsiteY1" fmla="*/ 39967 h 81912"/>
                <a:gd name="connsiteX2" fmla="*/ 2086358 w 2537771"/>
                <a:gd name="connsiteY2" fmla="*/ 35762 h 81912"/>
                <a:gd name="connsiteX3" fmla="*/ 1604819 w 2537771"/>
                <a:gd name="connsiteY3" fmla="*/ 70634 h 81912"/>
                <a:gd name="connsiteX4" fmla="*/ 1365106 w 2537771"/>
                <a:gd name="connsiteY4" fmla="*/ 50948 h 81912"/>
                <a:gd name="connsiteX5" fmla="*/ 1188657 w 2537771"/>
                <a:gd name="connsiteY5" fmla="*/ 70338 h 81912"/>
                <a:gd name="connsiteX6" fmla="*/ 960259 w 2537771"/>
                <a:gd name="connsiteY6" fmla="*/ 78301 h 81912"/>
                <a:gd name="connsiteX7" fmla="*/ 747671 w 2537771"/>
                <a:gd name="connsiteY7" fmla="*/ 59060 h 81912"/>
                <a:gd name="connsiteX8" fmla="*/ 526070 w 2537771"/>
                <a:gd name="connsiteY8" fmla="*/ 31855 h 81912"/>
                <a:gd name="connsiteX9" fmla="*/ 254643 w 2537771"/>
                <a:gd name="connsiteY9" fmla="*/ 70783 h 81912"/>
                <a:gd name="connsiteX10" fmla="*/ 180158 w 2537771"/>
                <a:gd name="connsiteY10" fmla="*/ 47188 h 81912"/>
                <a:gd name="connsiteX11" fmla="*/ 93392 w 2537771"/>
                <a:gd name="connsiteY11" fmla="*/ 81912 h 81912"/>
                <a:gd name="connsiteX12" fmla="*/ 0 w 2537771"/>
                <a:gd name="connsiteY12" fmla="*/ 0 h 81912"/>
                <a:gd name="connsiteX0" fmla="*/ 2537771 w 2537771"/>
                <a:gd name="connsiteY0" fmla="*/ 12613 h 81912"/>
                <a:gd name="connsiteX1" fmla="*/ 2191592 w 2537771"/>
                <a:gd name="connsiteY1" fmla="*/ 39967 h 81912"/>
                <a:gd name="connsiteX2" fmla="*/ 2054548 w 2537771"/>
                <a:gd name="connsiteY2" fmla="*/ 27946 h 81912"/>
                <a:gd name="connsiteX3" fmla="*/ 1604819 w 2537771"/>
                <a:gd name="connsiteY3" fmla="*/ 70634 h 81912"/>
                <a:gd name="connsiteX4" fmla="*/ 1365106 w 2537771"/>
                <a:gd name="connsiteY4" fmla="*/ 50948 h 81912"/>
                <a:gd name="connsiteX5" fmla="*/ 1188657 w 2537771"/>
                <a:gd name="connsiteY5" fmla="*/ 70338 h 81912"/>
                <a:gd name="connsiteX6" fmla="*/ 960259 w 2537771"/>
                <a:gd name="connsiteY6" fmla="*/ 78301 h 81912"/>
                <a:gd name="connsiteX7" fmla="*/ 747671 w 2537771"/>
                <a:gd name="connsiteY7" fmla="*/ 59060 h 81912"/>
                <a:gd name="connsiteX8" fmla="*/ 526070 w 2537771"/>
                <a:gd name="connsiteY8" fmla="*/ 31855 h 81912"/>
                <a:gd name="connsiteX9" fmla="*/ 254643 w 2537771"/>
                <a:gd name="connsiteY9" fmla="*/ 70783 h 81912"/>
                <a:gd name="connsiteX10" fmla="*/ 180158 w 2537771"/>
                <a:gd name="connsiteY10" fmla="*/ 47188 h 81912"/>
                <a:gd name="connsiteX11" fmla="*/ 93392 w 2537771"/>
                <a:gd name="connsiteY11" fmla="*/ 81912 h 81912"/>
                <a:gd name="connsiteX12" fmla="*/ 0 w 2537771"/>
                <a:gd name="connsiteY12" fmla="*/ 0 h 81912"/>
                <a:gd name="connsiteX0" fmla="*/ 2537771 w 2537771"/>
                <a:gd name="connsiteY0" fmla="*/ 12613 h 79392"/>
                <a:gd name="connsiteX1" fmla="*/ 2191592 w 2537771"/>
                <a:gd name="connsiteY1" fmla="*/ 39967 h 79392"/>
                <a:gd name="connsiteX2" fmla="*/ 2054548 w 2537771"/>
                <a:gd name="connsiteY2" fmla="*/ 27946 h 79392"/>
                <a:gd name="connsiteX3" fmla="*/ 1604819 w 2537771"/>
                <a:gd name="connsiteY3" fmla="*/ 70634 h 79392"/>
                <a:gd name="connsiteX4" fmla="*/ 1365106 w 2537771"/>
                <a:gd name="connsiteY4" fmla="*/ 50948 h 79392"/>
                <a:gd name="connsiteX5" fmla="*/ 1188657 w 2537771"/>
                <a:gd name="connsiteY5" fmla="*/ 70338 h 79392"/>
                <a:gd name="connsiteX6" fmla="*/ 960259 w 2537771"/>
                <a:gd name="connsiteY6" fmla="*/ 78301 h 79392"/>
                <a:gd name="connsiteX7" fmla="*/ 747671 w 2537771"/>
                <a:gd name="connsiteY7" fmla="*/ 59060 h 79392"/>
                <a:gd name="connsiteX8" fmla="*/ 526070 w 2537771"/>
                <a:gd name="connsiteY8" fmla="*/ 31855 h 79392"/>
                <a:gd name="connsiteX9" fmla="*/ 254643 w 2537771"/>
                <a:gd name="connsiteY9" fmla="*/ 70783 h 79392"/>
                <a:gd name="connsiteX10" fmla="*/ 180158 w 2537771"/>
                <a:gd name="connsiteY10" fmla="*/ 47188 h 79392"/>
                <a:gd name="connsiteX11" fmla="*/ 105320 w 2537771"/>
                <a:gd name="connsiteY11" fmla="*/ 62373 h 79392"/>
                <a:gd name="connsiteX12" fmla="*/ 0 w 2537771"/>
                <a:gd name="connsiteY12" fmla="*/ 0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7771" h="79392">
                  <a:moveTo>
                    <a:pt x="2537771" y="12613"/>
                  </a:moveTo>
                  <a:cubicBezTo>
                    <a:pt x="2372259" y="-2434"/>
                    <a:pt x="2272129" y="37412"/>
                    <a:pt x="2191592" y="39967"/>
                  </a:cubicBezTo>
                  <a:cubicBezTo>
                    <a:pt x="2111055" y="42522"/>
                    <a:pt x="2152344" y="22835"/>
                    <a:pt x="2054548" y="27946"/>
                  </a:cubicBezTo>
                  <a:cubicBezTo>
                    <a:pt x="1956753" y="33057"/>
                    <a:pt x="2056264" y="56072"/>
                    <a:pt x="1604819" y="70634"/>
                  </a:cubicBezTo>
                  <a:cubicBezTo>
                    <a:pt x="1524915" y="64072"/>
                    <a:pt x="1434466" y="50997"/>
                    <a:pt x="1365106" y="50948"/>
                  </a:cubicBezTo>
                  <a:cubicBezTo>
                    <a:pt x="1295746" y="50899"/>
                    <a:pt x="1256132" y="65779"/>
                    <a:pt x="1188657" y="70338"/>
                  </a:cubicBezTo>
                  <a:cubicBezTo>
                    <a:pt x="1121183" y="74897"/>
                    <a:pt x="1114588" y="82159"/>
                    <a:pt x="960259" y="78301"/>
                  </a:cubicBezTo>
                  <a:cubicBezTo>
                    <a:pt x="937110" y="70585"/>
                    <a:pt x="820036" y="66801"/>
                    <a:pt x="747671" y="59060"/>
                  </a:cubicBezTo>
                  <a:cubicBezTo>
                    <a:pt x="675306" y="51319"/>
                    <a:pt x="608241" y="29901"/>
                    <a:pt x="526070" y="31855"/>
                  </a:cubicBezTo>
                  <a:cubicBezTo>
                    <a:pt x="443899" y="33809"/>
                    <a:pt x="312295" y="68228"/>
                    <a:pt x="254643" y="70783"/>
                  </a:cubicBezTo>
                  <a:cubicBezTo>
                    <a:pt x="196991" y="73338"/>
                    <a:pt x="205045" y="48590"/>
                    <a:pt x="180158" y="47188"/>
                  </a:cubicBezTo>
                  <a:cubicBezTo>
                    <a:pt x="155271" y="45786"/>
                    <a:pt x="113036" y="50798"/>
                    <a:pt x="105320" y="62373"/>
                  </a:cubicBezTo>
                  <a:cubicBezTo>
                    <a:pt x="49008" y="38977"/>
                    <a:pt x="8599" y="82012"/>
                    <a:pt x="0" y="0"/>
                  </a:cubicBezTo>
                </a:path>
              </a:pathLst>
            </a:custGeom>
            <a:noFill/>
            <a:ln w="34925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" name="Freeform 118"/>
            <p:cNvSpPr>
              <a:spLocks noEditPoints="1"/>
            </p:cNvSpPr>
            <p:nvPr/>
          </p:nvSpPr>
          <p:spPr bwMode="auto">
            <a:xfrm flipH="1">
              <a:off x="10124063" y="5530041"/>
              <a:ext cx="1513841" cy="619089"/>
            </a:xfrm>
            <a:custGeom>
              <a:avLst/>
              <a:gdLst>
                <a:gd name="T0" fmla="*/ 250 w 257"/>
                <a:gd name="T1" fmla="*/ 87 h 92"/>
                <a:gd name="T2" fmla="*/ 215 w 257"/>
                <a:gd name="T3" fmla="*/ 84 h 92"/>
                <a:gd name="T4" fmla="*/ 204 w 257"/>
                <a:gd name="T5" fmla="*/ 87 h 92"/>
                <a:gd name="T6" fmla="*/ 146 w 257"/>
                <a:gd name="T7" fmla="*/ 88 h 92"/>
                <a:gd name="T8" fmla="*/ 116 w 257"/>
                <a:gd name="T9" fmla="*/ 85 h 92"/>
                <a:gd name="T10" fmla="*/ 54 w 257"/>
                <a:gd name="T11" fmla="*/ 54 h 92"/>
                <a:gd name="T12" fmla="*/ 2 w 257"/>
                <a:gd name="T13" fmla="*/ 30 h 92"/>
                <a:gd name="T14" fmla="*/ 16 w 257"/>
                <a:gd name="T15" fmla="*/ 0 h 92"/>
                <a:gd name="T16" fmla="*/ 42 w 257"/>
                <a:gd name="T17" fmla="*/ 12 h 92"/>
                <a:gd name="T18" fmla="*/ 78 w 257"/>
                <a:gd name="T19" fmla="*/ 31 h 92"/>
                <a:gd name="T20" fmla="*/ 134 w 257"/>
                <a:gd name="T21" fmla="*/ 61 h 92"/>
                <a:gd name="T22" fmla="*/ 171 w 257"/>
                <a:gd name="T23" fmla="*/ 84 h 92"/>
                <a:gd name="T24" fmla="*/ 186 w 257"/>
                <a:gd name="T25" fmla="*/ 72 h 92"/>
                <a:gd name="T26" fmla="*/ 206 w 257"/>
                <a:gd name="T27" fmla="*/ 71 h 92"/>
                <a:gd name="T28" fmla="*/ 225 w 257"/>
                <a:gd name="T29" fmla="*/ 79 h 92"/>
                <a:gd name="T30" fmla="*/ 254 w 257"/>
                <a:gd name="T31" fmla="*/ 82 h 92"/>
                <a:gd name="T32" fmla="*/ 237 w 257"/>
                <a:gd name="T33" fmla="*/ 80 h 92"/>
                <a:gd name="T34" fmla="*/ 217 w 257"/>
                <a:gd name="T35" fmla="*/ 82 h 92"/>
                <a:gd name="T36" fmla="*/ 244 w 257"/>
                <a:gd name="T37" fmla="*/ 82 h 92"/>
                <a:gd name="T38" fmla="*/ 187 w 257"/>
                <a:gd name="T39" fmla="*/ 70 h 92"/>
                <a:gd name="T40" fmla="*/ 188 w 257"/>
                <a:gd name="T41" fmla="*/ 86 h 92"/>
                <a:gd name="T42" fmla="*/ 158 w 257"/>
                <a:gd name="T43" fmla="*/ 84 h 92"/>
                <a:gd name="T44" fmla="*/ 172 w 257"/>
                <a:gd name="T45" fmla="*/ 87 h 92"/>
                <a:gd name="T46" fmla="*/ 195 w 257"/>
                <a:gd name="T47" fmla="*/ 74 h 92"/>
                <a:gd name="T48" fmla="*/ 202 w 257"/>
                <a:gd name="T49" fmla="*/ 72 h 92"/>
                <a:gd name="T50" fmla="*/ 211 w 257"/>
                <a:gd name="T51" fmla="*/ 78 h 92"/>
                <a:gd name="T52" fmla="*/ 148 w 257"/>
                <a:gd name="T53" fmla="*/ 85 h 92"/>
                <a:gd name="T54" fmla="*/ 132 w 257"/>
                <a:gd name="T55" fmla="*/ 72 h 92"/>
                <a:gd name="T56" fmla="*/ 139 w 257"/>
                <a:gd name="T57" fmla="*/ 85 h 92"/>
                <a:gd name="T58" fmla="*/ 122 w 257"/>
                <a:gd name="T59" fmla="*/ 58 h 92"/>
                <a:gd name="T60" fmla="*/ 130 w 257"/>
                <a:gd name="T61" fmla="*/ 71 h 92"/>
                <a:gd name="T62" fmla="*/ 70 w 257"/>
                <a:gd name="T63" fmla="*/ 56 h 92"/>
                <a:gd name="T64" fmla="*/ 110 w 257"/>
                <a:gd name="T65" fmla="*/ 76 h 92"/>
                <a:gd name="T66" fmla="*/ 120 w 257"/>
                <a:gd name="T67" fmla="*/ 57 h 92"/>
                <a:gd name="T68" fmla="*/ 74 w 257"/>
                <a:gd name="T69" fmla="*/ 31 h 92"/>
                <a:gd name="T70" fmla="*/ 111 w 257"/>
                <a:gd name="T71" fmla="*/ 55 h 92"/>
                <a:gd name="T72" fmla="*/ 91 w 257"/>
                <a:gd name="T73" fmla="*/ 60 h 92"/>
                <a:gd name="T74" fmla="*/ 53 w 257"/>
                <a:gd name="T75" fmla="*/ 37 h 92"/>
                <a:gd name="T76" fmla="*/ 34 w 257"/>
                <a:gd name="T77" fmla="*/ 10 h 92"/>
                <a:gd name="T78" fmla="*/ 112 w 257"/>
                <a:gd name="T79" fmla="*/ 59 h 92"/>
                <a:gd name="T80" fmla="*/ 77 w 257"/>
                <a:gd name="T81" fmla="*/ 39 h 92"/>
                <a:gd name="T82" fmla="*/ 49 w 257"/>
                <a:gd name="T83" fmla="*/ 22 h 92"/>
                <a:gd name="T84" fmla="*/ 58 w 257"/>
                <a:gd name="T85" fmla="*/ 39 h 92"/>
                <a:gd name="T86" fmla="*/ 113 w 257"/>
                <a:gd name="T87" fmla="*/ 60 h 92"/>
                <a:gd name="T88" fmla="*/ 110 w 257"/>
                <a:gd name="T89" fmla="*/ 78 h 92"/>
                <a:gd name="T90" fmla="*/ 67 w 257"/>
                <a:gd name="T91" fmla="*/ 57 h 92"/>
                <a:gd name="T92" fmla="*/ 21 w 257"/>
                <a:gd name="T93" fmla="*/ 38 h 92"/>
                <a:gd name="T94" fmla="*/ 102 w 257"/>
                <a:gd name="T95" fmla="*/ 75 h 92"/>
                <a:gd name="T96" fmla="*/ 32 w 257"/>
                <a:gd name="T97" fmla="*/ 8 h 92"/>
                <a:gd name="T98" fmla="*/ 18 w 257"/>
                <a:gd name="T99" fmla="*/ 37 h 92"/>
                <a:gd name="T100" fmla="*/ 8 w 257"/>
                <a:gd name="T101" fmla="*/ 9 h 92"/>
                <a:gd name="T102" fmla="*/ 7 w 257"/>
                <a:gd name="T103" fmla="*/ 28 h 92"/>
                <a:gd name="T104" fmla="*/ 20 w 257"/>
                <a:gd name="T105" fmla="*/ 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57" h="92">
                  <a:moveTo>
                    <a:pt x="256" y="83"/>
                  </a:moveTo>
                  <a:cubicBezTo>
                    <a:pt x="256" y="84"/>
                    <a:pt x="257" y="87"/>
                    <a:pt x="256" y="89"/>
                  </a:cubicBezTo>
                  <a:cubicBezTo>
                    <a:pt x="253" y="89"/>
                    <a:pt x="253" y="88"/>
                    <a:pt x="250" y="87"/>
                  </a:cubicBezTo>
                  <a:cubicBezTo>
                    <a:pt x="244" y="86"/>
                    <a:pt x="238" y="83"/>
                    <a:pt x="231" y="84"/>
                  </a:cubicBezTo>
                  <a:cubicBezTo>
                    <a:pt x="229" y="84"/>
                    <a:pt x="227" y="86"/>
                    <a:pt x="225" y="86"/>
                  </a:cubicBezTo>
                  <a:cubicBezTo>
                    <a:pt x="221" y="86"/>
                    <a:pt x="219" y="84"/>
                    <a:pt x="215" y="84"/>
                  </a:cubicBezTo>
                  <a:cubicBezTo>
                    <a:pt x="212" y="82"/>
                    <a:pt x="208" y="79"/>
                    <a:pt x="205" y="76"/>
                  </a:cubicBezTo>
                  <a:cubicBezTo>
                    <a:pt x="206" y="79"/>
                    <a:pt x="208" y="81"/>
                    <a:pt x="208" y="84"/>
                  </a:cubicBezTo>
                  <a:cubicBezTo>
                    <a:pt x="207" y="86"/>
                    <a:pt x="205" y="86"/>
                    <a:pt x="204" y="87"/>
                  </a:cubicBezTo>
                  <a:cubicBezTo>
                    <a:pt x="196" y="87"/>
                    <a:pt x="189" y="90"/>
                    <a:pt x="183" y="91"/>
                  </a:cubicBezTo>
                  <a:cubicBezTo>
                    <a:pt x="172" y="91"/>
                    <a:pt x="163" y="85"/>
                    <a:pt x="152" y="86"/>
                  </a:cubicBezTo>
                  <a:cubicBezTo>
                    <a:pt x="150" y="87"/>
                    <a:pt x="148" y="88"/>
                    <a:pt x="146" y="88"/>
                  </a:cubicBezTo>
                  <a:cubicBezTo>
                    <a:pt x="142" y="88"/>
                    <a:pt x="138" y="87"/>
                    <a:pt x="134" y="87"/>
                  </a:cubicBezTo>
                  <a:cubicBezTo>
                    <a:pt x="130" y="87"/>
                    <a:pt x="125" y="86"/>
                    <a:pt x="121" y="86"/>
                  </a:cubicBezTo>
                  <a:cubicBezTo>
                    <a:pt x="119" y="87"/>
                    <a:pt x="117" y="87"/>
                    <a:pt x="116" y="85"/>
                  </a:cubicBezTo>
                  <a:cubicBezTo>
                    <a:pt x="105" y="79"/>
                    <a:pt x="94" y="73"/>
                    <a:pt x="83" y="67"/>
                  </a:cubicBezTo>
                  <a:cubicBezTo>
                    <a:pt x="79" y="65"/>
                    <a:pt x="76" y="63"/>
                    <a:pt x="72" y="61"/>
                  </a:cubicBezTo>
                  <a:cubicBezTo>
                    <a:pt x="66" y="59"/>
                    <a:pt x="60" y="57"/>
                    <a:pt x="54" y="54"/>
                  </a:cubicBezTo>
                  <a:cubicBezTo>
                    <a:pt x="43" y="49"/>
                    <a:pt x="31" y="46"/>
                    <a:pt x="21" y="40"/>
                  </a:cubicBezTo>
                  <a:cubicBezTo>
                    <a:pt x="17" y="38"/>
                    <a:pt x="12" y="36"/>
                    <a:pt x="8" y="34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4"/>
                  </a:cubicBezTo>
                  <a:cubicBezTo>
                    <a:pt x="0" y="18"/>
                    <a:pt x="5" y="9"/>
                    <a:pt x="8" y="5"/>
                  </a:cubicBezTo>
                  <a:cubicBezTo>
                    <a:pt x="10" y="3"/>
                    <a:pt x="13" y="1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6" y="3"/>
                    <a:pt x="33" y="7"/>
                    <a:pt x="39" y="10"/>
                  </a:cubicBezTo>
                  <a:cubicBezTo>
                    <a:pt x="40" y="11"/>
                    <a:pt x="41" y="11"/>
                    <a:pt x="42" y="12"/>
                  </a:cubicBezTo>
                  <a:cubicBezTo>
                    <a:pt x="45" y="13"/>
                    <a:pt x="48" y="15"/>
                    <a:pt x="52" y="17"/>
                  </a:cubicBezTo>
                  <a:cubicBezTo>
                    <a:pt x="58" y="20"/>
                    <a:pt x="64" y="23"/>
                    <a:pt x="70" y="26"/>
                  </a:cubicBezTo>
                  <a:cubicBezTo>
                    <a:pt x="73" y="28"/>
                    <a:pt x="75" y="30"/>
                    <a:pt x="78" y="31"/>
                  </a:cubicBezTo>
                  <a:cubicBezTo>
                    <a:pt x="91" y="39"/>
                    <a:pt x="104" y="46"/>
                    <a:pt x="117" y="53"/>
                  </a:cubicBezTo>
                  <a:cubicBezTo>
                    <a:pt x="120" y="55"/>
                    <a:pt x="123" y="56"/>
                    <a:pt x="126" y="57"/>
                  </a:cubicBezTo>
                  <a:cubicBezTo>
                    <a:pt x="128" y="59"/>
                    <a:pt x="131" y="61"/>
                    <a:pt x="134" y="61"/>
                  </a:cubicBezTo>
                  <a:cubicBezTo>
                    <a:pt x="139" y="68"/>
                    <a:pt x="145" y="74"/>
                    <a:pt x="150" y="82"/>
                  </a:cubicBezTo>
                  <a:cubicBezTo>
                    <a:pt x="153" y="81"/>
                    <a:pt x="157" y="82"/>
                    <a:pt x="162" y="82"/>
                  </a:cubicBezTo>
                  <a:cubicBezTo>
                    <a:pt x="165" y="82"/>
                    <a:pt x="168" y="83"/>
                    <a:pt x="171" y="84"/>
                  </a:cubicBezTo>
                  <a:cubicBezTo>
                    <a:pt x="176" y="84"/>
                    <a:pt x="181" y="84"/>
                    <a:pt x="185" y="84"/>
                  </a:cubicBezTo>
                  <a:cubicBezTo>
                    <a:pt x="191" y="85"/>
                    <a:pt x="196" y="83"/>
                    <a:pt x="200" y="80"/>
                  </a:cubicBezTo>
                  <a:cubicBezTo>
                    <a:pt x="198" y="75"/>
                    <a:pt x="188" y="78"/>
                    <a:pt x="186" y="72"/>
                  </a:cubicBezTo>
                  <a:cubicBezTo>
                    <a:pt x="185" y="67"/>
                    <a:pt x="190" y="65"/>
                    <a:pt x="195" y="66"/>
                  </a:cubicBezTo>
                  <a:cubicBezTo>
                    <a:pt x="196" y="66"/>
                    <a:pt x="197" y="66"/>
                    <a:pt x="198" y="67"/>
                  </a:cubicBezTo>
                  <a:cubicBezTo>
                    <a:pt x="201" y="68"/>
                    <a:pt x="203" y="70"/>
                    <a:pt x="206" y="71"/>
                  </a:cubicBezTo>
                  <a:cubicBezTo>
                    <a:pt x="208" y="73"/>
                    <a:pt x="211" y="76"/>
                    <a:pt x="213" y="77"/>
                  </a:cubicBezTo>
                  <a:cubicBezTo>
                    <a:pt x="214" y="78"/>
                    <a:pt x="216" y="78"/>
                    <a:pt x="218" y="79"/>
                  </a:cubicBezTo>
                  <a:cubicBezTo>
                    <a:pt x="221" y="80"/>
                    <a:pt x="222" y="80"/>
                    <a:pt x="225" y="79"/>
                  </a:cubicBezTo>
                  <a:cubicBezTo>
                    <a:pt x="228" y="79"/>
                    <a:pt x="232" y="78"/>
                    <a:pt x="235" y="78"/>
                  </a:cubicBezTo>
                  <a:cubicBezTo>
                    <a:pt x="238" y="78"/>
                    <a:pt x="242" y="80"/>
                    <a:pt x="246" y="81"/>
                  </a:cubicBezTo>
                  <a:cubicBezTo>
                    <a:pt x="249" y="82"/>
                    <a:pt x="253" y="82"/>
                    <a:pt x="254" y="82"/>
                  </a:cubicBezTo>
                  <a:cubicBezTo>
                    <a:pt x="255" y="83"/>
                    <a:pt x="255" y="82"/>
                    <a:pt x="256" y="83"/>
                  </a:cubicBezTo>
                  <a:close/>
                  <a:moveTo>
                    <a:pt x="244" y="82"/>
                  </a:moveTo>
                  <a:cubicBezTo>
                    <a:pt x="242" y="82"/>
                    <a:pt x="239" y="81"/>
                    <a:pt x="237" y="80"/>
                  </a:cubicBezTo>
                  <a:cubicBezTo>
                    <a:pt x="231" y="80"/>
                    <a:pt x="226" y="82"/>
                    <a:pt x="221" y="82"/>
                  </a:cubicBezTo>
                  <a:cubicBezTo>
                    <a:pt x="217" y="81"/>
                    <a:pt x="215" y="80"/>
                    <a:pt x="212" y="79"/>
                  </a:cubicBezTo>
                  <a:cubicBezTo>
                    <a:pt x="213" y="80"/>
                    <a:pt x="215" y="82"/>
                    <a:pt x="217" y="82"/>
                  </a:cubicBezTo>
                  <a:cubicBezTo>
                    <a:pt x="223" y="84"/>
                    <a:pt x="227" y="82"/>
                    <a:pt x="232" y="82"/>
                  </a:cubicBezTo>
                  <a:cubicBezTo>
                    <a:pt x="241" y="81"/>
                    <a:pt x="247" y="85"/>
                    <a:pt x="254" y="86"/>
                  </a:cubicBezTo>
                  <a:cubicBezTo>
                    <a:pt x="254" y="82"/>
                    <a:pt x="249" y="83"/>
                    <a:pt x="244" y="82"/>
                  </a:cubicBezTo>
                  <a:close/>
                  <a:moveTo>
                    <a:pt x="205" y="74"/>
                  </a:moveTo>
                  <a:cubicBezTo>
                    <a:pt x="204" y="71"/>
                    <a:pt x="201" y="70"/>
                    <a:pt x="198" y="69"/>
                  </a:cubicBezTo>
                  <a:cubicBezTo>
                    <a:pt x="195" y="68"/>
                    <a:pt x="188" y="65"/>
                    <a:pt x="187" y="70"/>
                  </a:cubicBezTo>
                  <a:cubicBezTo>
                    <a:pt x="187" y="75"/>
                    <a:pt x="194" y="74"/>
                    <a:pt x="198" y="76"/>
                  </a:cubicBezTo>
                  <a:cubicBezTo>
                    <a:pt x="200" y="76"/>
                    <a:pt x="203" y="79"/>
                    <a:pt x="203" y="81"/>
                  </a:cubicBezTo>
                  <a:cubicBezTo>
                    <a:pt x="202" y="83"/>
                    <a:pt x="192" y="86"/>
                    <a:pt x="188" y="86"/>
                  </a:cubicBezTo>
                  <a:cubicBezTo>
                    <a:pt x="183" y="86"/>
                    <a:pt x="178" y="86"/>
                    <a:pt x="174" y="85"/>
                  </a:cubicBezTo>
                  <a:cubicBezTo>
                    <a:pt x="170" y="85"/>
                    <a:pt x="165" y="83"/>
                    <a:pt x="161" y="83"/>
                  </a:cubicBezTo>
                  <a:cubicBezTo>
                    <a:pt x="160" y="83"/>
                    <a:pt x="159" y="84"/>
                    <a:pt x="158" y="84"/>
                  </a:cubicBezTo>
                  <a:cubicBezTo>
                    <a:pt x="155" y="83"/>
                    <a:pt x="152" y="82"/>
                    <a:pt x="151" y="85"/>
                  </a:cubicBezTo>
                  <a:cubicBezTo>
                    <a:pt x="155" y="85"/>
                    <a:pt x="160" y="85"/>
                    <a:pt x="164" y="85"/>
                  </a:cubicBezTo>
                  <a:cubicBezTo>
                    <a:pt x="167" y="86"/>
                    <a:pt x="169" y="88"/>
                    <a:pt x="172" y="87"/>
                  </a:cubicBezTo>
                  <a:cubicBezTo>
                    <a:pt x="184" y="92"/>
                    <a:pt x="193" y="85"/>
                    <a:pt x="205" y="85"/>
                  </a:cubicBezTo>
                  <a:cubicBezTo>
                    <a:pt x="208" y="82"/>
                    <a:pt x="204" y="79"/>
                    <a:pt x="203" y="77"/>
                  </a:cubicBezTo>
                  <a:cubicBezTo>
                    <a:pt x="200" y="76"/>
                    <a:pt x="198" y="74"/>
                    <a:pt x="195" y="74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3"/>
                    <a:pt x="192" y="72"/>
                    <a:pt x="193" y="70"/>
                  </a:cubicBezTo>
                  <a:cubicBezTo>
                    <a:pt x="197" y="68"/>
                    <a:pt x="200" y="72"/>
                    <a:pt x="202" y="72"/>
                  </a:cubicBezTo>
                  <a:cubicBezTo>
                    <a:pt x="203" y="73"/>
                    <a:pt x="205" y="74"/>
                    <a:pt x="207" y="75"/>
                  </a:cubicBezTo>
                  <a:cubicBezTo>
                    <a:pt x="208" y="76"/>
                    <a:pt x="210" y="78"/>
                    <a:pt x="212" y="78"/>
                  </a:cubicBezTo>
                  <a:cubicBezTo>
                    <a:pt x="211" y="78"/>
                    <a:pt x="211" y="78"/>
                    <a:pt x="211" y="78"/>
                  </a:cubicBezTo>
                  <a:cubicBezTo>
                    <a:pt x="209" y="76"/>
                    <a:pt x="208" y="74"/>
                    <a:pt x="205" y="74"/>
                  </a:cubicBezTo>
                  <a:close/>
                  <a:moveTo>
                    <a:pt x="139" y="85"/>
                  </a:moveTo>
                  <a:cubicBezTo>
                    <a:pt x="142" y="85"/>
                    <a:pt x="147" y="87"/>
                    <a:pt x="148" y="85"/>
                  </a:cubicBezTo>
                  <a:cubicBezTo>
                    <a:pt x="148" y="84"/>
                    <a:pt x="148" y="84"/>
                    <a:pt x="148" y="84"/>
                  </a:cubicBezTo>
                  <a:cubicBezTo>
                    <a:pt x="144" y="77"/>
                    <a:pt x="140" y="69"/>
                    <a:pt x="133" y="64"/>
                  </a:cubicBezTo>
                  <a:cubicBezTo>
                    <a:pt x="132" y="67"/>
                    <a:pt x="133" y="69"/>
                    <a:pt x="132" y="72"/>
                  </a:cubicBezTo>
                  <a:cubicBezTo>
                    <a:pt x="132" y="77"/>
                    <a:pt x="128" y="80"/>
                    <a:pt x="126" y="83"/>
                  </a:cubicBezTo>
                  <a:cubicBezTo>
                    <a:pt x="125" y="83"/>
                    <a:pt x="123" y="84"/>
                    <a:pt x="124" y="85"/>
                  </a:cubicBezTo>
                  <a:cubicBezTo>
                    <a:pt x="128" y="85"/>
                    <a:pt x="134" y="84"/>
                    <a:pt x="139" y="85"/>
                  </a:cubicBezTo>
                  <a:close/>
                  <a:moveTo>
                    <a:pt x="130" y="71"/>
                  </a:moveTo>
                  <a:cubicBezTo>
                    <a:pt x="131" y="68"/>
                    <a:pt x="131" y="65"/>
                    <a:pt x="130" y="62"/>
                  </a:cubicBezTo>
                  <a:cubicBezTo>
                    <a:pt x="127" y="61"/>
                    <a:pt x="125" y="58"/>
                    <a:pt x="122" y="58"/>
                  </a:cubicBezTo>
                  <a:cubicBezTo>
                    <a:pt x="123" y="68"/>
                    <a:pt x="120" y="76"/>
                    <a:pt x="112" y="80"/>
                  </a:cubicBezTo>
                  <a:cubicBezTo>
                    <a:pt x="114" y="82"/>
                    <a:pt x="117" y="83"/>
                    <a:pt x="120" y="84"/>
                  </a:cubicBezTo>
                  <a:cubicBezTo>
                    <a:pt x="124" y="81"/>
                    <a:pt x="130" y="78"/>
                    <a:pt x="130" y="71"/>
                  </a:cubicBezTo>
                  <a:close/>
                  <a:moveTo>
                    <a:pt x="41" y="41"/>
                  </a:moveTo>
                  <a:cubicBezTo>
                    <a:pt x="45" y="43"/>
                    <a:pt x="49" y="45"/>
                    <a:pt x="54" y="47"/>
                  </a:cubicBezTo>
                  <a:cubicBezTo>
                    <a:pt x="59" y="50"/>
                    <a:pt x="64" y="54"/>
                    <a:pt x="70" y="56"/>
                  </a:cubicBezTo>
                  <a:cubicBezTo>
                    <a:pt x="75" y="58"/>
                    <a:pt x="80" y="61"/>
                    <a:pt x="86" y="64"/>
                  </a:cubicBezTo>
                  <a:cubicBezTo>
                    <a:pt x="91" y="66"/>
                    <a:pt x="96" y="69"/>
                    <a:pt x="102" y="71"/>
                  </a:cubicBezTo>
                  <a:cubicBezTo>
                    <a:pt x="105" y="73"/>
                    <a:pt x="108" y="75"/>
                    <a:pt x="110" y="76"/>
                  </a:cubicBezTo>
                  <a:cubicBezTo>
                    <a:pt x="111" y="76"/>
                    <a:pt x="113" y="76"/>
                    <a:pt x="113" y="76"/>
                  </a:cubicBezTo>
                  <a:cubicBezTo>
                    <a:pt x="115" y="76"/>
                    <a:pt x="118" y="73"/>
                    <a:pt x="119" y="71"/>
                  </a:cubicBezTo>
                  <a:cubicBezTo>
                    <a:pt x="121" y="66"/>
                    <a:pt x="121" y="61"/>
                    <a:pt x="120" y="57"/>
                  </a:cubicBezTo>
                  <a:cubicBezTo>
                    <a:pt x="112" y="52"/>
                    <a:pt x="104" y="48"/>
                    <a:pt x="97" y="44"/>
                  </a:cubicBezTo>
                  <a:cubicBezTo>
                    <a:pt x="94" y="43"/>
                    <a:pt x="92" y="41"/>
                    <a:pt x="89" y="39"/>
                  </a:cubicBezTo>
                  <a:cubicBezTo>
                    <a:pt x="84" y="37"/>
                    <a:pt x="79" y="34"/>
                    <a:pt x="74" y="31"/>
                  </a:cubicBezTo>
                  <a:cubicBezTo>
                    <a:pt x="68" y="28"/>
                    <a:pt x="62" y="24"/>
                    <a:pt x="56" y="21"/>
                  </a:cubicBezTo>
                  <a:cubicBezTo>
                    <a:pt x="55" y="21"/>
                    <a:pt x="54" y="20"/>
                    <a:pt x="53" y="20"/>
                  </a:cubicBezTo>
                  <a:cubicBezTo>
                    <a:pt x="71" y="34"/>
                    <a:pt x="90" y="45"/>
                    <a:pt x="111" y="55"/>
                  </a:cubicBezTo>
                  <a:cubicBezTo>
                    <a:pt x="111" y="56"/>
                    <a:pt x="112" y="56"/>
                    <a:pt x="113" y="56"/>
                  </a:cubicBezTo>
                  <a:cubicBezTo>
                    <a:pt x="113" y="58"/>
                    <a:pt x="114" y="59"/>
                    <a:pt x="115" y="60"/>
                  </a:cubicBezTo>
                  <a:cubicBezTo>
                    <a:pt x="112" y="70"/>
                    <a:pt x="98" y="64"/>
                    <a:pt x="91" y="60"/>
                  </a:cubicBezTo>
                  <a:cubicBezTo>
                    <a:pt x="84" y="57"/>
                    <a:pt x="77" y="53"/>
                    <a:pt x="70" y="49"/>
                  </a:cubicBezTo>
                  <a:cubicBezTo>
                    <a:pt x="66" y="47"/>
                    <a:pt x="62" y="45"/>
                    <a:pt x="60" y="43"/>
                  </a:cubicBezTo>
                  <a:cubicBezTo>
                    <a:pt x="58" y="42"/>
                    <a:pt x="55" y="39"/>
                    <a:pt x="53" y="37"/>
                  </a:cubicBezTo>
                  <a:cubicBezTo>
                    <a:pt x="51" y="35"/>
                    <a:pt x="48" y="33"/>
                    <a:pt x="46" y="31"/>
                  </a:cubicBezTo>
                  <a:cubicBezTo>
                    <a:pt x="42" y="26"/>
                    <a:pt x="46" y="19"/>
                    <a:pt x="51" y="18"/>
                  </a:cubicBezTo>
                  <a:cubicBezTo>
                    <a:pt x="45" y="16"/>
                    <a:pt x="40" y="12"/>
                    <a:pt x="34" y="10"/>
                  </a:cubicBezTo>
                  <a:cubicBezTo>
                    <a:pt x="37" y="19"/>
                    <a:pt x="31" y="26"/>
                    <a:pt x="27" y="33"/>
                  </a:cubicBezTo>
                  <a:cubicBezTo>
                    <a:pt x="31" y="36"/>
                    <a:pt x="37" y="38"/>
                    <a:pt x="41" y="41"/>
                  </a:cubicBezTo>
                  <a:close/>
                  <a:moveTo>
                    <a:pt x="112" y="59"/>
                  </a:moveTo>
                  <a:cubicBezTo>
                    <a:pt x="111" y="57"/>
                    <a:pt x="107" y="56"/>
                    <a:pt x="106" y="55"/>
                  </a:cubicBezTo>
                  <a:cubicBezTo>
                    <a:pt x="101" y="51"/>
                    <a:pt x="96" y="50"/>
                    <a:pt x="91" y="47"/>
                  </a:cubicBezTo>
                  <a:cubicBezTo>
                    <a:pt x="86" y="44"/>
                    <a:pt x="82" y="42"/>
                    <a:pt x="77" y="39"/>
                  </a:cubicBezTo>
                  <a:cubicBezTo>
                    <a:pt x="72" y="36"/>
                    <a:pt x="68" y="33"/>
                    <a:pt x="63" y="30"/>
                  </a:cubicBezTo>
                  <a:cubicBezTo>
                    <a:pt x="61" y="28"/>
                    <a:pt x="59" y="27"/>
                    <a:pt x="56" y="25"/>
                  </a:cubicBezTo>
                  <a:cubicBezTo>
                    <a:pt x="54" y="24"/>
                    <a:pt x="51" y="21"/>
                    <a:pt x="49" y="22"/>
                  </a:cubicBezTo>
                  <a:cubicBezTo>
                    <a:pt x="47" y="22"/>
                    <a:pt x="46" y="26"/>
                    <a:pt x="46" y="28"/>
                  </a:cubicBezTo>
                  <a:cubicBezTo>
                    <a:pt x="47" y="29"/>
                    <a:pt x="50" y="32"/>
                    <a:pt x="52" y="34"/>
                  </a:cubicBezTo>
                  <a:cubicBezTo>
                    <a:pt x="54" y="36"/>
                    <a:pt x="56" y="37"/>
                    <a:pt x="58" y="39"/>
                  </a:cubicBezTo>
                  <a:cubicBezTo>
                    <a:pt x="67" y="46"/>
                    <a:pt x="77" y="50"/>
                    <a:pt x="87" y="56"/>
                  </a:cubicBezTo>
                  <a:cubicBezTo>
                    <a:pt x="94" y="60"/>
                    <a:pt x="102" y="65"/>
                    <a:pt x="111" y="62"/>
                  </a:cubicBezTo>
                  <a:cubicBezTo>
                    <a:pt x="112" y="62"/>
                    <a:pt x="113" y="61"/>
                    <a:pt x="113" y="60"/>
                  </a:cubicBezTo>
                  <a:cubicBezTo>
                    <a:pt x="113" y="60"/>
                    <a:pt x="113" y="60"/>
                    <a:pt x="113" y="60"/>
                  </a:cubicBezTo>
                  <a:cubicBezTo>
                    <a:pt x="113" y="59"/>
                    <a:pt x="113" y="59"/>
                    <a:pt x="112" y="59"/>
                  </a:cubicBezTo>
                  <a:close/>
                  <a:moveTo>
                    <a:pt x="110" y="78"/>
                  </a:moveTo>
                  <a:cubicBezTo>
                    <a:pt x="107" y="76"/>
                    <a:pt x="103" y="74"/>
                    <a:pt x="99" y="72"/>
                  </a:cubicBezTo>
                  <a:cubicBezTo>
                    <a:pt x="95" y="71"/>
                    <a:pt x="91" y="69"/>
                    <a:pt x="88" y="67"/>
                  </a:cubicBezTo>
                  <a:cubicBezTo>
                    <a:pt x="81" y="63"/>
                    <a:pt x="74" y="60"/>
                    <a:pt x="67" y="57"/>
                  </a:cubicBezTo>
                  <a:cubicBezTo>
                    <a:pt x="60" y="53"/>
                    <a:pt x="53" y="49"/>
                    <a:pt x="46" y="46"/>
                  </a:cubicBezTo>
                  <a:cubicBezTo>
                    <a:pt x="39" y="42"/>
                    <a:pt x="33" y="38"/>
                    <a:pt x="26" y="35"/>
                  </a:cubicBezTo>
                  <a:cubicBezTo>
                    <a:pt x="25" y="35"/>
                    <a:pt x="22" y="37"/>
                    <a:pt x="21" y="38"/>
                  </a:cubicBezTo>
                  <a:cubicBezTo>
                    <a:pt x="32" y="44"/>
                    <a:pt x="45" y="48"/>
                    <a:pt x="56" y="53"/>
                  </a:cubicBezTo>
                  <a:cubicBezTo>
                    <a:pt x="64" y="57"/>
                    <a:pt x="73" y="59"/>
                    <a:pt x="80" y="63"/>
                  </a:cubicBezTo>
                  <a:cubicBezTo>
                    <a:pt x="88" y="67"/>
                    <a:pt x="95" y="71"/>
                    <a:pt x="102" y="75"/>
                  </a:cubicBezTo>
                  <a:cubicBezTo>
                    <a:pt x="105" y="77"/>
                    <a:pt x="107" y="79"/>
                    <a:pt x="110" y="78"/>
                  </a:cubicBezTo>
                  <a:cubicBezTo>
                    <a:pt x="110" y="78"/>
                    <a:pt x="110" y="78"/>
                    <a:pt x="110" y="78"/>
                  </a:cubicBezTo>
                  <a:close/>
                  <a:moveTo>
                    <a:pt x="32" y="8"/>
                  </a:moveTo>
                  <a:cubicBezTo>
                    <a:pt x="28" y="7"/>
                    <a:pt x="25" y="5"/>
                    <a:pt x="22" y="3"/>
                  </a:cubicBezTo>
                  <a:cubicBezTo>
                    <a:pt x="23" y="16"/>
                    <a:pt x="15" y="26"/>
                    <a:pt x="7" y="31"/>
                  </a:cubicBezTo>
                  <a:cubicBezTo>
                    <a:pt x="11" y="33"/>
                    <a:pt x="15" y="35"/>
                    <a:pt x="18" y="37"/>
                  </a:cubicBezTo>
                  <a:cubicBezTo>
                    <a:pt x="27" y="32"/>
                    <a:pt x="35" y="20"/>
                    <a:pt x="32" y="8"/>
                  </a:cubicBezTo>
                  <a:close/>
                  <a:moveTo>
                    <a:pt x="9" y="8"/>
                  </a:moveTo>
                  <a:cubicBezTo>
                    <a:pt x="9" y="8"/>
                    <a:pt x="8" y="9"/>
                    <a:pt x="8" y="9"/>
                  </a:cubicBezTo>
                  <a:cubicBezTo>
                    <a:pt x="7" y="11"/>
                    <a:pt x="6" y="12"/>
                    <a:pt x="5" y="14"/>
                  </a:cubicBezTo>
                  <a:cubicBezTo>
                    <a:pt x="4" y="16"/>
                    <a:pt x="3" y="18"/>
                    <a:pt x="2" y="20"/>
                  </a:cubicBezTo>
                  <a:cubicBezTo>
                    <a:pt x="1" y="24"/>
                    <a:pt x="3" y="30"/>
                    <a:pt x="7" y="28"/>
                  </a:cubicBezTo>
                  <a:cubicBezTo>
                    <a:pt x="10" y="27"/>
                    <a:pt x="11" y="25"/>
                    <a:pt x="13" y="22"/>
                  </a:cubicBezTo>
                  <a:cubicBezTo>
                    <a:pt x="15" y="21"/>
                    <a:pt x="16" y="20"/>
                    <a:pt x="17" y="18"/>
                  </a:cubicBezTo>
                  <a:cubicBezTo>
                    <a:pt x="19" y="15"/>
                    <a:pt x="20" y="9"/>
                    <a:pt x="20" y="4"/>
                  </a:cubicBezTo>
                  <a:cubicBezTo>
                    <a:pt x="20" y="4"/>
                    <a:pt x="18" y="3"/>
                    <a:pt x="18" y="2"/>
                  </a:cubicBezTo>
                  <a:cubicBezTo>
                    <a:pt x="14" y="3"/>
                    <a:pt x="12" y="5"/>
                    <a:pt x="9" y="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8661553" y="6143859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mtClean="0">
                <a:latin typeface="Arial"/>
                <a:ea typeface="微软雅黑"/>
                <a:sym typeface="Arial"/>
              </a:rPr>
              <a:t>EarLand</a:t>
            </a:r>
            <a:r>
              <a:rPr lang="en-US" altLang="zh-CN" dirty="0" smtClean="0">
                <a:latin typeface="Arial"/>
                <a:ea typeface="微软雅黑"/>
                <a:sym typeface="Arial"/>
              </a:rPr>
              <a:t> </a:t>
            </a:r>
            <a:r>
              <a:rPr lang="zh-CN" altLang="en-US" dirty="0" smtClean="0">
                <a:latin typeface="Arial"/>
                <a:ea typeface="微软雅黑"/>
                <a:sym typeface="Arial"/>
              </a:rPr>
              <a:t>在线音乐平台</a:t>
            </a:r>
            <a:endParaRPr lang="zh-CN" altLang="en-US" dirty="0">
              <a:latin typeface="Arial"/>
              <a:ea typeface="微软雅黑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0260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9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9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9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9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42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A3FE3C99-2218-4003-8976-8FFEF26117BE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+IQ0o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BPiENKCH4LIykDAACGDAAAJwAAAHVuaXZlcnNhbC9mbGFzaF9wdWJsaXNoaW5nX3NldHRpbmdzLnhtbNVX3W7aMBS+5yksT70saTu6diihqgpo1VpAhW3tVWViQ6w6dhbbUHq1p9mD7Ul2HAMFtevSH6RNCBGfn+/8n5jw6DYVaMJyzZWM8G51ByMmY0W5HEf4y6C9fYiRNkRSIpRkEZYKo6NGJczsUHCd9JkxIKoRwEhdz0yEE2OyehBMp9Mq11nuuEpYA/i6Gqs0yHKmmTQsDzJBZvBjZhnTeI5QAgC+qZJztUalglDokc4VtYIhTsFzyV1QRLQF0QkOvNiQxDfjXFlJT5RQOcrHwwi/Ozx2n4WMh2rylEmXE90AoiObOqGUOy+I6PM7hhLGxwm4e1DDaMqpSSK8V3MoIB08RCmwfejEoZwoyIE0c/iUGUKJIf7o7Rl2a/SC4El0JknK4wFwkIs/ws3B9aerXuvi7LTz+XrQ7Z4NTnveiUInWMcJg3VDITikbB6zpZ2QGEPiBPwGnRERmoXBKmkhNlJyzTl3RkMlIPeFFrRROmS0Q1K2Uo3+DZdtkNzFaASBiFmEj3NOBEbcEMHjpbK2Q224KareXpVEgAXtydB5H9+b99mJE5JrturWgqNdzuPGN2UFRTNlkeA3DBmFIH6bwlPC0Gpx0ChXaUGF9jFICw4WJ5xNGT0qcjoH/JOhKzCRWtCEXs0EM97Cd8vv0JCNVA64jEygs4HOtcevPgs4I1rfg5KFj1v9s9Nm6/q002xdbrkACZ0QGT8THArO0sxsBJ/MkFRmoQfpiInVrCgK5bTglYmt+vIyaJ5a4cv81sVYgd5gSTZj5TmF+asHpc0mZFIMohuuAhpGkENJPCYwYlgXXFpWFjAmEikpZojEsNa0G+sJV1YDxQ+wh9Yv99DrIy6L0xhWG1jMKctLQe7s7r2v7X84OPxYrwa/fvzcflJpvvB7gjhzfuOfPLnyl2v/4TYMA7elH1/aJrf/5s7uXbS+lslrp3U5KFXSVr8UXLeMVPdzGakL/5LprbxgSrkAS2nshwzWkuApN4y+ZYu9oE1e9W73PbaZNtlgzK8Zjf8mZH9aXhPX7oVh8OjF1XFSLnkKiXArcXnbbezXduCm+SirUgG09f8OjcpvUEsDBBQAAgAIAE+IQ0q1/AlkugIAAFUKAAAhAAAAdW5pdmVyc2FsL2ZsYXNoX3NraW5fc2V0dGluZ3MueG1slVZtb+IwDP5+vwJx3+nulZ3UITHGSZN2t+k27XvamjYiTaokZce/vzhN1gQo9LAmEft5bMexzVK1pXzxYTJJc8GEfAatKS8VarxuQoubadZqLfgsF1wD1zMuZE3YdPHxp/2kiUVeYokdyLGcDcmhDzO3nzEUF+PbHGWIkIu6IXz/IEoxy0i+LaVoeXExtWrfgGSUbw3y6sd8tR4MwKjS9xrqKKf1Nco4SiNBKcCUvq9RLrIYyYD5SFf2M5LThzp/+wPajiqqLW35CWWI1pAS4iJfL1GG8dx4j19ljnKeoOGvNtAvn1EGoYzsQcbO776iDDJE0zb/0yONFCUWNOacf8R3DhOkMOOHWV2hXCTghTDQxVdw5bF3vQtA7ms49ymOqxTsCet6sBDw0TMGCy1bSBN/6myqEm+PrTbzAYsNYcoAQlUPejJJP5FWeTexrsf9gTfKi9CX0/SQV8HaGlZdwoG7WN/jV6tbuytCp++6IEMJO6cMUuyVPfK3qesRMlD2yGdGC3jkbH+cwaGpI/lHviXuOc/X31iBE3MsnNWfvBUjPeDoqiBVp/CYWhSwUJjOC60B3y1NrK5LKTnKKeVkR0uiqeC/EJft7WVUmhwYXK+d7qxUU83gVMPZHM2aDstlz3E/OmvckN3PQn+57jzRZovfTInWJK9q87OkphPHM2NiCjNNTjNwTxo4yHu+EQHHxh4i1URuQb4IwcaG4UKDGutedMM1BE+ToAZpcrrKqXNyqvy8rTOQa/NqFJSvcqzsgBUtK2b+9CuFNygOGAPWjqor448T+t6XgcI1ARCZV75ru0NnqVumKYMd+OEPFPbKQ3dLlenSoYZb6gfY6LDlnGZUT7pd0fdKvEMC/Qn8q0krcnxgGdH2mmTK3iyafL+G+1yixezXGTZfuMns2fVS5NjYjytolPjv5D9QSwMEFAACAAgAT4hDSiqWD2f+AgAAlwsAACYAAAB1bml2ZXJzYWwvaHRtbF9wdWJsaXNoaW5nX3NldHRpbmdzLnhtbM2Wb08aMRjA3/Mpmi6+lFPnpiN3GCMYiU6IsE1fmXItXGOvvbU98Hy1T7MPtk+yp1dAiI6dRpaFEOjTPr/nX/u04dF9KtCEacOVjPBufQcjJmNFuRxH+MvgdPsQI2OJpEQoySIsFUZHzVqY5UPBTdJn1sJSgwAjTSOzEU6szRpBMJ1O69xk2s0qkVvgm3qs0iDTzDBpmQ4yQQr4sUXGDJ4RKgDgmyo5U2vWagiFnvRZ0VwwxCl4LrkLiogzmwoc+FVDEt+NtcolPVFCaaTHwwi/Ozx2n/kaT2rxlEmXEtMEoRPbBqGUOyeI6PMHhhLGxwl4e7CP0ZRTm0R4b99RYHXwlFKyfeTEUU4UpEDaGT5lllBiiR96e5bdWzMXeBEtJEl5PIAZ5MKPcGtwe3bTa19ddC7Pbwfd7sWg0/NOlDrBKicMVg2F4JDKdcwWdkJiLYkT8Bt0RkQYFgbLovmykZIrzrkxGioBqS+1MBqBp6KI8LHmRGDELRE8XsxaosfMnnIBMTjd3fpIWvwI9PHGCdGGLRuazxiXxbj5TeWCokLlSPA7hqxCEFGewr+EoeV0o5FWaSkVxFhkBKcMTTibMnpUZmkG/JOhGzCR5qAJmy8TzHoL33P+gIZspDRwGZnAVgU5N55ffxE4I8Y8Qsncx63+RafVvu1cttrXWy5AQidExi+EQwlZmtmN8EmBpLJzPUhHTHLDyqJQTsu5KrHVX18Gw9Nc+DK/dTGW0BssyWasvKQwf/WgstmETMqD6A5XiYYjyKEkngkTMRx3LnNWFRgTiZQUBSIxNCrjjvWEq9yAxB9gjzav99DrIy7L0RhuDrCoKdOVkDu7e+/3P3w8OPzUqAe/fvzcXqs0a+E9QZw538NP1jbxRSN/2g3DwPXO59uw1fm/6sK9q/bXKpm6bF8PKhWp3a+E61ZZ1T2vsurKXxu9pSujkgvQZsb+2ECjETzlltG33DSvKPz6+9dvizcq/AajWLt9/98g/Gjx3Fp5X4XBsw/AGshXH9PN2m9QSwMEFAACAAgAT4hDSmhxUpGaAQAAHwYAAB8AAAB1bml2ZXJzYWwvaHRtbF9za2luX3NldHRpbmdzLmpzjZRNb8IwDIbv/AqUXSfEPmG7ocGkSRwmjdu0QyimVKRJlaQdHeK/rw5fTeqOxRfy8uR17CredrrVYhHrPne37rfbv/t7pwFqVudw7euiRU9RZ0YkC5glKYhEAguQ4nj0JO/OBGXMpDOdlx9oa2p+TOE/Sy5MHc8IC01ohjpcEOA3oW2owz8nsVOra19TrdHz3Fole5GSFqTtSaVT7hh29epWvcQAVgXoC+iSR+CZDtxqI8+ODwOMOhepNOOynKpY9eY8Wsda5XLRln9VZqCrT77eA/2nwcvEsxOJsW8W0jDxZIjRTmYajIFD3scJBgkLPgdR8+279QfqGTcLCugiMYk90qMbjDqd8RgaXRqOMHxMVl6Nbg4wmpyFjd0Td7cYHiF4CbphNb7H8ECV5dk/PmCmVYwdaaDNnp9QofgikfEhdR+D5PCyaNvWvXOh7vpj5j0hFTyhFfX80rbZEYKGAK03lo55TZB3StkJSpREDkVo1LQq6DliwzmC+88u49byaJVW46EajlUbuF6Dniklqtt/XbpnmKuz+wVQSwMEFAACAAgAT4hDSj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T4hDSnL80YFnAAAAawAAABwAAAB1bml2ZXJzYWwvbG9jYWxfc2V0dGluZ3MueG1sDcw7CsNADEXR3qsQ6p1P58JjdymDIc4ChP0IBo0UZkRIdp/pbnG44/zNSh+Uerglvp4uTLDN98NeiZ/rrR+Yaojtom5IbM40T92ovok+ENFgpbfKD2VFbhG4S25yKaiwkGhnPk/dH1BLAwQUAAIACABElFdHI7RO+/sCAACwCAAAFAAAAHVuaXZlcnNhbC9wbGF5ZXIueG1srVXfT9swEH4u0v6HyO/YLR0DqgTEkNAexoTUse2tMombeE3izHYI5a/f2c7vpWxIe2iVnO/77nz33cW/es5S74lJxUUeoAWeI4/loYh4Hgfo4evt8Tm6unx35Bcp3TPp8ShAZc4NgKbIi5gKJS80gO+pTgLUM2BgRl4huZBc74H7FLjbSCdL9O5oBi65ClCidbEipKoqzBUg8liJtDQkCociI4VkiuWaSeLSQF6DXem/o+GXiZzofcFUD1notweuSVqOZ8UHJNUSCxmTk/l8QX7cfV6HCcvoMc+VpnnIkAeVnNlSPtJwdyeiMmXK2Ga+S3LNtDZJWNvM1yu+OM89JcMAOYdNxpSiMVM4zWNEHJZMgP1tSlVS86gBreFVO17zWr+Ned80brZzpHMuyseUqwSO+pDOOgn0yTCqn9nrWgU9NAq6NUzIk+xXySWL7Ou3VozzBXIBW8XZPLGqQjiAp1saaiH3NwADFdUdxG3TsGsatqCWA7fR1x0Fam67ZVSXkjWlmvlPPGLiC5WSGllcalkyn4yMNZYMwT5xV66b1DXET3SWnv5Db4zfqDU/1WudsYD/0ZhPQNTWhOcRe77l4KNZBjXVDIptbFgXKTYxu5xU+Zj1dD0wuRzrpsBFPE1lzGAMI6op6ezkEJRJqsAlLOUI2zs4CE54nKTw05MM49ODNBmVu0mG3sFBcCrC3QS0NbdlJOM6jsTUKsgnE+vED0ulRcZfrDwHe0avrA5fG7nm6Lrg7cHZ/I9RHMRoBnOLJlaXeertq+bw3sypVp3PpnCWgVphHpguC+fVzEJZjHwitqVlqm/6OTX7sAcd5Tw1HdNc30HvolrzF+ZVPDJfusXS1CRhRjMB+nC+7DFAP2G7DMJb06GIW5E3dcCY2Df3byvabPm6da7rhzrsQw2fOKscxs3UR1BHLEWZR6Me4qL7iKgUdtq1ZNRL2RZutDgBkYoiQO/hob7zxelFd+WzxUWDtXndu8Aulzes9DrhTkGk1nV7Eb/eDfD4G1BLAwQUAAIACABPiENKsIcj9GwBAAD3AgAAKQAAAHVuaXZlcnNhbC9za2luX2N1c3RvbWl6YXRpb25fc2V0dGluZ3MueG1sjVLbSiQxEH33K4I/MEkqt4Z2ILeWeVHRAZ+b6ezSrKaXTsRlycebdncYR0c09VR1Tp2iKqdNv8Zon1KeHse/fR6neBdyHuPPtD5DqN1ND9N8M4cUclodKvdjHKbnTfwxLbVaTbmPQz8PdkHTGqPu9SEltXKqZswwiiTz1CvkPLcVa8A1YCvmKLHt6p3EP9057ELMp1Xb1RH6sWETU5jzJg7hzxqO2W+h4w0u534YKy+tBVui7KcWx5ZAjHDJfaEaAASy3BGHi5SN1AR5zDiGYhQFCohwThpRiKQcatY1oqow3wjEJGPUFepp7UZaG0dtkdAQous0rxpbus5IjBEhBJgrXEBnMKpsqBoa1HJAcGBAFG00UYA625mOFe+8sBwp6gXGhRkDGB+Oe9ju7bkO1W+vsz/nF4Inv+AkunhrdcJc7e5pnit5Gx5/P/Q5oHG4OL+59Xf+aqu3m+ur8/++fPXwnrWYtW79qbdfAFBLAwQUAAIACABPiENKKoo35ocRAADwYQAAFwAAAHVuaXZlcnNhbC91bml2ZXJzYWwucG5n7d35V5LZ/wBwSzMnZ6LNzCxtmrTFBdQaMxdabNKRcp3UUtHUbDM1MxRZUqexRSV1yl2aXNolbdLcwCUl1KAJldKUCoUQlRCRHT70nZrPjH7mD/ie83AOeLj3Oc+9r/vc1R/eXPI6sO+bRasXaWlpfePu5uqjpaUD09LSjtPT1aSodlvu0/yZF++zb7dWFXUNV/NFJ2rX/l1aWtU4fUXYAs33r2LdAuO1tBa3f3rPI8fcjtDSCrvg7rrLLzFkYgh+5UGkkixQ5qO0nM8f0Aa15X60fJr1I2TTj67Oesvn2yyZeAYp/+i6/kXaMv35e3QueXkqtFOQlYEUmWhtk2JIfu5BPZ926NFRwjYm45f99RxaaX0Vo6c0iU/rIT4uUEim6Z72/GbxMLsEMVwvkbKLYmTcr1eFnp+n+/ePtz+sXqUsO+S2LZuLO8yCukjephlLu6643DTU/hrSovX3j/s2XtERiid65qZYRXXAzZW2/8yGtOxM1u5zGyM/oEHVTcqw+3dgJvsyI2aVdyM95YRZ3RjvbFAiTh9Bmyz4Z/b5lEjtvh9PK5V8rCEMVjWnuudTwN/4WdRXWFrlmUWNZMzO/xC5E+K9xMBVd3ZGvtESWJN3Ytmc+81rLWf8/CyiB203S3PV+CHEe+lPc2/1EEK5l7OM0zO37JY2171+S41ml9HSVu6/1HfnkP3sFq2fp7/cwHtvxJw66ec2bdkcR82YbQ/RtYT5uRpkz75ek4w0sFnQCyAABIAAEAACQAAIAAEgAASAABAAAkAACAABIAAEgAAQAAJAAAgAASAABIAAEAACQAAIAAEgAASAABAAAkAACAABIAAEgAAQAAJAAAgAASAABIAAEAACQAAIAAEgAASAABAAAkAACAABIAAEgAAQAAJAAAgAASAABIAAEADi/xEiRdo28ojmMij5H9ECz6eo7WO7wxLT5sbR0z1tvy4/4FXAKpvZYQFbes6Hvs9sM14wJ6KgnvnRg0cPzk6FxP57+/5b8jXY5sg5dX12HkyZZz6/bOfdF7PKWKspOvVSaJvW7Cr5C5xhLtKR3Oce4Obfk6YoG+1xTlPP2CkLTbbX40Vn+rr9wVHNTWvH8hjeo/8s0NoeokTNrIDmBctt+ziNImEdSRk97RDTrBJtZXEZKswtSSJZVQwNyUdJ3qUXmaol5I2GbtaNTcgk3uhMVrupyT9jKcK1+UT5JEVVof52100XzgNGNOWcM7Ue7UJiB52AVLNF8B14aTsrdOpNPK3kJ0uj9MNgBHL7SRP1BcOQV720bTh5u6kqVkh15KMm4uBoUd9zMEZw5Qqe5iIfv8t5zBYLt3djlzQJOo3hJUo+Vi0fpGKQYFFiI/XR5Kk3TKhaShs0ATczgn+oei8OQAaaoKf/eB5J4PxWWoUsOLq3dlz+wlE4Tc3/8vRzUmQe077KRZe2eYdy40qT2AUdNDNe3PVSWr1L0+TM3fRlcRAHxuqfwOKfSNWMjdWIoQRGx8buk6XiZvGw/DH53isfUgi+mEGLwQiLDNWNbGlScbta694jgpdPlKqZj+a/VzPqD0pWIbxBjfLJRkRnFbIBWYwcQDbFgUdvrn+qBxap8yZPFWULatZOJQfN1PTyDhH2BLpcbw4H0+8/W4w9HFDDffdXhamvdypHh1g4KCY8vPXiGg/E2SqbiInuYATqGjPnu8XmJ+EvfFFNZk6Udt7yHtnIExViP+ROJKXWM/+kN0S5IeG+Vk5eB2tSnM7Q+5alOBHsnV2uStb5RfDwcniCv4hpUN9ZkvnW1oTglNHhveAi9/2IMVPS2f/BtvRcXjYai0Ou7bzJrcmrCOG8kwa0juy4fpx8KDtJPsCf6K53sP/cr7abaYuarTwF8b33MAXXqYq7WJIvCpPA8OA8nHmXSillfpWE4rYNtHjjY2mkkfBBs8D8IKapJas7qFLsFfabKtmkZsuGDNG+C4Sle7ekwvCYxNteNvArGWZ/VNlTg3+YUTqPiS1ueYC7L27xADMHEFsGTfifahKQvXZqR/IAL/nwuX5q4ZcObufFHHy/AloN7ez+fbo2NoMp7C3lDPA5NWcPimJbI2ihtosR0ZA7pFY8FntFuqBvIze84yF7yokahoWcamxcCmMLQlfDahdcr0+PxpFWbDhnZASmE0nkgbxI7qjj08GE5uXOI5HTv6c3OztAOeTPY+HWsRtEJ5Y5lpkjJb/2QMQGm+YxucxbxK1RXMt+pyBIfWVozUSyb4b+3as+IEOPKjGowFffvDFDz5ynfj21jT/tRBURSxxiOM8/3xDxsmW/yvzW4M2nLwOZ3KtxJSSskk7x4FRPx7aOrE51R2+mVvHjfarLiYZdhTF6DWcLTEqVYX7wg3aZfnR+mA/JRcnAVTLbI5BUkZkfHSs9hgLlyh4LlF6dLPiMM8za7swHfvVMZDWEokhMjg/5axo8bpw48ZgxgNqcFSNrUIID4VilKO0mZa2+edFr3PHjDeNh6SvuhDftOSw0c8hTxj8QXUpakCsgjPSqT8tvpeMENQhsaQLVwKZTXFaAcffryGnIW3TouxOZ522VlQT6rTscu8z1BjsqPe1Am+hCuK1t24GpZBiJyyvMG+1NpZiqPqY/wLb0ydOD+QsbimZk+JmF0ZNk5ecpF62bpSRsNZlK4trgz1Fe2WD5vqjhdNXJwlRKin6u7OfEBtdXumcZeYcywB130j2x1s6kCvv5ILg66wm1gThSgcnaaUslrO9IDLDa10nw1BR7cTNLUImwf/+D8/3dXZHq+c9f5p3q676uMmEVEfu7m9mR9ZYDa05sSeIE8nuHMfKJK6cbJrg6uSIiqNnek3//80L2NuibNVOeegz4m+dY1Zg/STYWTpc9SZJ9NISj4oS9vp7RGJUQz5wR8Go5vqQZhZAGR11olaiFuCReUl/7GDYXV8aLy5u0QGNEEpFmTtiOHhDY9vO8SSEEehWjziSE4w/Cl4Yrkc5MmUi2JpRB5yevZI06j8gL9MwX6uaaXTWZBBnpuhxWZhGHBRgZ9xY8s4fd/UgW0/p08Ne6zX8F0rXVjFWLma+0WcfZcAFEleyaJstPYODsmSjhPWYyg9ULX9zP3+YyWaK+ksMnqVUduVmrspusPWKMKcJCPHnrW7+nt01ZjE544unkEp7UD3bXVLQDx6h7765cxakWeqnF54N5wscEGpFJc4Usha20GHlpXJIu1z5JaYnkP7NOJm/Kf/g4orvdKOzz+ncnpW4YybsRYKtKPY1aBj24hO45vg9SgFkGj2NpJj6i1VkY/ugguR2r5MHBJtiG4dscX+iWwvuZ8+jkw8jkV5ykLByDJzL2JFnkB80oyPReXvAfETplSatWcxyb09Ahk1L6r5kVwgJokKY+R7ZutsXxQdV7UikBv/aoEYPCiMxtf4X9rUu5J/GPq72QVS27jdtVtyBXJoKqBLi6B9bXNdcHw1huHbkyb/j7Gs8NAVMkmrBYtYBz0VWukytrJjtk7e2qHX1Wner+OmCHaavrukvZ5bedMHxoee0QKbTtZ7H+X2MsYdWrjXo9+KOWTmPLxTKH3W5W6ytby124pkxEuGp7+J2a6P3OmTrh12yJaoreIiGYHihHWpUIBjh2cCSDdwh8uKRVorIQNVih3akoM9v13s4TZ6ttlcosA9iY+FPhG/TMNSs39HuSYhQM3gnD9hP62l+2z0hUVz+c2AkJI91DE+zlf1YniJCCTm2pDa2xOpsRE7DD5TfT6jKTut270eocbl5eBpxwDKJ0CMZlvPBROxLX3CJGRDIZ4ZRBFxrCMrKTF0zgVF2gKBIeME7Kkg+QVkQx8t7omcMxrM7NbUmtA6KHaOtEp+fLSgUfL397QaSS85lOM6/CizaWJr6vxYOgio/sRqZysoOlt5EhXxw7sRbZRG8wbB35fbJ9MF3+ZYdUdOJt9j6T147fZ+ACOfq5UtJBO3VO8VIQOy6U63FmTFyEsesVjG4XYt3NpWsSuSG5nG3OuKX2neJgI7iPHTzf0ll92So82FatsmIdxxnAujpfSgPyLS1hLrIPZc/FJLVy/97s1AYeh+4JRQu2i56ItnJbk1FYtwTbWDdIAbHMhN4ZTCPQC5DBzaCwL1sp4um31/xD6nNCz7y2XzOkmVI78172qK8Vb2M+Odvg91oUucXj2yMTbqETwtczZg6ik/QLz2rBlPpxKaPmqGv58U2F6vge8iLzyO/QRYL98Kh5Ff0bQC6StxXVEau9x+J4x1+miSWq87yI0AlHtjeH3HZKlXUIIjhH50508roc/1wl5EaJmt0f6LK5R/fVYPWPVMmqc/etz2l6hdPNjEh3ZxWqomaG9YG3yFwkz8AuTjwMKcC6H1AiFmTLxjJkNRUCZ68xaQYjWQWev/a7/F8voYdLdXLdIUmsTHtrYi+7RrORSB+KpzkXaZ4RooiknIjBlL42UrDtSfWSlxZQBH5Xc9ogp6R7+ngOYlq0+IxiefhgadWwzeH8cXFr+2/iD9ySzxX9ujgtxVOzZT3yVTbq6x3oN7IN6ppYb1NTBqtHbVa0SItl3NovHFwJ6iTsx5Iuf8VicNRPT8t2WA55yhSdPBsoTvayeOmesbixd40hzB0E2ZU/kJJpvFfVLWNalCzSjYUCZe5jJVjpRx7hnqp1DoIUaIbk0SqRswfbu9xa7ImV0TtoMrUwHTr9Yk8RXjGy8QiloCNn6ZOnOaOhv9Mc89BplHzZRCF4kbmLl2Nv2a2oi5+7XszbB3XDA47548sNDowev34K39WdVAIm8wgkor/lnUdN4ZpdEejYhBNXsw1ulERlV+4qX/QK5eBD+h5dXChGyQeZK2E6ucaNfoFIcuP0Rx4yGY50cFKwsbEjWUM2nxvna21w87RP47GaEXWDizX0GpNTzykddLyuZ/6IDz/DbxZjop1reN2n2Ba5MWjeYc2ZYH3+uKSyiyFaHM8F6YHE81Z82ZK/6G7RTJrDWwotpcQqXLfnO/EdrEEUE9xhxDkWZivV8YRwpc4BKHcqV9NLiPzQPNX5jx9DTNfVx4i/bD1MMZJ3u5i0CCbOg99Ltyog+YIZJRI0Ey0eSus3W2n+iPQN81OP1jSuRa5UbCMwc+CsPaSTy1qYu4fI7R9AVImSLZXz3r1zOXbky2CRGd3mh1XPhHfFY5vMmByV7AFaCk+eeGwhfdPSFrFs/xh+4fDMfjgcIx0l3HRXqqOZ049VSWGaLp30y/LWEUlrOfFc7IRjHdqU/4LgGSRr72iXo2NHqUMOf9bZntySgHJq4JOr/aVnPY4SpsQ7+jgJ1/CGTzXPR1UpWbWQxI7BqxUcKBwFujyNN1BREcRHUhEBa5Vf/E4MkXbDVWfCSfxnP124Yap4u3Ah43W457e8iUYMrgK6TvO8UC9Y1kNmn1u5XHfMQjtLUM++40STla71iPLBxW8B821CshpYFXZuJiYLc+Ot4k9a0HGY6bLn7SBo047CXlY/fUP6ZFxzPF+zV/zl4yqsW5+w6TLBczxxY0gU/8qXJSg3JVxtNmwzf+eUEwNFTa7C0wgO6eEKsxNrYNSlgWdiPwXLryTmUT71aY8yyn+nrJLhPxKDla1dfz8oco7dUN2cCCKdeF9z7OFM/HC8AoWJtnTohN/sbC0f3pQlsu84uXg9uhitmqmf74aG5sp8fpYxpXkfFONR0EaJbRYyP+A96HK8Iq2tu8fqv8c+f23OtHS8kIal05IaSapL8uZU9ynjYiGLONVlUbTPFH3WV/3m43SU8pDzeDHcHtwIXTf7yP8qeiekQElve5iY3jrngKvp4Uc2t89JttNk2C+KWTHnLA4BmatlDNKay/Zf68798QCP/wvWL2eqz60b3vRvwfpFHYbw7Uv+x71bWvJ07157M6Dgp1+7xFfxHHfazbkiyjCzHBOkmXMEmj62z91n+Zx/cNx4kHLiOxbZv7Uc806z4PDZQho0JhnyY2Fh1+zfJ4Bq9+2+ewmGVZgWEHuaf1PrQrU0L/e9B1yrdoem/gdQSwMEFAACAAgAT4hDSpXukX5LAAAAawAAABsAAAB1bml2ZXJzYWwvdW5pdmVyc2FsLnBuZy54bWyzsa/IzVEoSy0qzszPs1Uy1DNQsrfj5bIpKEoty0wtV6gAigEFIUBJoRLINUJwyzNTSjKAQgbmZgjBjNTM9IwSWyULA3O4oD7QTABQSwECAAAUAAIACABPiENKFQ6tKGQEAAAHEQAAHQAAAAAAAAABAAAAAAAAAAAAdW5pdmVyc2FsL2NvbW1vbl9tZXNzYWdlcy5sbmdQSwECAAAUAAIACABPiENKCH4LIykDAACGDAAAJwAAAAAAAAABAAAAAACfBAAAdW5pdmVyc2FsL2ZsYXNoX3B1Ymxpc2hpbmdfc2V0dGluZ3MueG1sUEsBAgAAFAACAAgAT4hDSrX8CWS6AgAAVQoAACEAAAAAAAAAAQAAAAAADQgAAHVuaXZlcnNhbC9mbGFzaF9za2luX3NldHRpbmdzLnhtbFBLAQIAABQAAgAIAE+IQ0oqlg9n/gIAAJcLAAAmAAAAAAAAAAEAAAAAAAYLAAB1bml2ZXJzYWwvaHRtbF9wdWJsaXNoaW5nX3NldHRpbmdzLnhtbFBLAQIAABQAAgAIAE+IQ0pocVKRmgEAAB8GAAAfAAAAAAAAAAEAAAAAAEgOAAB1bml2ZXJzYWwvaHRtbF9za2luX3NldHRpbmdzLmpzUEsBAgAAFAACAAgAT4hDSj08L9HBAAAA5QEAABoAAAAAAAAAAQAAAAAAHxAAAHVuaXZlcnNhbC9pMThuX3ByZXNldHMueG1sUEsBAgAAFAACAAgAT4hDSnL80YFnAAAAawAAABwAAAAAAAAAAQAAAAAAGBEAAHVuaXZlcnNhbC9sb2NhbF9zZXR0aW5ncy54bWxQSwECAAAUAAIACABElFdHI7RO+/sCAACwCAAAFAAAAAAAAAABAAAAAAC5EQAAdW5pdmVyc2FsL3BsYXllci54bWxQSwECAAAUAAIACABPiENKsIcj9GwBAAD3AgAAKQAAAAAAAAABAAAAAADmFAAAdW5pdmVyc2FsL3NraW5fY3VzdG9taXphdGlvbl9zZXR0aW5ncy54bWxQSwECAAAUAAIACABPiENKKoo35ocRAADwYQAAFwAAAAAAAAAAAAAAAACZFgAAdW5pdmVyc2FsL3VuaXZlcnNhbC5wbmdQSwECAAAUAAIACABPiENKle6RfksAAABrAAAAGwAAAAAAAAABAAAAAABVKAAAdW5pdmVyc2FsL3VuaXZlcnNhbC5wbmcueG1sUEsFBgAAAAALAAsASQMAANkoAAAAAA=="/>
  <p:tag name="ISPRING_PRESENTATION_TITLE" val="1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Macintosh PowerPoint</Application>
  <PresentationFormat>宽屏</PresentationFormat>
  <Paragraphs>85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 Black</vt:lpstr>
      <vt:lpstr>Calibri</vt:lpstr>
      <vt:lpstr>DFPShaoNvW5-GB</vt:lpstr>
      <vt:lpstr>Raleway</vt:lpstr>
      <vt:lpstr>Raleway Light</vt:lpstr>
      <vt:lpstr>方正苏新诗柳楷简体-yolan</vt:lpstr>
      <vt:lpstr>落落补 汤圆</vt:lpstr>
      <vt:lpstr>宋体</vt:lpstr>
      <vt:lpstr>微软雅黑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keywords>http:/www.ypppt.com</cp:keywords>
  <cp:lastModifiedBy/>
  <cp:revision>1</cp:revision>
  <dcterms:created xsi:type="dcterms:W3CDTF">2017-10-20T03:31:41Z</dcterms:created>
  <dcterms:modified xsi:type="dcterms:W3CDTF">2018-07-21T01:47:44Z</dcterms:modified>
</cp:coreProperties>
</file>